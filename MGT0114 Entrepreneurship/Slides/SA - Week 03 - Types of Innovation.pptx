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2.xml" ContentType="application/vnd.openxmlformats-officedocument.theme+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704" r:id="rId2"/>
    <p:sldMasterId id="2147483740" r:id="rId3"/>
  </p:sldMasterIdLst>
  <p:notesMasterIdLst>
    <p:notesMasterId r:id="rId41"/>
  </p:notesMasterIdLst>
  <p:handoutMasterIdLst>
    <p:handoutMasterId r:id="rId42"/>
  </p:handoutMasterIdLst>
  <p:sldIdLst>
    <p:sldId id="256" r:id="rId4"/>
    <p:sldId id="825" r:id="rId5"/>
    <p:sldId id="824" r:id="rId6"/>
    <p:sldId id="829" r:id="rId7"/>
    <p:sldId id="830" r:id="rId8"/>
    <p:sldId id="831" r:id="rId9"/>
    <p:sldId id="828" r:id="rId10"/>
    <p:sldId id="298" r:id="rId11"/>
    <p:sldId id="609" r:id="rId12"/>
    <p:sldId id="610" r:id="rId13"/>
    <p:sldId id="623" r:id="rId14"/>
    <p:sldId id="693" r:id="rId15"/>
    <p:sldId id="699" r:id="rId16"/>
    <p:sldId id="700" r:id="rId17"/>
    <p:sldId id="671" r:id="rId18"/>
    <p:sldId id="701" r:id="rId19"/>
    <p:sldId id="698" r:id="rId20"/>
    <p:sldId id="371" r:id="rId21"/>
    <p:sldId id="643" r:id="rId22"/>
    <p:sldId id="380" r:id="rId23"/>
    <p:sldId id="644" r:id="rId24"/>
    <p:sldId id="373" r:id="rId25"/>
    <p:sldId id="645" r:id="rId26"/>
    <p:sldId id="646" r:id="rId27"/>
    <p:sldId id="647" r:id="rId28"/>
    <p:sldId id="648" r:id="rId29"/>
    <p:sldId id="832" r:id="rId30"/>
    <p:sldId id="372" r:id="rId31"/>
    <p:sldId id="490" r:id="rId32"/>
    <p:sldId id="625" r:id="rId33"/>
    <p:sldId id="642" r:id="rId34"/>
    <p:sldId id="626" r:id="rId35"/>
    <p:sldId id="628" r:id="rId36"/>
    <p:sldId id="640" r:id="rId37"/>
    <p:sldId id="633" r:id="rId38"/>
    <p:sldId id="651" r:id="rId39"/>
    <p:sldId id="650" r:id="rId40"/>
  </p:sldIdLst>
  <p:sldSz cx="16257588" cy="9144000"/>
  <p:notesSz cx="6858000" cy="9144000"/>
  <p:defaultTextStyle>
    <a:defPPr>
      <a:defRPr lang="en-US"/>
    </a:defPPr>
    <a:lvl1pPr marL="0" algn="l" defTabSz="781583" rtl="0" eaLnBrk="1" latinLnBrk="0" hangingPunct="1">
      <a:defRPr sz="3100" kern="1200">
        <a:solidFill>
          <a:schemeClr val="tx1"/>
        </a:solidFill>
        <a:latin typeface="+mn-lt"/>
        <a:ea typeface="+mn-ea"/>
        <a:cs typeface="+mn-cs"/>
      </a:defRPr>
    </a:lvl1pPr>
    <a:lvl2pPr marL="781583" algn="l" defTabSz="781583" rtl="0" eaLnBrk="1" latinLnBrk="0" hangingPunct="1">
      <a:defRPr sz="3100" kern="1200">
        <a:solidFill>
          <a:schemeClr val="tx1"/>
        </a:solidFill>
        <a:latin typeface="+mn-lt"/>
        <a:ea typeface="+mn-ea"/>
        <a:cs typeface="+mn-cs"/>
      </a:defRPr>
    </a:lvl2pPr>
    <a:lvl3pPr marL="1563167" algn="l" defTabSz="781583" rtl="0" eaLnBrk="1" latinLnBrk="0" hangingPunct="1">
      <a:defRPr sz="3100" kern="1200">
        <a:solidFill>
          <a:schemeClr val="tx1"/>
        </a:solidFill>
        <a:latin typeface="+mn-lt"/>
        <a:ea typeface="+mn-ea"/>
        <a:cs typeface="+mn-cs"/>
      </a:defRPr>
    </a:lvl3pPr>
    <a:lvl4pPr marL="2344750" algn="l" defTabSz="781583" rtl="0" eaLnBrk="1" latinLnBrk="0" hangingPunct="1">
      <a:defRPr sz="3100" kern="1200">
        <a:solidFill>
          <a:schemeClr val="tx1"/>
        </a:solidFill>
        <a:latin typeface="+mn-lt"/>
        <a:ea typeface="+mn-ea"/>
        <a:cs typeface="+mn-cs"/>
      </a:defRPr>
    </a:lvl4pPr>
    <a:lvl5pPr marL="3126334" algn="l" defTabSz="781583" rtl="0" eaLnBrk="1" latinLnBrk="0" hangingPunct="1">
      <a:defRPr sz="3100" kern="1200">
        <a:solidFill>
          <a:schemeClr val="tx1"/>
        </a:solidFill>
        <a:latin typeface="+mn-lt"/>
        <a:ea typeface="+mn-ea"/>
        <a:cs typeface="+mn-cs"/>
      </a:defRPr>
    </a:lvl5pPr>
    <a:lvl6pPr marL="3907917" algn="l" defTabSz="781583" rtl="0" eaLnBrk="1" latinLnBrk="0" hangingPunct="1">
      <a:defRPr sz="3100" kern="1200">
        <a:solidFill>
          <a:schemeClr val="tx1"/>
        </a:solidFill>
        <a:latin typeface="+mn-lt"/>
        <a:ea typeface="+mn-ea"/>
        <a:cs typeface="+mn-cs"/>
      </a:defRPr>
    </a:lvl6pPr>
    <a:lvl7pPr marL="4689500" algn="l" defTabSz="781583" rtl="0" eaLnBrk="1" latinLnBrk="0" hangingPunct="1">
      <a:defRPr sz="3100" kern="1200">
        <a:solidFill>
          <a:schemeClr val="tx1"/>
        </a:solidFill>
        <a:latin typeface="+mn-lt"/>
        <a:ea typeface="+mn-ea"/>
        <a:cs typeface="+mn-cs"/>
      </a:defRPr>
    </a:lvl7pPr>
    <a:lvl8pPr marL="5471084" algn="l" defTabSz="781583" rtl="0" eaLnBrk="1" latinLnBrk="0" hangingPunct="1">
      <a:defRPr sz="3100" kern="1200">
        <a:solidFill>
          <a:schemeClr val="tx1"/>
        </a:solidFill>
        <a:latin typeface="+mn-lt"/>
        <a:ea typeface="+mn-ea"/>
        <a:cs typeface="+mn-cs"/>
      </a:defRPr>
    </a:lvl8pPr>
    <a:lvl9pPr marL="6252667" algn="l" defTabSz="781583" rtl="0" eaLnBrk="1" latinLnBrk="0" hangingPunct="1">
      <a:defRPr sz="3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512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3B02A"/>
    <a:srgbClr val="267A52"/>
    <a:srgbClr val="00673E"/>
    <a:srgbClr val="006643"/>
    <a:srgbClr val="589278"/>
    <a:srgbClr val="7AC14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7" autoAdjust="0"/>
    <p:restoredTop sz="79477" autoAdjust="0"/>
  </p:normalViewPr>
  <p:slideViewPr>
    <p:cSldViewPr snapToGrid="0" snapToObjects="1">
      <p:cViewPr>
        <p:scale>
          <a:sx n="38" d="100"/>
          <a:sy n="38" d="100"/>
        </p:scale>
        <p:origin x="1476" y="66"/>
      </p:cViewPr>
      <p:guideLst>
        <p:guide orient="horz" pos="2880"/>
        <p:guide pos="5121"/>
      </p:guideLst>
    </p:cSldViewPr>
  </p:slideViewPr>
  <p:outlineViewPr>
    <p:cViewPr>
      <p:scale>
        <a:sx n="33" d="100"/>
        <a:sy n="33" d="100"/>
      </p:scale>
      <p:origin x="0" y="5384"/>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handoutMaster" Target="handoutMasters/handoutMaster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presProps" Target="pres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D678AF4-5E64-AC4C-BB17-179E924E563F}" type="datetimeFigureOut">
              <a:rPr lang="en-US" smtClean="0"/>
              <a:t>1/28/2026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9BC6A53-3777-FA4B-999B-678D40C4B3AE}" type="slidenum">
              <a:rPr lang="en-US" smtClean="0"/>
              <a:t>‹#›</a:t>
            </a:fld>
            <a:endParaRPr lang="en-US"/>
          </a:p>
        </p:txBody>
      </p:sp>
    </p:spTree>
    <p:extLst>
      <p:ext uri="{BB962C8B-B14F-4D97-AF65-F5344CB8AC3E}">
        <p14:creationId xmlns:p14="http://schemas.microsoft.com/office/powerpoint/2010/main" val="335041370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DBA0A7F-40AB-B84E-BA8C-8861397EF456}" type="datetimeFigureOut">
              <a:rPr lang="en-US" smtClean="0"/>
              <a:t>1/28/2026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B51CE3-F1EC-6B4D-8B6D-86D363C89BAA}" type="slidenum">
              <a:rPr lang="en-US" smtClean="0"/>
              <a:t>‹#›</a:t>
            </a:fld>
            <a:endParaRPr lang="en-US"/>
          </a:p>
        </p:txBody>
      </p:sp>
    </p:spTree>
    <p:extLst>
      <p:ext uri="{BB962C8B-B14F-4D97-AF65-F5344CB8AC3E}">
        <p14:creationId xmlns:p14="http://schemas.microsoft.com/office/powerpoint/2010/main" val="3901875955"/>
      </p:ext>
    </p:extLst>
  </p:cSld>
  <p:clrMap bg1="lt1" tx1="dk1" bg2="lt2" tx2="dk2" accent1="accent1" accent2="accent2" accent3="accent3" accent4="accent4" accent5="accent5" accent6="accent6" hlink="hlink" folHlink="folHlink"/>
  <p:hf hdr="0" ftr="0" dt="0"/>
  <p:notesStyle>
    <a:lvl1pPr marL="0" algn="l" defTabSz="781583" rtl="0" eaLnBrk="1" latinLnBrk="0" hangingPunct="1">
      <a:defRPr sz="2100" kern="1200">
        <a:solidFill>
          <a:schemeClr val="tx1"/>
        </a:solidFill>
        <a:latin typeface="+mn-lt"/>
        <a:ea typeface="+mn-ea"/>
        <a:cs typeface="+mn-cs"/>
      </a:defRPr>
    </a:lvl1pPr>
    <a:lvl2pPr marL="781583" algn="l" defTabSz="781583" rtl="0" eaLnBrk="1" latinLnBrk="0" hangingPunct="1">
      <a:defRPr sz="2100" kern="1200">
        <a:solidFill>
          <a:schemeClr val="tx1"/>
        </a:solidFill>
        <a:latin typeface="+mn-lt"/>
        <a:ea typeface="+mn-ea"/>
        <a:cs typeface="+mn-cs"/>
      </a:defRPr>
    </a:lvl2pPr>
    <a:lvl3pPr marL="1563167" algn="l" defTabSz="781583" rtl="0" eaLnBrk="1" latinLnBrk="0" hangingPunct="1">
      <a:defRPr sz="2100" kern="1200">
        <a:solidFill>
          <a:schemeClr val="tx1"/>
        </a:solidFill>
        <a:latin typeface="+mn-lt"/>
        <a:ea typeface="+mn-ea"/>
        <a:cs typeface="+mn-cs"/>
      </a:defRPr>
    </a:lvl3pPr>
    <a:lvl4pPr marL="2344750" algn="l" defTabSz="781583" rtl="0" eaLnBrk="1" latinLnBrk="0" hangingPunct="1">
      <a:defRPr sz="2100" kern="1200">
        <a:solidFill>
          <a:schemeClr val="tx1"/>
        </a:solidFill>
        <a:latin typeface="+mn-lt"/>
        <a:ea typeface="+mn-ea"/>
        <a:cs typeface="+mn-cs"/>
      </a:defRPr>
    </a:lvl4pPr>
    <a:lvl5pPr marL="3126334" algn="l" defTabSz="781583" rtl="0" eaLnBrk="1" latinLnBrk="0" hangingPunct="1">
      <a:defRPr sz="2100" kern="1200">
        <a:solidFill>
          <a:schemeClr val="tx1"/>
        </a:solidFill>
        <a:latin typeface="+mn-lt"/>
        <a:ea typeface="+mn-ea"/>
        <a:cs typeface="+mn-cs"/>
      </a:defRPr>
    </a:lvl5pPr>
    <a:lvl6pPr marL="3907917" algn="l" defTabSz="781583" rtl="0" eaLnBrk="1" latinLnBrk="0" hangingPunct="1">
      <a:defRPr sz="2100" kern="1200">
        <a:solidFill>
          <a:schemeClr val="tx1"/>
        </a:solidFill>
        <a:latin typeface="+mn-lt"/>
        <a:ea typeface="+mn-ea"/>
        <a:cs typeface="+mn-cs"/>
      </a:defRPr>
    </a:lvl6pPr>
    <a:lvl7pPr marL="4689500" algn="l" defTabSz="781583" rtl="0" eaLnBrk="1" latinLnBrk="0" hangingPunct="1">
      <a:defRPr sz="2100" kern="1200">
        <a:solidFill>
          <a:schemeClr val="tx1"/>
        </a:solidFill>
        <a:latin typeface="+mn-lt"/>
        <a:ea typeface="+mn-ea"/>
        <a:cs typeface="+mn-cs"/>
      </a:defRPr>
    </a:lvl7pPr>
    <a:lvl8pPr marL="5471084" algn="l" defTabSz="781583" rtl="0" eaLnBrk="1" latinLnBrk="0" hangingPunct="1">
      <a:defRPr sz="2100" kern="1200">
        <a:solidFill>
          <a:schemeClr val="tx1"/>
        </a:solidFill>
        <a:latin typeface="+mn-lt"/>
        <a:ea typeface="+mn-ea"/>
        <a:cs typeface="+mn-cs"/>
      </a:defRPr>
    </a:lvl8pPr>
    <a:lvl9pPr marL="6252667" algn="l" defTabSz="781583" rtl="0" eaLnBrk="1" latinLnBrk="0" hangingPunct="1">
      <a:defRPr sz="21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dirty="0">
                <a:solidFill>
                  <a:srgbClr val="E3E3E3"/>
                </a:solidFill>
                <a:effectLst/>
                <a:highlight>
                  <a:srgbClr val="131314"/>
                </a:highlight>
                <a:latin typeface="Google Sans"/>
              </a:rPr>
              <a:t>Albert Einstein:</a:t>
            </a:r>
            <a:r>
              <a:rPr lang="en-US" b="0" i="0" dirty="0">
                <a:solidFill>
                  <a:srgbClr val="E3E3E3"/>
                </a:solidFill>
                <a:effectLst/>
                <a:highlight>
                  <a:srgbClr val="131314"/>
                </a:highlight>
                <a:latin typeface="Google Sans"/>
              </a:rPr>
              <a:t> Physicist, developed the theory of relativity, revolutionized our understanding of space, time, gravity, and the universe. Nobel Prize winner.</a:t>
            </a:r>
          </a:p>
          <a:p>
            <a:pPr algn="l">
              <a:buFont typeface="Arial" panose="020B0604020202020204" pitchFamily="34" charset="0"/>
              <a:buChar char="•"/>
            </a:pPr>
            <a:r>
              <a:rPr lang="en-US" b="1" i="0" dirty="0">
                <a:solidFill>
                  <a:srgbClr val="E3E3E3"/>
                </a:solidFill>
                <a:effectLst/>
                <a:highlight>
                  <a:srgbClr val="131314"/>
                </a:highlight>
                <a:latin typeface="Google Sans"/>
              </a:rPr>
              <a:t>Bob Dylan:</a:t>
            </a:r>
            <a:r>
              <a:rPr lang="en-US" b="0" i="0" dirty="0">
                <a:solidFill>
                  <a:srgbClr val="E3E3E3"/>
                </a:solidFill>
                <a:effectLst/>
                <a:highlight>
                  <a:srgbClr val="131314"/>
                </a:highlight>
                <a:latin typeface="Google Sans"/>
              </a:rPr>
              <a:t> Singer-songwriter, poet. One of the most influential musicians of the 20th century, tackled social justice and philosophical themes in his music.</a:t>
            </a:r>
          </a:p>
          <a:p>
            <a:pPr algn="l">
              <a:buFont typeface="Arial" panose="020B0604020202020204" pitchFamily="34" charset="0"/>
              <a:buChar char="•"/>
            </a:pPr>
            <a:r>
              <a:rPr lang="en-US" b="1" i="0" dirty="0">
                <a:solidFill>
                  <a:srgbClr val="E3E3E3"/>
                </a:solidFill>
                <a:effectLst/>
                <a:highlight>
                  <a:srgbClr val="131314"/>
                </a:highlight>
                <a:latin typeface="Google Sans"/>
              </a:rPr>
              <a:t>Martin Luther King Jr.:</a:t>
            </a:r>
            <a:r>
              <a:rPr lang="en-US" b="0" i="0" dirty="0">
                <a:solidFill>
                  <a:srgbClr val="E3E3E3"/>
                </a:solidFill>
                <a:effectLst/>
                <a:highlight>
                  <a:srgbClr val="131314"/>
                </a:highlight>
                <a:latin typeface="Google Sans"/>
              </a:rPr>
              <a:t> Civil rights leader, minister, champion of nonviolent resistance against racial segregation. Nobel Peace Prize winner.</a:t>
            </a:r>
          </a:p>
          <a:p>
            <a:pPr algn="l">
              <a:buFont typeface="Arial" panose="020B0604020202020204" pitchFamily="34" charset="0"/>
              <a:buChar char="•"/>
            </a:pPr>
            <a:r>
              <a:rPr lang="en-US" b="1" i="0" dirty="0">
                <a:solidFill>
                  <a:srgbClr val="E3E3E3"/>
                </a:solidFill>
                <a:effectLst/>
                <a:highlight>
                  <a:srgbClr val="131314"/>
                </a:highlight>
                <a:latin typeface="Google Sans"/>
              </a:rPr>
              <a:t>Richard Branson:</a:t>
            </a:r>
            <a:r>
              <a:rPr lang="en-US" b="0" i="0" dirty="0">
                <a:solidFill>
                  <a:srgbClr val="E3E3E3"/>
                </a:solidFill>
                <a:effectLst/>
                <a:highlight>
                  <a:srgbClr val="131314"/>
                </a:highlight>
                <a:latin typeface="Google Sans"/>
              </a:rPr>
              <a:t> Entrepreneur, founder of the Virgin Group, known for his adventurous spirit and various business ventures.</a:t>
            </a:r>
          </a:p>
          <a:p>
            <a:pPr algn="l">
              <a:buFont typeface="Arial" panose="020B0604020202020204" pitchFamily="34" charset="0"/>
              <a:buChar char="•"/>
            </a:pPr>
            <a:r>
              <a:rPr lang="en-US" b="1" i="0" dirty="0">
                <a:solidFill>
                  <a:srgbClr val="E3E3E3"/>
                </a:solidFill>
                <a:effectLst/>
                <a:highlight>
                  <a:srgbClr val="131314"/>
                </a:highlight>
                <a:latin typeface="Google Sans"/>
              </a:rPr>
              <a:t>John Lennon (with Yoko Ono):</a:t>
            </a:r>
            <a:r>
              <a:rPr lang="en-US" b="0" i="0" dirty="0">
                <a:solidFill>
                  <a:srgbClr val="E3E3E3"/>
                </a:solidFill>
                <a:effectLst/>
                <a:highlight>
                  <a:srgbClr val="131314"/>
                </a:highlight>
                <a:latin typeface="Google Sans"/>
              </a:rPr>
              <a:t> Musician, songwriter, peace activist. Co-founder of The Beatles, later explored solo career and activism with his wife Yoko Ono.</a:t>
            </a:r>
          </a:p>
          <a:p>
            <a:pPr algn="l">
              <a:buFont typeface="Arial" panose="020B0604020202020204" pitchFamily="34" charset="0"/>
              <a:buChar char="•"/>
            </a:pPr>
            <a:r>
              <a:rPr lang="en-US" b="1" i="0" dirty="0">
                <a:solidFill>
                  <a:srgbClr val="E3E3E3"/>
                </a:solidFill>
                <a:effectLst/>
                <a:highlight>
                  <a:srgbClr val="131314"/>
                </a:highlight>
                <a:latin typeface="Google Sans"/>
              </a:rPr>
              <a:t>Buckminster Fuller:</a:t>
            </a:r>
            <a:r>
              <a:rPr lang="en-US" b="0" i="0" dirty="0">
                <a:solidFill>
                  <a:srgbClr val="E3E3E3"/>
                </a:solidFill>
                <a:effectLst/>
                <a:highlight>
                  <a:srgbClr val="131314"/>
                </a:highlight>
                <a:latin typeface="Google Sans"/>
              </a:rPr>
              <a:t> Architect, futurist, inventor. Known for the geodesic dome design and his systems thinking approach.</a:t>
            </a:r>
          </a:p>
          <a:p>
            <a:pPr algn="l">
              <a:buFont typeface="Arial" panose="020B0604020202020204" pitchFamily="34" charset="0"/>
              <a:buChar char="•"/>
            </a:pPr>
            <a:r>
              <a:rPr lang="en-US" b="1" i="0" dirty="0">
                <a:solidFill>
                  <a:srgbClr val="E3E3E3"/>
                </a:solidFill>
                <a:effectLst/>
                <a:highlight>
                  <a:srgbClr val="131314"/>
                </a:highlight>
                <a:latin typeface="Google Sans"/>
              </a:rPr>
              <a:t>Thomas Edison:</a:t>
            </a:r>
            <a:r>
              <a:rPr lang="en-US" b="0" i="0" dirty="0">
                <a:solidFill>
                  <a:srgbClr val="E3E3E3"/>
                </a:solidFill>
                <a:effectLst/>
                <a:highlight>
                  <a:srgbClr val="131314"/>
                </a:highlight>
                <a:latin typeface="Google Sans"/>
              </a:rPr>
              <a:t> Inventor, businessman. Developed many devices including the lightbulb, phonograph, and motion picture camera.</a:t>
            </a:r>
          </a:p>
          <a:p>
            <a:pPr algn="l">
              <a:buFont typeface="Arial" panose="020B0604020202020204" pitchFamily="34" charset="0"/>
              <a:buChar char="•"/>
            </a:pPr>
            <a:r>
              <a:rPr lang="en-US" b="1" i="0" dirty="0">
                <a:solidFill>
                  <a:srgbClr val="E3E3E3"/>
                </a:solidFill>
                <a:effectLst/>
                <a:highlight>
                  <a:srgbClr val="131314"/>
                </a:highlight>
                <a:latin typeface="Google Sans"/>
              </a:rPr>
              <a:t>Muhammad Ali:</a:t>
            </a:r>
            <a:r>
              <a:rPr lang="en-US" b="0" i="0" dirty="0">
                <a:solidFill>
                  <a:srgbClr val="E3E3E3"/>
                </a:solidFill>
                <a:effectLst/>
                <a:highlight>
                  <a:srgbClr val="131314"/>
                </a:highlight>
                <a:latin typeface="Google Sans"/>
              </a:rPr>
              <a:t> Boxer, activist. Heavyweight champion, known for his skill, showmanship, and activism on civil rights.</a:t>
            </a:r>
          </a:p>
          <a:p>
            <a:pPr algn="l">
              <a:buFont typeface="Arial" panose="020B0604020202020204" pitchFamily="34" charset="0"/>
              <a:buChar char="•"/>
            </a:pPr>
            <a:r>
              <a:rPr lang="en-US" b="1" i="0" dirty="0">
                <a:solidFill>
                  <a:srgbClr val="E3E3E3"/>
                </a:solidFill>
                <a:effectLst/>
                <a:highlight>
                  <a:srgbClr val="131314"/>
                </a:highlight>
                <a:latin typeface="Google Sans"/>
              </a:rPr>
              <a:t>Mahatma Gandhi:</a:t>
            </a:r>
            <a:r>
              <a:rPr lang="en-US" b="0" i="0" dirty="0">
                <a:solidFill>
                  <a:srgbClr val="E3E3E3"/>
                </a:solidFill>
                <a:effectLst/>
                <a:highlight>
                  <a:srgbClr val="131314"/>
                </a:highlight>
                <a:latin typeface="Google Sans"/>
              </a:rPr>
              <a:t> Leader of Indian independence movement against British rule. Espoused nonviolent civil disobedience.</a:t>
            </a:r>
          </a:p>
          <a:p>
            <a:pPr algn="l">
              <a:buFont typeface="Arial" panose="020B0604020202020204" pitchFamily="34" charset="0"/>
              <a:buChar char="•"/>
            </a:pPr>
            <a:r>
              <a:rPr lang="en-US" b="1" i="0" dirty="0">
                <a:solidFill>
                  <a:srgbClr val="E3E3E3"/>
                </a:solidFill>
                <a:effectLst/>
                <a:highlight>
                  <a:srgbClr val="131314"/>
                </a:highlight>
                <a:latin typeface="Google Sans"/>
              </a:rPr>
              <a:t>Amelia Earhart:</a:t>
            </a:r>
            <a:r>
              <a:rPr lang="en-US" b="0" i="0" dirty="0">
                <a:solidFill>
                  <a:srgbClr val="E3E3E3"/>
                </a:solidFill>
                <a:effectLst/>
                <a:highlight>
                  <a:srgbClr val="131314"/>
                </a:highlight>
                <a:latin typeface="Google Sans"/>
              </a:rPr>
              <a:t> Aviator. First female pilot to fly solo across the Atlantic Ocean.</a:t>
            </a:r>
          </a:p>
          <a:p>
            <a:pPr algn="l">
              <a:buFont typeface="Arial" panose="020B0604020202020204" pitchFamily="34" charset="0"/>
              <a:buChar char="•"/>
            </a:pPr>
            <a:r>
              <a:rPr lang="en-US" b="1" i="0" dirty="0">
                <a:solidFill>
                  <a:srgbClr val="E3E3E3"/>
                </a:solidFill>
                <a:effectLst/>
                <a:highlight>
                  <a:srgbClr val="131314"/>
                </a:highlight>
                <a:latin typeface="Google Sans"/>
              </a:rPr>
              <a:t>Alfred Hitchcock:</a:t>
            </a:r>
            <a:r>
              <a:rPr lang="en-US" b="0" i="0" dirty="0">
                <a:solidFill>
                  <a:srgbClr val="E3E3E3"/>
                </a:solidFill>
                <a:effectLst/>
                <a:highlight>
                  <a:srgbClr val="131314"/>
                </a:highlight>
                <a:latin typeface="Google Sans"/>
              </a:rPr>
              <a:t> Filmmaker. Master of suspense, pioneered many techniques in thrillers and psychological dramas.</a:t>
            </a:r>
          </a:p>
          <a:p>
            <a:pPr algn="l">
              <a:buFont typeface="Arial" panose="020B0604020202020204" pitchFamily="34" charset="0"/>
              <a:buChar char="•"/>
            </a:pPr>
            <a:r>
              <a:rPr lang="en-US" b="1" i="0" dirty="0">
                <a:solidFill>
                  <a:srgbClr val="E3E3E3"/>
                </a:solidFill>
                <a:effectLst/>
                <a:highlight>
                  <a:srgbClr val="131314"/>
                </a:highlight>
                <a:latin typeface="Google Sans"/>
              </a:rPr>
              <a:t>Maria Callas:</a:t>
            </a:r>
            <a:r>
              <a:rPr lang="en-US" b="0" i="0" dirty="0">
                <a:solidFill>
                  <a:srgbClr val="E3E3E3"/>
                </a:solidFill>
                <a:effectLst/>
                <a:highlight>
                  <a:srgbClr val="131314"/>
                </a:highlight>
                <a:latin typeface="Google Sans"/>
              </a:rPr>
              <a:t> Opera singer. One of the most renowned and influential opera singers of the 20th century.</a:t>
            </a:r>
          </a:p>
          <a:p>
            <a:pPr algn="l">
              <a:buFont typeface="Arial" panose="020B0604020202020204" pitchFamily="34" charset="0"/>
              <a:buChar char="•"/>
            </a:pPr>
            <a:r>
              <a:rPr lang="en-US" b="1" i="0" dirty="0">
                <a:solidFill>
                  <a:srgbClr val="E3E3E3"/>
                </a:solidFill>
                <a:effectLst/>
                <a:highlight>
                  <a:srgbClr val="131314"/>
                </a:highlight>
                <a:latin typeface="Google Sans"/>
              </a:rPr>
              <a:t>Pablo Picasso:</a:t>
            </a:r>
            <a:r>
              <a:rPr lang="en-US" b="0" i="0" dirty="0">
                <a:solidFill>
                  <a:srgbClr val="E3E3E3"/>
                </a:solidFill>
                <a:effectLst/>
                <a:highlight>
                  <a:srgbClr val="131314"/>
                </a:highlight>
                <a:latin typeface="Google Sans"/>
              </a:rPr>
              <a:t> Artist. Co-founder of Cubism, hugely influential on 20th century art with groundbreaking styles.</a:t>
            </a:r>
          </a:p>
          <a:p>
            <a:pPr algn="l">
              <a:buFont typeface="Arial" panose="020B0604020202020204" pitchFamily="34" charset="0"/>
              <a:buChar char="•"/>
            </a:pPr>
            <a:r>
              <a:rPr lang="en-US" b="1" i="0" dirty="0">
                <a:solidFill>
                  <a:srgbClr val="E3E3E3"/>
                </a:solidFill>
                <a:effectLst/>
                <a:highlight>
                  <a:srgbClr val="131314"/>
                </a:highlight>
                <a:latin typeface="Google Sans"/>
              </a:rPr>
              <a:t>Jim Henson (with Kermit the Frog):</a:t>
            </a:r>
            <a:r>
              <a:rPr lang="en-US" b="0" i="0" dirty="0">
                <a:solidFill>
                  <a:srgbClr val="E3E3E3"/>
                </a:solidFill>
                <a:effectLst/>
                <a:highlight>
                  <a:srgbClr val="131314"/>
                </a:highlight>
                <a:latin typeface="Google Sans"/>
              </a:rPr>
              <a:t> Puppeteer, filmmaker. Creator of The Muppets and iconic characters like Kermit, Miss Piggy, and Big Bird.</a:t>
            </a:r>
          </a:p>
          <a:p>
            <a:pPr algn="l">
              <a:buFont typeface="Arial" panose="020B0604020202020204" pitchFamily="34" charset="0"/>
              <a:buChar char="•"/>
            </a:pPr>
            <a:r>
              <a:rPr lang="en-US" b="1" i="0" dirty="0">
                <a:solidFill>
                  <a:srgbClr val="E3E3E3"/>
                </a:solidFill>
                <a:effectLst/>
                <a:highlight>
                  <a:srgbClr val="131314"/>
                </a:highlight>
                <a:latin typeface="Google Sans"/>
              </a:rPr>
              <a:t>Frank Lloyd Wright:</a:t>
            </a:r>
            <a:r>
              <a:rPr lang="en-US" b="0" i="0" dirty="0">
                <a:solidFill>
                  <a:srgbClr val="E3E3E3"/>
                </a:solidFill>
                <a:effectLst/>
                <a:highlight>
                  <a:srgbClr val="131314"/>
                </a:highlight>
                <a:latin typeface="Google Sans"/>
              </a:rPr>
              <a:t> Architect and designer. Pioneer of modern organic architecture, with a focus on harmony between structures and their environment.</a:t>
            </a:r>
          </a:p>
        </p:txBody>
      </p:sp>
      <p:sp>
        <p:nvSpPr>
          <p:cNvPr id="4" name="Slide Number Placeholder 3"/>
          <p:cNvSpPr>
            <a:spLocks noGrp="1"/>
          </p:cNvSpPr>
          <p:nvPr>
            <p:ph type="sldNum" sz="quarter" idx="10"/>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64B51CE3-F1EC-6B4D-8B6D-86D363C89BAA}"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771371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C104C-A15D-9906-DB69-86087BE64A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34C6AA-5FDC-5084-2453-3BFE95E22F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AA1A40-C258-88B5-974B-5098F32B4054}"/>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19B092B2-B221-6E4D-B72E-230B18DA42E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51CE3-F1EC-6B4D-8B6D-86D363C89BA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06247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2523B-40A2-88A9-DA70-B1B5582AEA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94E157-97E5-4D83-A07E-4872629298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2E1AD7-5D6D-8C50-0677-9A4C64C072E6}"/>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AE3483D1-9064-8397-98C3-BFEEC4ABF8C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51CE3-F1EC-6B4D-8B6D-86D363C89BA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304795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At the beginning of the lectures – will go over plan, and at end will make sure we covered what we planned for</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51CE3-F1EC-6B4D-8B6D-86D363C89BA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65485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Assignment</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51CE3-F1EC-6B4D-8B6D-86D363C89BA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04913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Incremental Innovation:</a:t>
            </a:r>
          </a:p>
          <a:p>
            <a:endParaRPr lang="en-US" dirty="0"/>
          </a:p>
          <a:p>
            <a:r>
              <a:rPr lang="en-US" dirty="0"/>
              <a:t>Incremental innovation involves making small scale improvements or updates to existing products, services, or processes. This is the most common type of innovation as it requires fewer resources and involves less risk. It can lead to better efficiency, productivity, and profitability, even though the improvements may seem minor on the surface.</a:t>
            </a:r>
          </a:p>
          <a:p>
            <a:endParaRPr lang="en-US" dirty="0"/>
          </a:p>
          <a:p>
            <a:r>
              <a:rPr lang="en-US" dirty="0"/>
              <a:t>2. Radical Innovation:</a:t>
            </a:r>
          </a:p>
          <a:p>
            <a:endParaRPr lang="en-US" dirty="0"/>
          </a:p>
          <a:p>
            <a:r>
              <a:rPr lang="en-US" dirty="0"/>
              <a:t>Radical innovation involves creating new concepts, products, or services that can drastically change existing markets or create entirely new ones. This type of innovation is more risky and requires significant resources but can lead to groundbreaking advancements and competitive advantages. Examples include the invention of the internet or the smartphone.</a:t>
            </a:r>
          </a:p>
          <a:p>
            <a:endParaRPr lang="en-US" dirty="0"/>
          </a:p>
          <a:p>
            <a:r>
              <a:rPr lang="en-US" dirty="0"/>
              <a:t>3. Disruptive Innovation:</a:t>
            </a:r>
          </a:p>
          <a:p>
            <a:endParaRPr lang="en-US" dirty="0"/>
          </a:p>
          <a:p>
            <a:r>
              <a:rPr lang="en-US" dirty="0"/>
              <a:t>Coined by Clayton Christensen, disruptive innovation describes a process by which a product or service takes root initially in simple applications at the bottom of a market and then relentlessly moves up market, eventually </a:t>
            </a:r>
            <a:r>
              <a:rPr lang="en-US" dirty="0" err="1"/>
              <a:t>displishing</a:t>
            </a:r>
            <a:r>
              <a:rPr lang="en-US" dirty="0"/>
              <a:t> established competitors. These innovations are not necessarily technologically superior to existing market offerings, but they transform existing markets or create new ones through their business model or route to market. An example is how Uber disrupted the traditional taxi industry.</a:t>
            </a:r>
          </a:p>
          <a:p>
            <a:endParaRPr lang="en-US" dirty="0"/>
          </a:p>
          <a:p>
            <a:r>
              <a:rPr lang="en-US" dirty="0"/>
              <a:t>4. Architectural Innovation:</a:t>
            </a:r>
          </a:p>
          <a:p>
            <a:endParaRPr lang="en-US" dirty="0"/>
          </a:p>
          <a:p>
            <a:r>
              <a:rPr lang="en-US" dirty="0"/>
              <a:t>Architectural innovation refers to changing the way that established technologies or processes are organized or integrated without changing the underlying technology. This type of innovation can lead to significant improvements in performance or functionality. An example might be changing the layout of a production line to improve efficiency.</a:t>
            </a:r>
          </a:p>
          <a:p>
            <a:endParaRPr lang="en-US" dirty="0"/>
          </a:p>
          <a:p>
            <a:r>
              <a:rPr lang="en-US" dirty="0"/>
              <a:t>5. Process Innovation:</a:t>
            </a:r>
          </a:p>
          <a:p>
            <a:endParaRPr lang="en-US" dirty="0"/>
          </a:p>
          <a:p>
            <a:r>
              <a:rPr lang="en-US" dirty="0"/>
              <a:t>Process innovation involves improving the processes used to manufacture goods or deliver services. This can involve changes in equipment, software, procedures, or performance metrics. Examples include implementing a new supply chain management system or adopting lean manufacturing techniques.</a:t>
            </a:r>
          </a:p>
          <a:p>
            <a:endParaRPr lang="en-US" dirty="0"/>
          </a:p>
          <a:p>
            <a:r>
              <a:rPr lang="en-US" dirty="0"/>
              <a:t>6. Product Innovation:</a:t>
            </a:r>
          </a:p>
          <a:p>
            <a:endParaRPr lang="en-US" dirty="0"/>
          </a:p>
          <a:p>
            <a:r>
              <a:rPr lang="en-US" dirty="0"/>
              <a:t>Product innovation involves creating new or improved goods or services. This can be a completely new product or changes to an existing product, like adding new features or improving its design. Examples include a new model of a car or a new type of smartphone.</a:t>
            </a:r>
          </a:p>
          <a:p>
            <a:endParaRPr lang="en-US" dirty="0"/>
          </a:p>
          <a:p>
            <a:r>
              <a:rPr lang="en-US" dirty="0"/>
              <a:t>7. Service Innovation:</a:t>
            </a:r>
          </a:p>
          <a:p>
            <a:endParaRPr lang="en-US" dirty="0"/>
          </a:p>
          <a:p>
            <a:r>
              <a:rPr lang="en-US" dirty="0"/>
              <a:t>Service innovation involves creating new or improved services. This can include changes in the service delivery process, the service concept, or the client interface. An example might be a bank offering online banking services.</a:t>
            </a:r>
          </a:p>
          <a:p>
            <a:endParaRPr lang="en-US" dirty="0"/>
          </a:p>
          <a:p>
            <a:r>
              <a:rPr lang="en-US" dirty="0"/>
              <a:t>8. Business Model Innovation:</a:t>
            </a:r>
          </a:p>
          <a:p>
            <a:endParaRPr lang="en-US" dirty="0"/>
          </a:p>
          <a:p>
            <a:r>
              <a:rPr lang="en-US" dirty="0"/>
              <a:t>Business model innovation involves changing the way a company creates, delivers, and captures value. This could include changes in a company's revenue model, cost structure, target customers, or distribution channels. Examples include the "freemium" model used by many software companies, or direct-to-consumer sales models.</a:t>
            </a:r>
            <a:endParaRPr lang="en-CA" dirty="0"/>
          </a:p>
        </p:txBody>
      </p:sp>
      <p:sp>
        <p:nvSpPr>
          <p:cNvPr id="4" name="Slide Number Placeholder 3"/>
          <p:cNvSpPr>
            <a:spLocks noGrp="1"/>
          </p:cNvSpPr>
          <p:nvPr>
            <p:ph type="sldNum" sz="quarter" idx="5"/>
          </p:nvPr>
        </p:nvSpPr>
        <p:spPr/>
        <p:txBody>
          <a:bodyPr/>
          <a:lstStyle/>
          <a:p>
            <a:pPr marL="0" marR="0" lvl="0" indent="0" algn="r" defTabSz="781583" rtl="0" eaLnBrk="1" fontAlgn="auto" latinLnBrk="0" hangingPunct="1">
              <a:lnSpc>
                <a:spcPct val="100000"/>
              </a:lnSpc>
              <a:spcBef>
                <a:spcPts val="0"/>
              </a:spcBef>
              <a:spcAft>
                <a:spcPts val="0"/>
              </a:spcAft>
              <a:buClrTx/>
              <a:buSzTx/>
              <a:buFontTx/>
              <a:buNone/>
              <a:tabLst/>
              <a:defRPr/>
            </a:pPr>
            <a:fld id="{64B51CE3-F1EC-6B4D-8B6D-86D363C89BA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781583"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6185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Incremental Innovation:</a:t>
            </a:r>
          </a:p>
          <a:p>
            <a:endParaRPr lang="en-US" dirty="0"/>
          </a:p>
          <a:p>
            <a:r>
              <a:rPr lang="en-US" dirty="0"/>
              <a:t>Incremental innovation involves making small scale improvements or updates to existing products, services, or processes. This is the most common type of innovation as it requires fewer resources and involves less risk. It can lead to better efficiency, productivity, and profitability, even though the improvements may seem minor on the surface.</a:t>
            </a:r>
          </a:p>
          <a:p>
            <a:endParaRPr lang="en-US" dirty="0"/>
          </a:p>
          <a:p>
            <a:r>
              <a:rPr lang="en-US" dirty="0"/>
              <a:t>2. Radical Innovation:</a:t>
            </a:r>
          </a:p>
          <a:p>
            <a:endParaRPr lang="en-US" dirty="0"/>
          </a:p>
          <a:p>
            <a:r>
              <a:rPr lang="en-US" dirty="0"/>
              <a:t>Radical innovation involves creating new concepts, products, or services that can drastically change existing markets or create entirely new ones. This type of innovation is more risky and requires significant resources but can lead to groundbreaking advancements and competitive advantages. Examples include the invention of the internet or the smartphone.</a:t>
            </a:r>
          </a:p>
          <a:p>
            <a:endParaRPr lang="en-US" dirty="0"/>
          </a:p>
          <a:p>
            <a:r>
              <a:rPr lang="en-US" dirty="0"/>
              <a:t>3. Disruptive Innovation:</a:t>
            </a:r>
          </a:p>
          <a:p>
            <a:endParaRPr lang="en-US" dirty="0"/>
          </a:p>
          <a:p>
            <a:r>
              <a:rPr lang="en-US" dirty="0"/>
              <a:t>Coined by Clayton Christensen, disruptive innovation describes a process by which a product or service takes root initially in simple applications at the bottom of a market and then relentlessly moves up market, eventually </a:t>
            </a:r>
            <a:r>
              <a:rPr lang="en-US" dirty="0" err="1"/>
              <a:t>displishing</a:t>
            </a:r>
            <a:r>
              <a:rPr lang="en-US" dirty="0"/>
              <a:t> established competitors. These innovations are not necessarily technologically superior to existing market offerings, but they transform existing markets or create new ones through their business model or route to market. An example is how Uber disrupted the traditional taxi industry.</a:t>
            </a:r>
          </a:p>
          <a:p>
            <a:endParaRPr lang="en-US" dirty="0"/>
          </a:p>
          <a:p>
            <a:r>
              <a:rPr lang="en-US" dirty="0"/>
              <a:t>4. Architectural Innovation:</a:t>
            </a:r>
          </a:p>
          <a:p>
            <a:endParaRPr lang="en-US" dirty="0"/>
          </a:p>
          <a:p>
            <a:r>
              <a:rPr lang="en-US" dirty="0"/>
              <a:t>Architectural innovation refers to changing the way that established technologies or processes are organized or integrated without changing the underlying technology. This type of innovation can lead to significant improvements in performance or functionality. An example might be changing the layout of a production line to improve efficiency.</a:t>
            </a:r>
          </a:p>
          <a:p>
            <a:endParaRPr lang="en-US" dirty="0"/>
          </a:p>
          <a:p>
            <a:r>
              <a:rPr lang="en-US" dirty="0"/>
              <a:t>5. Process Innovation:</a:t>
            </a:r>
          </a:p>
          <a:p>
            <a:endParaRPr lang="en-US" dirty="0"/>
          </a:p>
          <a:p>
            <a:r>
              <a:rPr lang="en-US" dirty="0"/>
              <a:t>Process innovation involves improving the processes used to manufacture goods or deliver services. This can involve changes in equipment, software, procedures, or performance metrics. Examples include implementing a new supply chain management system or adopting lean manufacturing techniques.</a:t>
            </a:r>
          </a:p>
          <a:p>
            <a:endParaRPr lang="en-US" dirty="0"/>
          </a:p>
          <a:p>
            <a:r>
              <a:rPr lang="en-US" dirty="0"/>
              <a:t>6. Product Innovation:</a:t>
            </a:r>
          </a:p>
          <a:p>
            <a:endParaRPr lang="en-US" dirty="0"/>
          </a:p>
          <a:p>
            <a:r>
              <a:rPr lang="en-US" dirty="0"/>
              <a:t>Product innovation involves creating new or improved goods or services. This can be a completely new product or changes to an existing product, like adding new features or improving its design. Examples include a new model of a car or a new type of smartphone.</a:t>
            </a:r>
          </a:p>
          <a:p>
            <a:endParaRPr lang="en-US" dirty="0"/>
          </a:p>
          <a:p>
            <a:r>
              <a:rPr lang="en-US" dirty="0"/>
              <a:t>7. Service Innovation:</a:t>
            </a:r>
          </a:p>
          <a:p>
            <a:endParaRPr lang="en-US" dirty="0"/>
          </a:p>
          <a:p>
            <a:r>
              <a:rPr lang="en-US" dirty="0"/>
              <a:t>Service innovation involves creating new or improved services. This can include changes in the service delivery process, the service concept, or the client interface. An example might be a bank offering online banking services.</a:t>
            </a:r>
          </a:p>
          <a:p>
            <a:endParaRPr lang="en-US" dirty="0"/>
          </a:p>
          <a:p>
            <a:r>
              <a:rPr lang="en-US" dirty="0"/>
              <a:t>8. Business Model Innovation:</a:t>
            </a:r>
          </a:p>
          <a:p>
            <a:endParaRPr lang="en-US" dirty="0"/>
          </a:p>
          <a:p>
            <a:r>
              <a:rPr lang="en-US" dirty="0"/>
              <a:t>Business model innovation involves changing the way a company creates, delivers, and captures value. This could include changes in a company's revenue model, cost structure, target customers, or distribution channels. Examples include the "freemium" model used by many software companies, or direct-to-consumer sales models.</a:t>
            </a:r>
            <a:endParaRPr lang="en-CA" dirty="0"/>
          </a:p>
        </p:txBody>
      </p:sp>
      <p:sp>
        <p:nvSpPr>
          <p:cNvPr id="4" name="Slide Number Placeholder 3"/>
          <p:cNvSpPr>
            <a:spLocks noGrp="1"/>
          </p:cNvSpPr>
          <p:nvPr>
            <p:ph type="sldNum" sz="quarter" idx="5"/>
          </p:nvPr>
        </p:nvSpPr>
        <p:spPr/>
        <p:txBody>
          <a:bodyPr/>
          <a:lstStyle/>
          <a:p>
            <a:pPr marL="0" marR="0" lvl="0" indent="0" algn="r" defTabSz="781583" rtl="0" eaLnBrk="1" fontAlgn="auto" latinLnBrk="0" hangingPunct="1">
              <a:lnSpc>
                <a:spcPct val="100000"/>
              </a:lnSpc>
              <a:spcBef>
                <a:spcPts val="0"/>
              </a:spcBef>
              <a:spcAft>
                <a:spcPts val="0"/>
              </a:spcAft>
              <a:buClrTx/>
              <a:buSzTx/>
              <a:buFontTx/>
              <a:buNone/>
              <a:tabLst/>
              <a:defRPr/>
            </a:pPr>
            <a:fld id="{64B51CE3-F1EC-6B4D-8B6D-86D363C89BA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781583"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325739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Incremental Innovation:</a:t>
            </a:r>
          </a:p>
          <a:p>
            <a:endParaRPr lang="en-US" dirty="0"/>
          </a:p>
          <a:p>
            <a:r>
              <a:rPr lang="en-US" dirty="0"/>
              <a:t>Incremental innovation involves making small scale improvements or updates to existing products, services, or processes. This is the most common type of innovation as it requires fewer resources and involves less risk. It can lead to better efficiency, productivity, and profitability, even though the improvements may seem minor on the surface.</a:t>
            </a:r>
          </a:p>
          <a:p>
            <a:endParaRPr lang="en-US" dirty="0"/>
          </a:p>
          <a:p>
            <a:r>
              <a:rPr lang="en-US" dirty="0"/>
              <a:t>2. Radical Innovation:</a:t>
            </a:r>
          </a:p>
          <a:p>
            <a:endParaRPr lang="en-US" dirty="0"/>
          </a:p>
          <a:p>
            <a:r>
              <a:rPr lang="en-US" dirty="0"/>
              <a:t>Radical innovation involves creating new concepts, products, or services that can drastically change existing markets or create entirely new ones. This type of innovation is more risky and requires significant resources but can lead to groundbreaking advancements and competitive advantages. Examples include the invention of the internet or the smartphone.</a:t>
            </a:r>
          </a:p>
          <a:p>
            <a:endParaRPr lang="en-US" dirty="0"/>
          </a:p>
          <a:p>
            <a:r>
              <a:rPr lang="en-US" dirty="0"/>
              <a:t>3. Disruptive Innovation:</a:t>
            </a:r>
          </a:p>
          <a:p>
            <a:endParaRPr lang="en-US" dirty="0"/>
          </a:p>
          <a:p>
            <a:r>
              <a:rPr lang="en-US" dirty="0"/>
              <a:t>Coined by Clayton Christensen, disruptive innovation describes a process by which a product or service takes root initially in simple applications at the bottom of a market and then relentlessly moves up market, eventually </a:t>
            </a:r>
            <a:r>
              <a:rPr lang="en-US" dirty="0" err="1"/>
              <a:t>displishing</a:t>
            </a:r>
            <a:r>
              <a:rPr lang="en-US" dirty="0"/>
              <a:t> established competitors. These innovations are not necessarily technologically superior to existing market offerings, but they transform existing markets or create new ones through their business model or route to market. An example is how Uber disrupted the traditional taxi industry.</a:t>
            </a:r>
          </a:p>
          <a:p>
            <a:endParaRPr lang="en-US" dirty="0"/>
          </a:p>
          <a:p>
            <a:r>
              <a:rPr lang="en-US" dirty="0"/>
              <a:t>4. Architectural Innovation:</a:t>
            </a:r>
          </a:p>
          <a:p>
            <a:endParaRPr lang="en-US" dirty="0"/>
          </a:p>
          <a:p>
            <a:r>
              <a:rPr lang="en-US" dirty="0"/>
              <a:t>Architectural innovation refers to changing the way that established technologies or processes are organized or integrated without changing the underlying technology. This type of innovation can lead to significant improvements in performance or functionality. An example might be changing the layout of a production line to improve efficiency.</a:t>
            </a:r>
          </a:p>
          <a:p>
            <a:endParaRPr lang="en-US" dirty="0"/>
          </a:p>
          <a:p>
            <a:r>
              <a:rPr lang="en-US" dirty="0"/>
              <a:t>5. Process Innovation:</a:t>
            </a:r>
          </a:p>
          <a:p>
            <a:endParaRPr lang="en-US" dirty="0"/>
          </a:p>
          <a:p>
            <a:r>
              <a:rPr lang="en-US" dirty="0"/>
              <a:t>Process innovation involves improving the processes used to manufacture goods or deliver services. This can involve changes in equipment, software, procedures, or performance metrics. Examples include implementing a new supply chain management system or adopting lean manufacturing techniques.</a:t>
            </a:r>
          </a:p>
          <a:p>
            <a:endParaRPr lang="en-US" dirty="0"/>
          </a:p>
          <a:p>
            <a:r>
              <a:rPr lang="en-US" dirty="0"/>
              <a:t>6. Product Innovation:</a:t>
            </a:r>
          </a:p>
          <a:p>
            <a:endParaRPr lang="en-US" dirty="0"/>
          </a:p>
          <a:p>
            <a:r>
              <a:rPr lang="en-US" dirty="0"/>
              <a:t>Product innovation involves creating new or improved goods or services. This can be a completely new product or changes to an existing product, like adding new features or improving its design. Examples include a new model of a car or a new type of smartphone.</a:t>
            </a:r>
          </a:p>
          <a:p>
            <a:endParaRPr lang="en-US" dirty="0"/>
          </a:p>
          <a:p>
            <a:r>
              <a:rPr lang="en-US" dirty="0"/>
              <a:t>7. Service Innovation:</a:t>
            </a:r>
          </a:p>
          <a:p>
            <a:endParaRPr lang="en-US" dirty="0"/>
          </a:p>
          <a:p>
            <a:r>
              <a:rPr lang="en-US" dirty="0"/>
              <a:t>Service innovation involves creating new or improved services. This can include changes in the service delivery process, the service concept, or the client interface. An example might be a bank offering online banking services.</a:t>
            </a:r>
          </a:p>
          <a:p>
            <a:endParaRPr lang="en-US" dirty="0"/>
          </a:p>
          <a:p>
            <a:r>
              <a:rPr lang="en-US" dirty="0"/>
              <a:t>8. Business Model Innovation:</a:t>
            </a:r>
          </a:p>
          <a:p>
            <a:endParaRPr lang="en-US" dirty="0"/>
          </a:p>
          <a:p>
            <a:r>
              <a:rPr lang="en-US" dirty="0"/>
              <a:t>Business model innovation involves changing the way a company creates, delivers, and captures value. This could include changes in a company's revenue model, cost structure, target customers, or distribution channels. Examples include the "freemium" model used by many software companies, or direct-to-consumer sales models.</a:t>
            </a:r>
            <a:endParaRPr lang="en-CA" dirty="0"/>
          </a:p>
        </p:txBody>
      </p:sp>
      <p:sp>
        <p:nvSpPr>
          <p:cNvPr id="4" name="Slide Number Placeholder 3"/>
          <p:cNvSpPr>
            <a:spLocks noGrp="1"/>
          </p:cNvSpPr>
          <p:nvPr>
            <p:ph type="sldNum" sz="quarter" idx="5"/>
          </p:nvPr>
        </p:nvSpPr>
        <p:spPr/>
        <p:txBody>
          <a:bodyPr/>
          <a:lstStyle/>
          <a:p>
            <a:pPr marL="0" marR="0" lvl="0" indent="0" algn="r" defTabSz="781583" rtl="0" eaLnBrk="1" fontAlgn="auto" latinLnBrk="0" hangingPunct="1">
              <a:lnSpc>
                <a:spcPct val="100000"/>
              </a:lnSpc>
              <a:spcBef>
                <a:spcPts val="0"/>
              </a:spcBef>
              <a:spcAft>
                <a:spcPts val="0"/>
              </a:spcAft>
              <a:buClrTx/>
              <a:buSzTx/>
              <a:buFontTx/>
              <a:buNone/>
              <a:tabLst/>
              <a:defRPr/>
            </a:pPr>
            <a:fld id="{64B51CE3-F1EC-6B4D-8B6D-86D363C89BA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781583"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188495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374151"/>
                </a:solidFill>
                <a:effectLst/>
                <a:latin typeface="Söhne"/>
              </a:rPr>
              <a:t>1. Identify Your Passion:</a:t>
            </a:r>
            <a:r>
              <a:rPr lang="en-US" b="0" i="0" dirty="0">
                <a:solidFill>
                  <a:srgbClr val="374151"/>
                </a:solidFill>
                <a:effectLst/>
                <a:latin typeface="Söhne"/>
              </a:rPr>
              <a:t> Start with what you know and love. An enterprise built around your passion is likely to have a greater chance of success.</a:t>
            </a:r>
          </a:p>
          <a:p>
            <a:pPr algn="l"/>
            <a:r>
              <a:rPr lang="en-US" b="1" i="0" dirty="0">
                <a:solidFill>
                  <a:srgbClr val="374151"/>
                </a:solidFill>
                <a:effectLst/>
                <a:latin typeface="Söhne"/>
              </a:rPr>
              <a:t>2. Find a Problem to Solve:</a:t>
            </a:r>
            <a:r>
              <a:rPr lang="en-US" b="0" i="0" dirty="0">
                <a:solidFill>
                  <a:srgbClr val="374151"/>
                </a:solidFill>
                <a:effectLst/>
                <a:latin typeface="Söhne"/>
              </a:rPr>
              <a:t> Effective business ideas often solve a problem. Look for problems in your own life or other people's lives, and think about how you can solve them.</a:t>
            </a:r>
          </a:p>
          <a:p>
            <a:pPr algn="l"/>
            <a:r>
              <a:rPr lang="en-US" b="1" i="0" dirty="0">
                <a:solidFill>
                  <a:srgbClr val="374151"/>
                </a:solidFill>
                <a:effectLst/>
                <a:latin typeface="Söhne"/>
              </a:rPr>
              <a:t>3. Market Research:</a:t>
            </a:r>
            <a:r>
              <a:rPr lang="en-US" b="0" i="0" dirty="0">
                <a:solidFill>
                  <a:srgbClr val="374151"/>
                </a:solidFill>
                <a:effectLst/>
                <a:latin typeface="Söhne"/>
              </a:rPr>
              <a:t> Look for trends and gaps in the market. What are customers asking for that's not being met? What are the emerging trends that could present opportunities?</a:t>
            </a:r>
          </a:p>
          <a:p>
            <a:pPr algn="l"/>
            <a:r>
              <a:rPr lang="en-US" b="1" i="0" dirty="0">
                <a:solidFill>
                  <a:srgbClr val="374151"/>
                </a:solidFill>
                <a:effectLst/>
                <a:latin typeface="Söhne"/>
              </a:rPr>
              <a:t>4. Brainstorm:</a:t>
            </a:r>
            <a:r>
              <a:rPr lang="en-US" b="0" i="0" dirty="0">
                <a:solidFill>
                  <a:srgbClr val="374151"/>
                </a:solidFill>
                <a:effectLst/>
                <a:latin typeface="Söhne"/>
              </a:rPr>
              <a:t> Let your mind run wild and jot down as many ideas as you can think of. Then, refine these ideas based on feasibility, your personal interest, and market demand.</a:t>
            </a:r>
          </a:p>
          <a:p>
            <a:pPr algn="l"/>
            <a:r>
              <a:rPr lang="en-US" b="1" i="0" dirty="0">
                <a:solidFill>
                  <a:srgbClr val="374151"/>
                </a:solidFill>
                <a:effectLst/>
                <a:latin typeface="Söhne"/>
              </a:rPr>
              <a:t>5. Seek Inspiration from Others:</a:t>
            </a:r>
            <a:r>
              <a:rPr lang="en-US" b="0" i="0" dirty="0">
                <a:solidFill>
                  <a:srgbClr val="374151"/>
                </a:solidFill>
                <a:effectLst/>
                <a:latin typeface="Söhne"/>
              </a:rPr>
              <a:t> Look at successful businesses, especially those outside your chosen field. They can stimulate your thinking and provide inspiration.</a:t>
            </a:r>
          </a:p>
          <a:p>
            <a:pPr algn="l"/>
            <a:r>
              <a:rPr lang="en-US" b="1" i="0" dirty="0">
                <a:solidFill>
                  <a:srgbClr val="374151"/>
                </a:solidFill>
                <a:effectLst/>
                <a:latin typeface="Söhne"/>
              </a:rPr>
              <a:t>6. Network:</a:t>
            </a:r>
            <a:r>
              <a:rPr lang="en-US" b="0" i="0" dirty="0">
                <a:solidFill>
                  <a:srgbClr val="374151"/>
                </a:solidFill>
                <a:effectLst/>
                <a:latin typeface="Söhne"/>
              </a:rPr>
              <a:t> Interact with a diverse range of people. Networking can provide new perspectives and stimulate creative thinking. You never know where a casual conversation may lead.</a:t>
            </a:r>
          </a:p>
          <a:p>
            <a:pPr algn="l"/>
            <a:r>
              <a:rPr lang="en-US" b="1" i="0" dirty="0">
                <a:solidFill>
                  <a:srgbClr val="374151"/>
                </a:solidFill>
                <a:effectLst/>
                <a:latin typeface="Söhne"/>
              </a:rPr>
              <a:t>7. Evaluate Existing Products and Services:</a:t>
            </a:r>
            <a:r>
              <a:rPr lang="en-US" b="0" i="0" dirty="0">
                <a:solidFill>
                  <a:srgbClr val="374151"/>
                </a:solidFill>
                <a:effectLst/>
                <a:latin typeface="Söhne"/>
              </a:rPr>
              <a:t> Look at current products and services and think about how they could be improved.</a:t>
            </a:r>
          </a:p>
          <a:p>
            <a:pPr algn="l"/>
            <a:r>
              <a:rPr lang="en-US" b="1" i="0" dirty="0">
                <a:solidFill>
                  <a:srgbClr val="374151"/>
                </a:solidFill>
                <a:effectLst/>
                <a:latin typeface="Söhne"/>
              </a:rPr>
              <a:t>8. Think About The Future:</a:t>
            </a:r>
            <a:r>
              <a:rPr lang="en-US" b="0" i="0" dirty="0">
                <a:solidFill>
                  <a:srgbClr val="374151"/>
                </a:solidFill>
                <a:effectLst/>
                <a:latin typeface="Söhne"/>
              </a:rPr>
              <a:t> What does the future look like in your area of interest? Can you predict any needs that will arise?</a:t>
            </a:r>
          </a:p>
          <a:p>
            <a:pPr algn="l"/>
            <a:r>
              <a:rPr lang="en-US" b="1" i="0" dirty="0">
                <a:solidFill>
                  <a:srgbClr val="374151"/>
                </a:solidFill>
                <a:effectLst/>
                <a:latin typeface="Söhne"/>
              </a:rPr>
              <a:t>9. Prototype and Get Feedback:</a:t>
            </a:r>
            <a:r>
              <a:rPr lang="en-US" b="0" i="0" dirty="0">
                <a:solidFill>
                  <a:srgbClr val="374151"/>
                </a:solidFill>
                <a:effectLst/>
                <a:latin typeface="Söhne"/>
              </a:rPr>
              <a:t> If you have an idea, create a basic prototype or outline of the business concept. Share it with trusted friends, mentors, and potential customers to get feedback.</a:t>
            </a:r>
          </a:p>
          <a:p>
            <a:pPr algn="l"/>
            <a:r>
              <a:rPr lang="en-US" b="1" i="0" dirty="0">
                <a:solidFill>
                  <a:srgbClr val="374151"/>
                </a:solidFill>
                <a:effectLst/>
                <a:latin typeface="Söhne"/>
              </a:rPr>
              <a:t>10. Keep an Ideas Journal:</a:t>
            </a:r>
            <a:r>
              <a:rPr lang="en-US" b="0" i="0" dirty="0">
                <a:solidFill>
                  <a:srgbClr val="374151"/>
                </a:solidFill>
                <a:effectLst/>
                <a:latin typeface="Söhne"/>
              </a:rPr>
              <a:t> Inspiration can strike at any time. Keep a journal to jot down ideas as they come, and review it regularly to stimulate new thoughts.</a:t>
            </a:r>
          </a:p>
          <a:p>
            <a:endParaRPr lang="en-CA" dirty="0"/>
          </a:p>
        </p:txBody>
      </p:sp>
      <p:sp>
        <p:nvSpPr>
          <p:cNvPr id="4" name="Slide Number Placeholder 3"/>
          <p:cNvSpPr>
            <a:spLocks noGrp="1"/>
          </p:cNvSpPr>
          <p:nvPr>
            <p:ph type="sldNum" sz="quarter" idx="5"/>
          </p:nvPr>
        </p:nvSpPr>
        <p:spPr/>
        <p:txBody>
          <a:bodyPr/>
          <a:lstStyle/>
          <a:p>
            <a:fld id="{64B51CE3-F1EC-6B4D-8B6D-86D363C89BAA}" type="slidenum">
              <a:rPr lang="en-US" smtClean="0"/>
              <a:t>23</a:t>
            </a:fld>
            <a:endParaRPr lang="en-US"/>
          </a:p>
        </p:txBody>
      </p:sp>
    </p:spTree>
    <p:extLst>
      <p:ext uri="{BB962C8B-B14F-4D97-AF65-F5344CB8AC3E}">
        <p14:creationId xmlns:p14="http://schemas.microsoft.com/office/powerpoint/2010/main" val="2954913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374151"/>
                </a:solidFill>
                <a:effectLst/>
                <a:latin typeface="Söhne"/>
              </a:rPr>
              <a:t>1. Identify Your Passion:</a:t>
            </a:r>
            <a:r>
              <a:rPr lang="en-US" b="0" i="0" dirty="0">
                <a:solidFill>
                  <a:srgbClr val="374151"/>
                </a:solidFill>
                <a:effectLst/>
                <a:latin typeface="Söhne"/>
              </a:rPr>
              <a:t> Start with what you know and love. An enterprise built around your passion is likely to have a greater chance of success.</a:t>
            </a:r>
          </a:p>
          <a:p>
            <a:pPr algn="l"/>
            <a:r>
              <a:rPr lang="en-US" b="1" i="0" dirty="0">
                <a:solidFill>
                  <a:srgbClr val="374151"/>
                </a:solidFill>
                <a:effectLst/>
                <a:latin typeface="Söhne"/>
              </a:rPr>
              <a:t>2. Find a Problem to Solve:</a:t>
            </a:r>
            <a:r>
              <a:rPr lang="en-US" b="0" i="0" dirty="0">
                <a:solidFill>
                  <a:srgbClr val="374151"/>
                </a:solidFill>
                <a:effectLst/>
                <a:latin typeface="Söhne"/>
              </a:rPr>
              <a:t> Effective business ideas often solve a problem. Look for problems in your own life or other people's lives, and think about how you can solve them.</a:t>
            </a:r>
          </a:p>
          <a:p>
            <a:pPr algn="l"/>
            <a:r>
              <a:rPr lang="en-US" b="1" i="0" dirty="0">
                <a:solidFill>
                  <a:srgbClr val="374151"/>
                </a:solidFill>
                <a:effectLst/>
                <a:latin typeface="Söhne"/>
              </a:rPr>
              <a:t>3. Market Research:</a:t>
            </a:r>
            <a:r>
              <a:rPr lang="en-US" b="0" i="0" dirty="0">
                <a:solidFill>
                  <a:srgbClr val="374151"/>
                </a:solidFill>
                <a:effectLst/>
                <a:latin typeface="Söhne"/>
              </a:rPr>
              <a:t> Look for trends and gaps in the market. What are customers asking for that's not being met? What are the emerging trends that could present opportunities?</a:t>
            </a:r>
          </a:p>
          <a:p>
            <a:pPr algn="l"/>
            <a:r>
              <a:rPr lang="en-US" b="1" i="0" dirty="0">
                <a:solidFill>
                  <a:srgbClr val="374151"/>
                </a:solidFill>
                <a:effectLst/>
                <a:latin typeface="Söhne"/>
              </a:rPr>
              <a:t>4. Brainstorm:</a:t>
            </a:r>
            <a:r>
              <a:rPr lang="en-US" b="0" i="0" dirty="0">
                <a:solidFill>
                  <a:srgbClr val="374151"/>
                </a:solidFill>
                <a:effectLst/>
                <a:latin typeface="Söhne"/>
              </a:rPr>
              <a:t> Let your mind run wild and jot down as many ideas as you can think of. Then, refine these ideas based on feasibility, your personal interest, and market demand.</a:t>
            </a:r>
          </a:p>
          <a:p>
            <a:pPr algn="l"/>
            <a:r>
              <a:rPr lang="en-US" b="1" i="0" dirty="0">
                <a:solidFill>
                  <a:srgbClr val="374151"/>
                </a:solidFill>
                <a:effectLst/>
                <a:latin typeface="Söhne"/>
              </a:rPr>
              <a:t>5. Seek Inspiration from Others:</a:t>
            </a:r>
            <a:r>
              <a:rPr lang="en-US" b="0" i="0" dirty="0">
                <a:solidFill>
                  <a:srgbClr val="374151"/>
                </a:solidFill>
                <a:effectLst/>
                <a:latin typeface="Söhne"/>
              </a:rPr>
              <a:t> Look at successful businesses, especially those outside your chosen field. They can stimulate your thinking and provide inspiration.</a:t>
            </a:r>
          </a:p>
          <a:p>
            <a:pPr algn="l"/>
            <a:r>
              <a:rPr lang="en-US" b="1" i="0" dirty="0">
                <a:solidFill>
                  <a:srgbClr val="374151"/>
                </a:solidFill>
                <a:effectLst/>
                <a:latin typeface="Söhne"/>
              </a:rPr>
              <a:t>6. Network:</a:t>
            </a:r>
            <a:r>
              <a:rPr lang="en-US" b="0" i="0" dirty="0">
                <a:solidFill>
                  <a:srgbClr val="374151"/>
                </a:solidFill>
                <a:effectLst/>
                <a:latin typeface="Söhne"/>
              </a:rPr>
              <a:t> Interact with a diverse range of people. Networking can provide new perspectives and stimulate creative thinking. You never know where a casual conversation may lead.</a:t>
            </a:r>
          </a:p>
          <a:p>
            <a:pPr algn="l"/>
            <a:r>
              <a:rPr lang="en-US" b="1" i="0" dirty="0">
                <a:solidFill>
                  <a:srgbClr val="374151"/>
                </a:solidFill>
                <a:effectLst/>
                <a:latin typeface="Söhne"/>
              </a:rPr>
              <a:t>7. Evaluate Existing Products and Services:</a:t>
            </a:r>
            <a:r>
              <a:rPr lang="en-US" b="0" i="0" dirty="0">
                <a:solidFill>
                  <a:srgbClr val="374151"/>
                </a:solidFill>
                <a:effectLst/>
                <a:latin typeface="Söhne"/>
              </a:rPr>
              <a:t> Look at current products and services and think about how they could be improved.</a:t>
            </a:r>
          </a:p>
          <a:p>
            <a:pPr algn="l"/>
            <a:r>
              <a:rPr lang="en-US" b="1" i="0" dirty="0">
                <a:solidFill>
                  <a:srgbClr val="374151"/>
                </a:solidFill>
                <a:effectLst/>
                <a:latin typeface="Söhne"/>
              </a:rPr>
              <a:t>8. Think About The Future:</a:t>
            </a:r>
            <a:r>
              <a:rPr lang="en-US" b="0" i="0" dirty="0">
                <a:solidFill>
                  <a:srgbClr val="374151"/>
                </a:solidFill>
                <a:effectLst/>
                <a:latin typeface="Söhne"/>
              </a:rPr>
              <a:t> What does the future look like in your area of interest? Can you predict any needs that will arise?</a:t>
            </a:r>
          </a:p>
          <a:p>
            <a:pPr algn="l"/>
            <a:r>
              <a:rPr lang="en-US" b="1" i="0" dirty="0">
                <a:solidFill>
                  <a:srgbClr val="374151"/>
                </a:solidFill>
                <a:effectLst/>
                <a:latin typeface="Söhne"/>
              </a:rPr>
              <a:t>9. Prototype and Get Feedback:</a:t>
            </a:r>
            <a:r>
              <a:rPr lang="en-US" b="0" i="0" dirty="0">
                <a:solidFill>
                  <a:srgbClr val="374151"/>
                </a:solidFill>
                <a:effectLst/>
                <a:latin typeface="Söhne"/>
              </a:rPr>
              <a:t> If you have an idea, create a basic prototype or outline of the business concept. Share it with trusted friends, mentors, and potential customers to get feedback.</a:t>
            </a:r>
          </a:p>
          <a:p>
            <a:pPr algn="l"/>
            <a:r>
              <a:rPr lang="en-US" b="1" i="0" dirty="0">
                <a:solidFill>
                  <a:srgbClr val="374151"/>
                </a:solidFill>
                <a:effectLst/>
                <a:latin typeface="Söhne"/>
              </a:rPr>
              <a:t>10. Keep an Ideas Journal:</a:t>
            </a:r>
            <a:r>
              <a:rPr lang="en-US" b="0" i="0" dirty="0">
                <a:solidFill>
                  <a:srgbClr val="374151"/>
                </a:solidFill>
                <a:effectLst/>
                <a:latin typeface="Söhne"/>
              </a:rPr>
              <a:t> Inspiration can strike at any time. Keep a journal to jot down ideas as they come, and review it regularly to stimulate new thoughts.</a:t>
            </a:r>
          </a:p>
          <a:p>
            <a:endParaRPr lang="en-CA" dirty="0"/>
          </a:p>
        </p:txBody>
      </p:sp>
      <p:sp>
        <p:nvSpPr>
          <p:cNvPr id="4" name="Slide Number Placeholder 3"/>
          <p:cNvSpPr>
            <a:spLocks noGrp="1"/>
          </p:cNvSpPr>
          <p:nvPr>
            <p:ph type="sldNum" sz="quarter" idx="5"/>
          </p:nvPr>
        </p:nvSpPr>
        <p:spPr/>
        <p:txBody>
          <a:bodyPr/>
          <a:lstStyle/>
          <a:p>
            <a:fld id="{64B51CE3-F1EC-6B4D-8B6D-86D363C89BAA}" type="slidenum">
              <a:rPr lang="en-US" smtClean="0"/>
              <a:t>24</a:t>
            </a:fld>
            <a:endParaRPr lang="en-US"/>
          </a:p>
        </p:txBody>
      </p:sp>
    </p:spTree>
    <p:extLst>
      <p:ext uri="{BB962C8B-B14F-4D97-AF65-F5344CB8AC3E}">
        <p14:creationId xmlns:p14="http://schemas.microsoft.com/office/powerpoint/2010/main" val="34127039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64B51CE3-F1EC-6B4D-8B6D-86D363C89BAA}" type="slidenum">
              <a:rPr lang="en-US" smtClean="0"/>
              <a:t>26</a:t>
            </a:fld>
            <a:endParaRPr lang="en-US"/>
          </a:p>
        </p:txBody>
      </p:sp>
    </p:spTree>
    <p:extLst>
      <p:ext uri="{BB962C8B-B14F-4D97-AF65-F5344CB8AC3E}">
        <p14:creationId xmlns:p14="http://schemas.microsoft.com/office/powerpoint/2010/main" val="11400499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Assignment</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51CE3-F1EC-6B4D-8B6D-86D363C89BA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59970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At the beginning of the lectures – will go over plan, and at end will make sure we covered what we planned for</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51CE3-F1EC-6B4D-8B6D-86D363C89BA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466496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emf"/></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4.emf"/></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2.xml"/><Relationship Id="rId4" Type="http://schemas.openxmlformats.org/officeDocument/2006/relationships/image" Target="../media/image4.emf"/></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2.xml"/><Relationship Id="rId4" Type="http://schemas.openxmlformats.org/officeDocument/2006/relationships/image" Target="../media/image4.emf"/></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2.xml"/><Relationship Id="rId4" Type="http://schemas.openxmlformats.org/officeDocument/2006/relationships/image" Target="../media/image4.emf"/></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0.emf"/><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emf"/></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4.emf"/></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3.xml"/><Relationship Id="rId4" Type="http://schemas.openxmlformats.org/officeDocument/2006/relationships/image" Target="../media/image4.emf"/></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3.xml"/><Relationship Id="rId4" Type="http://schemas.openxmlformats.org/officeDocument/2006/relationships/image" Target="../media/image4.emf"/></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3.xml"/><Relationship Id="rId4" Type="http://schemas.openxmlformats.org/officeDocument/2006/relationships/image" Target="../media/image4.emf"/></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0.emf"/><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015978"/>
            <a:ext cx="16257588" cy="1739093"/>
          </a:xfrm>
          <a:prstGeom prst="rect">
            <a:avLst/>
          </a:prstGeom>
        </p:spPr>
      </p:pic>
      <p:sp>
        <p:nvSpPr>
          <p:cNvPr id="2" name="Title 1"/>
          <p:cNvSpPr>
            <a:spLocks noGrp="1"/>
          </p:cNvSpPr>
          <p:nvPr>
            <p:ph type="ctrTitle" hasCustomPrompt="1"/>
          </p:nvPr>
        </p:nvSpPr>
        <p:spPr>
          <a:xfrm>
            <a:off x="812882" y="1716573"/>
            <a:ext cx="9668510" cy="2180690"/>
          </a:xfrm>
        </p:spPr>
        <p:txBody>
          <a:bodyPr anchor="b"/>
          <a:lstStyle>
            <a:lvl1pPr>
              <a:defRPr>
                <a:solidFill>
                  <a:schemeClr val="bg1"/>
                </a:solidFill>
              </a:defRPr>
            </a:lvl1pPr>
          </a:lstStyle>
          <a:p>
            <a:r>
              <a:rPr lang="en-CA" dirty="0"/>
              <a:t>This is your presentation title</a:t>
            </a:r>
            <a:endParaRPr lang="en-US" dirty="0"/>
          </a:p>
        </p:txBody>
      </p:sp>
      <p:sp>
        <p:nvSpPr>
          <p:cNvPr id="3" name="Subtitle 2"/>
          <p:cNvSpPr>
            <a:spLocks noGrp="1"/>
          </p:cNvSpPr>
          <p:nvPr>
            <p:ph type="subTitle" idx="1" hasCustomPrompt="1"/>
          </p:nvPr>
        </p:nvSpPr>
        <p:spPr>
          <a:xfrm>
            <a:off x="812881" y="4032727"/>
            <a:ext cx="12157629" cy="2336800"/>
          </a:xfrm>
        </p:spPr>
        <p:txBody>
          <a:bodyPr lIns="0" tIns="0" rIns="0" bIns="0">
            <a:noAutofit/>
          </a:bodyPr>
          <a:lstStyle>
            <a:lvl1pPr marL="0" indent="0" algn="l">
              <a:lnSpc>
                <a:spcPct val="100000"/>
              </a:lnSpc>
              <a:buNone/>
              <a:defRPr sz="4800" baseline="0">
                <a:solidFill>
                  <a:schemeClr val="accent3"/>
                </a:solidFill>
              </a:defRPr>
            </a:lvl1pPr>
            <a:lvl2pPr marL="781583" indent="0" algn="ctr">
              <a:buNone/>
              <a:defRPr>
                <a:solidFill>
                  <a:schemeClr val="tx1">
                    <a:tint val="75000"/>
                  </a:schemeClr>
                </a:solidFill>
              </a:defRPr>
            </a:lvl2pPr>
            <a:lvl3pPr marL="1563167" indent="0" algn="ctr">
              <a:buNone/>
              <a:defRPr>
                <a:solidFill>
                  <a:schemeClr val="tx1">
                    <a:tint val="75000"/>
                  </a:schemeClr>
                </a:solidFill>
              </a:defRPr>
            </a:lvl3pPr>
            <a:lvl4pPr marL="2344750" indent="0" algn="ctr">
              <a:buNone/>
              <a:defRPr>
                <a:solidFill>
                  <a:schemeClr val="tx1">
                    <a:tint val="75000"/>
                  </a:schemeClr>
                </a:solidFill>
              </a:defRPr>
            </a:lvl4pPr>
            <a:lvl5pPr marL="3126334" indent="0" algn="ctr">
              <a:buNone/>
              <a:defRPr>
                <a:solidFill>
                  <a:schemeClr val="tx1">
                    <a:tint val="75000"/>
                  </a:schemeClr>
                </a:solidFill>
              </a:defRPr>
            </a:lvl5pPr>
            <a:lvl6pPr marL="3907917" indent="0" algn="ctr">
              <a:buNone/>
              <a:defRPr>
                <a:solidFill>
                  <a:schemeClr val="tx1">
                    <a:tint val="75000"/>
                  </a:schemeClr>
                </a:solidFill>
              </a:defRPr>
            </a:lvl6pPr>
            <a:lvl7pPr marL="4689500" indent="0" algn="ctr">
              <a:buNone/>
              <a:defRPr>
                <a:solidFill>
                  <a:schemeClr val="tx1">
                    <a:tint val="75000"/>
                  </a:schemeClr>
                </a:solidFill>
              </a:defRPr>
            </a:lvl7pPr>
            <a:lvl8pPr marL="5471084" indent="0" algn="ctr">
              <a:buNone/>
              <a:defRPr>
                <a:solidFill>
                  <a:schemeClr val="tx1">
                    <a:tint val="75000"/>
                  </a:schemeClr>
                </a:solidFill>
              </a:defRPr>
            </a:lvl8pPr>
            <a:lvl9pPr marL="6252667" indent="0" algn="ctr">
              <a:buNone/>
              <a:defRPr>
                <a:solidFill>
                  <a:schemeClr val="tx1">
                    <a:tint val="75000"/>
                  </a:schemeClr>
                </a:solidFill>
              </a:defRPr>
            </a:lvl9pPr>
          </a:lstStyle>
          <a:p>
            <a:r>
              <a:rPr lang="en-CA" dirty="0"/>
              <a:t>Presentation subtitle or brief one-sentence description.</a:t>
            </a:r>
            <a:endParaRPr lang="en-US" dirty="0"/>
          </a:p>
        </p:txBody>
      </p:sp>
      <p:sp>
        <p:nvSpPr>
          <p:cNvPr id="5" name="Text Placeholder 4"/>
          <p:cNvSpPr>
            <a:spLocks noGrp="1"/>
          </p:cNvSpPr>
          <p:nvPr>
            <p:ph type="body" sz="quarter" idx="10" hasCustomPrompt="1"/>
          </p:nvPr>
        </p:nvSpPr>
        <p:spPr>
          <a:xfrm>
            <a:off x="829733" y="7346545"/>
            <a:ext cx="7145607" cy="993775"/>
          </a:xfrm>
        </p:spPr>
        <p:txBody>
          <a:bodyPr anchor="b"/>
          <a:lstStyle>
            <a:lvl1pPr>
              <a:defRPr baseline="0">
                <a:solidFill>
                  <a:schemeClr val="bg1"/>
                </a:solidFill>
              </a:defRPr>
            </a:lvl1pPr>
          </a:lstStyle>
          <a:p>
            <a:pPr lvl="0"/>
            <a:r>
              <a:rPr lang="en-CA" dirty="0"/>
              <a:t>Month 24th, 2017</a:t>
            </a:r>
            <a:endParaRPr lang="en-US" dirty="0"/>
          </a:p>
        </p:txBody>
      </p:sp>
      <p:pic>
        <p:nvPicPr>
          <p:cNvPr id="4" name="Picture 3" descr="ac-logo.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057728" y="825406"/>
            <a:ext cx="3390900" cy="711200"/>
          </a:xfrm>
          <a:prstGeom prst="rect">
            <a:avLst/>
          </a:prstGeom>
        </p:spPr>
      </p:pic>
    </p:spTree>
    <p:extLst>
      <p:ext uri="{BB962C8B-B14F-4D97-AF65-F5344CB8AC3E}">
        <p14:creationId xmlns:p14="http://schemas.microsoft.com/office/powerpoint/2010/main" val="3644026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Separator">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14" name="Picture 13"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015978"/>
            <a:ext cx="16257588" cy="1739093"/>
          </a:xfrm>
          <a:prstGeom prst="rect">
            <a:avLst/>
          </a:prstGeom>
        </p:spPr>
      </p:pic>
      <p:sp>
        <p:nvSpPr>
          <p:cNvPr id="2" name="Title 1"/>
          <p:cNvSpPr>
            <a:spLocks noGrp="1"/>
          </p:cNvSpPr>
          <p:nvPr>
            <p:ph type="title" hasCustomPrompt="1"/>
          </p:nvPr>
        </p:nvSpPr>
        <p:spPr>
          <a:xfrm>
            <a:off x="812880" y="2059516"/>
            <a:ext cx="9668513" cy="1816101"/>
          </a:xfrm>
        </p:spPr>
        <p:txBody>
          <a:bodyPr anchor="b">
            <a:noAutofit/>
          </a:bodyPr>
          <a:lstStyle>
            <a:lvl1pPr algn="l">
              <a:lnSpc>
                <a:spcPct val="100000"/>
              </a:lnSpc>
              <a:defRPr sz="4800" b="1" cap="none" baseline="0">
                <a:solidFill>
                  <a:srgbClr val="FFFFFF"/>
                </a:solidFill>
              </a:defRPr>
            </a:lvl1pPr>
          </a:lstStyle>
          <a:p>
            <a:r>
              <a:rPr lang="en-CA" dirty="0"/>
              <a:t>Chapter or Section title</a:t>
            </a:r>
            <a:endParaRPr lang="en-US" dirty="0"/>
          </a:p>
        </p:txBody>
      </p:sp>
      <p:sp>
        <p:nvSpPr>
          <p:cNvPr id="3" name="Text Placeholder 2"/>
          <p:cNvSpPr>
            <a:spLocks noGrp="1"/>
          </p:cNvSpPr>
          <p:nvPr>
            <p:ph type="body" idx="1" hasCustomPrompt="1"/>
          </p:nvPr>
        </p:nvSpPr>
        <p:spPr>
          <a:xfrm>
            <a:off x="812881" y="4083762"/>
            <a:ext cx="9668512" cy="2000250"/>
          </a:xfrm>
        </p:spPr>
        <p:txBody>
          <a:bodyPr lIns="0" tIns="0" rIns="0" bIns="0" anchor="t"/>
          <a:lstStyle>
            <a:lvl1pPr marL="0" indent="0">
              <a:lnSpc>
                <a:spcPct val="100000"/>
              </a:lnSpc>
              <a:buNone/>
              <a:defRPr sz="3400" baseline="0">
                <a:solidFill>
                  <a:srgbClr val="A6C8BC"/>
                </a:solidFill>
              </a:defRPr>
            </a:lvl1pPr>
            <a:lvl2pPr marL="781583" indent="0">
              <a:buNone/>
              <a:defRPr sz="3100">
                <a:solidFill>
                  <a:schemeClr val="tx1">
                    <a:tint val="75000"/>
                  </a:schemeClr>
                </a:solidFill>
              </a:defRPr>
            </a:lvl2pPr>
            <a:lvl3pPr marL="1563167" indent="0">
              <a:buNone/>
              <a:defRPr sz="2700">
                <a:solidFill>
                  <a:schemeClr val="tx1">
                    <a:tint val="75000"/>
                  </a:schemeClr>
                </a:solidFill>
              </a:defRPr>
            </a:lvl3pPr>
            <a:lvl4pPr marL="2344750" indent="0">
              <a:buNone/>
              <a:defRPr sz="2400">
                <a:solidFill>
                  <a:schemeClr val="tx1">
                    <a:tint val="75000"/>
                  </a:schemeClr>
                </a:solidFill>
              </a:defRPr>
            </a:lvl4pPr>
            <a:lvl5pPr marL="3126334" indent="0">
              <a:buNone/>
              <a:defRPr sz="2400">
                <a:solidFill>
                  <a:schemeClr val="tx1">
                    <a:tint val="75000"/>
                  </a:schemeClr>
                </a:solidFill>
              </a:defRPr>
            </a:lvl5pPr>
            <a:lvl6pPr marL="3907917" indent="0">
              <a:buNone/>
              <a:defRPr sz="2400">
                <a:solidFill>
                  <a:schemeClr val="tx1">
                    <a:tint val="75000"/>
                  </a:schemeClr>
                </a:solidFill>
              </a:defRPr>
            </a:lvl6pPr>
            <a:lvl7pPr marL="4689500" indent="0">
              <a:buNone/>
              <a:defRPr sz="2400">
                <a:solidFill>
                  <a:schemeClr val="tx1">
                    <a:tint val="75000"/>
                  </a:schemeClr>
                </a:solidFill>
              </a:defRPr>
            </a:lvl7pPr>
            <a:lvl8pPr marL="5471084" indent="0">
              <a:buNone/>
              <a:defRPr sz="2400">
                <a:solidFill>
                  <a:schemeClr val="tx1">
                    <a:tint val="75000"/>
                  </a:schemeClr>
                </a:solidFill>
              </a:defRPr>
            </a:lvl8pPr>
            <a:lvl9pPr marL="6252667" indent="0">
              <a:buNone/>
              <a:defRPr sz="2400">
                <a:solidFill>
                  <a:schemeClr val="tx1">
                    <a:tint val="75000"/>
                  </a:schemeClr>
                </a:solidFill>
              </a:defRPr>
            </a:lvl9pPr>
          </a:lstStyle>
          <a:p>
            <a:pPr lvl="0"/>
            <a:r>
              <a:rPr lang="en-CA" dirty="0"/>
              <a:t>Brief description or intro to this section</a:t>
            </a:r>
          </a:p>
        </p:txBody>
      </p:sp>
      <p:pic>
        <p:nvPicPr>
          <p:cNvPr id="10" name="Picture 9" descr="ac-icon.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4618893" y="689942"/>
            <a:ext cx="965199" cy="711200"/>
          </a:xfrm>
          <a:prstGeom prst="rect">
            <a:avLst/>
          </a:prstGeom>
        </p:spPr>
      </p:pic>
      <p:sp>
        <p:nvSpPr>
          <p:cNvPr id="15" name="Slide Number Placeholder 8"/>
          <p:cNvSpPr>
            <a:spLocks noGrp="1"/>
          </p:cNvSpPr>
          <p:nvPr>
            <p:ph type="sldNum" sz="quarter" idx="11"/>
          </p:nvPr>
        </p:nvSpPr>
        <p:spPr>
          <a:xfrm>
            <a:off x="199082" y="8497455"/>
            <a:ext cx="529132" cy="486834"/>
          </a:xfrm>
        </p:spPr>
        <p:txBody>
          <a:bodyPr/>
          <a:lstStyle>
            <a:lvl1pPr>
              <a:defRPr>
                <a:solidFill>
                  <a:srgbClr val="96B7A6"/>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97738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 Author">
    <p:bg>
      <p:bgPr>
        <a:solidFill>
          <a:schemeClr val="bg1"/>
        </a:solidFill>
        <a:effectLst/>
      </p:bgPr>
    </p:bg>
    <p:spTree>
      <p:nvGrpSpPr>
        <p:cNvPr id="1" name=""/>
        <p:cNvGrpSpPr/>
        <p:nvPr/>
      </p:nvGrpSpPr>
      <p:grpSpPr>
        <a:xfrm>
          <a:off x="0" y="0"/>
          <a:ext cx="0" cy="0"/>
          <a:chOff x="0" y="0"/>
          <a:chExt cx="0" cy="0"/>
        </a:xfrm>
      </p:grpSpPr>
      <p:sp>
        <p:nvSpPr>
          <p:cNvPr id="5" name="Picture Placeholder 4"/>
          <p:cNvSpPr>
            <a:spLocks noGrp="1"/>
          </p:cNvSpPr>
          <p:nvPr>
            <p:ph type="pic" sz="quarter" idx="15" hasCustomPrompt="1"/>
          </p:nvPr>
        </p:nvSpPr>
        <p:spPr>
          <a:xfrm>
            <a:off x="3335758" y="2404534"/>
            <a:ext cx="4633424" cy="4303580"/>
          </a:xfrm>
        </p:spPr>
        <p:txBody>
          <a:bodyPr/>
          <a:lstStyle/>
          <a:p>
            <a:r>
              <a:rPr lang="en-US" dirty="0"/>
              <a:t>Author Photo</a:t>
            </a:r>
          </a:p>
        </p:txBody>
      </p:sp>
      <p:sp>
        <p:nvSpPr>
          <p:cNvPr id="11" name="Text Placeholder 10"/>
          <p:cNvSpPr>
            <a:spLocks noGrp="1"/>
          </p:cNvSpPr>
          <p:nvPr>
            <p:ph type="body" sz="quarter" idx="17" hasCustomPrompt="1"/>
          </p:nvPr>
        </p:nvSpPr>
        <p:spPr>
          <a:xfrm>
            <a:off x="8297063" y="3115733"/>
            <a:ext cx="4673448" cy="2881182"/>
          </a:xfrm>
        </p:spPr>
        <p:txBody>
          <a:bodyPr anchor="ctr"/>
          <a:lstStyle/>
          <a:p>
            <a:pPr lvl="0"/>
            <a:r>
              <a:rPr lang="en-CA" dirty="0"/>
              <a:t>Author description</a:t>
            </a:r>
          </a:p>
        </p:txBody>
      </p:sp>
      <p:sp>
        <p:nvSpPr>
          <p:cNvPr id="8" name="Title 1"/>
          <p:cNvSpPr>
            <a:spLocks noGrp="1"/>
          </p:cNvSpPr>
          <p:nvPr>
            <p:ph type="title" hasCustomPrompt="1"/>
          </p:nvPr>
        </p:nvSpPr>
        <p:spPr>
          <a:xfrm>
            <a:off x="812881" y="768365"/>
            <a:ext cx="9475914" cy="1335973"/>
          </a:xfrm>
        </p:spPr>
        <p:txBody>
          <a:bodyPr anchor="t">
            <a:noAutofit/>
          </a:bodyPr>
          <a:lstStyle>
            <a:lvl1pPr>
              <a:defRPr sz="4800" b="1" baseline="0">
                <a:solidFill>
                  <a:schemeClr val="tx2"/>
                </a:solidFill>
              </a:defRPr>
            </a:lvl1pPr>
          </a:lstStyle>
          <a:p>
            <a:r>
              <a:rPr lang="en-CA" dirty="0"/>
              <a:t>About the Author (1 author)</a:t>
            </a:r>
            <a:endParaRPr lang="en-US" dirty="0"/>
          </a:p>
        </p:txBody>
      </p:sp>
      <p:sp>
        <p:nvSpPr>
          <p:cNvPr id="7" name="Text Placeholder 6"/>
          <p:cNvSpPr>
            <a:spLocks noGrp="1"/>
          </p:cNvSpPr>
          <p:nvPr>
            <p:ph type="body" sz="quarter" idx="18" hasCustomPrompt="1"/>
          </p:nvPr>
        </p:nvSpPr>
        <p:spPr>
          <a:xfrm>
            <a:off x="8296275" y="2405062"/>
            <a:ext cx="4673600" cy="710671"/>
          </a:xfrm>
        </p:spPr>
        <p:txBody>
          <a:bodyPr/>
          <a:lstStyle>
            <a:lvl1pPr>
              <a:defRPr b="1">
                <a:solidFill>
                  <a:srgbClr val="599A83"/>
                </a:solidFill>
              </a:defRPr>
            </a:lvl1pPr>
          </a:lstStyle>
          <a:p>
            <a:pPr lvl="0"/>
            <a:r>
              <a:rPr lang="en-CA" dirty="0"/>
              <a:t>Author Name</a:t>
            </a:r>
          </a:p>
        </p:txBody>
      </p:sp>
      <p:sp>
        <p:nvSpPr>
          <p:cNvPr id="13" name="Text Placeholder 12"/>
          <p:cNvSpPr>
            <a:spLocks noGrp="1"/>
          </p:cNvSpPr>
          <p:nvPr>
            <p:ph type="body" sz="quarter" idx="19" hasCustomPrompt="1"/>
          </p:nvPr>
        </p:nvSpPr>
        <p:spPr>
          <a:xfrm>
            <a:off x="8296275" y="5997575"/>
            <a:ext cx="4673600" cy="710539"/>
          </a:xfrm>
        </p:spPr>
        <p:txBody>
          <a:bodyPr anchor="b"/>
          <a:lstStyle>
            <a:lvl1pPr>
              <a:defRPr sz="2100"/>
            </a:lvl1pPr>
          </a:lstStyle>
          <a:p>
            <a:pPr lvl="0"/>
            <a:r>
              <a:rPr lang="en-CA" dirty="0"/>
              <a:t>Author email</a:t>
            </a:r>
          </a:p>
        </p:txBody>
      </p:sp>
    </p:spTree>
    <p:extLst>
      <p:ext uri="{BB962C8B-B14F-4D97-AF65-F5344CB8AC3E}">
        <p14:creationId xmlns:p14="http://schemas.microsoft.com/office/powerpoint/2010/main" val="169812707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Authors">
    <p:bg>
      <p:bgPr>
        <a:solidFill>
          <a:schemeClr val="bg1"/>
        </a:solidFill>
        <a:effectLst/>
      </p:bgPr>
    </p:bg>
    <p:spTree>
      <p:nvGrpSpPr>
        <p:cNvPr id="1" name=""/>
        <p:cNvGrpSpPr/>
        <p:nvPr/>
      </p:nvGrpSpPr>
      <p:grpSpPr>
        <a:xfrm>
          <a:off x="0" y="0"/>
          <a:ext cx="0" cy="0"/>
          <a:chOff x="0" y="0"/>
          <a:chExt cx="0" cy="0"/>
        </a:xfrm>
      </p:grpSpPr>
      <p:sp>
        <p:nvSpPr>
          <p:cNvPr id="5" name="Picture Placeholder 4"/>
          <p:cNvSpPr>
            <a:spLocks noGrp="1"/>
          </p:cNvSpPr>
          <p:nvPr>
            <p:ph type="pic" sz="quarter" idx="15" hasCustomPrompt="1"/>
          </p:nvPr>
        </p:nvSpPr>
        <p:spPr>
          <a:xfrm>
            <a:off x="829814" y="2405062"/>
            <a:ext cx="2167288" cy="2013003"/>
          </a:xfrm>
        </p:spPr>
        <p:txBody>
          <a:bodyPr/>
          <a:lstStyle/>
          <a:p>
            <a:r>
              <a:rPr lang="en-US" dirty="0"/>
              <a:t>Author Photo</a:t>
            </a:r>
          </a:p>
        </p:txBody>
      </p:sp>
      <p:sp>
        <p:nvSpPr>
          <p:cNvPr id="11" name="Text Placeholder 10"/>
          <p:cNvSpPr>
            <a:spLocks noGrp="1"/>
          </p:cNvSpPr>
          <p:nvPr>
            <p:ph type="body" sz="quarter" idx="17" hasCustomPrompt="1"/>
          </p:nvPr>
        </p:nvSpPr>
        <p:spPr>
          <a:xfrm>
            <a:off x="3318933" y="3115733"/>
            <a:ext cx="4673448" cy="2387600"/>
          </a:xfrm>
        </p:spPr>
        <p:txBody>
          <a:bodyPr anchor="t"/>
          <a:lstStyle/>
          <a:p>
            <a:pPr lvl="0"/>
            <a:r>
              <a:rPr lang="en-CA" dirty="0"/>
              <a:t>Author description</a:t>
            </a:r>
          </a:p>
        </p:txBody>
      </p:sp>
      <p:sp>
        <p:nvSpPr>
          <p:cNvPr id="8"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About the Author (2 authors)</a:t>
            </a:r>
            <a:endParaRPr lang="en-US" dirty="0"/>
          </a:p>
        </p:txBody>
      </p:sp>
      <p:sp>
        <p:nvSpPr>
          <p:cNvPr id="7" name="Text Placeholder 6"/>
          <p:cNvSpPr>
            <a:spLocks noGrp="1"/>
          </p:cNvSpPr>
          <p:nvPr>
            <p:ph type="body" sz="quarter" idx="18" hasCustomPrompt="1"/>
          </p:nvPr>
        </p:nvSpPr>
        <p:spPr>
          <a:xfrm>
            <a:off x="3318145" y="2405062"/>
            <a:ext cx="4673600" cy="710671"/>
          </a:xfrm>
        </p:spPr>
        <p:txBody>
          <a:bodyPr/>
          <a:lstStyle>
            <a:lvl1pPr>
              <a:defRPr b="1">
                <a:solidFill>
                  <a:srgbClr val="599A83"/>
                </a:solidFill>
              </a:defRPr>
            </a:lvl1pPr>
          </a:lstStyle>
          <a:p>
            <a:pPr lvl="0"/>
            <a:r>
              <a:rPr lang="en-CA" dirty="0"/>
              <a:t>Author 1 Name</a:t>
            </a:r>
          </a:p>
        </p:txBody>
      </p:sp>
      <p:sp>
        <p:nvSpPr>
          <p:cNvPr id="13" name="Text Placeholder 12"/>
          <p:cNvSpPr>
            <a:spLocks noGrp="1"/>
          </p:cNvSpPr>
          <p:nvPr>
            <p:ph type="body" sz="quarter" idx="19" hasCustomPrompt="1"/>
          </p:nvPr>
        </p:nvSpPr>
        <p:spPr>
          <a:xfrm>
            <a:off x="3318145" y="5503333"/>
            <a:ext cx="4673600" cy="710539"/>
          </a:xfrm>
        </p:spPr>
        <p:txBody>
          <a:bodyPr anchor="b"/>
          <a:lstStyle>
            <a:lvl1pPr>
              <a:defRPr sz="2100"/>
            </a:lvl1pPr>
          </a:lstStyle>
          <a:p>
            <a:pPr lvl="0"/>
            <a:r>
              <a:rPr lang="en-CA" dirty="0"/>
              <a:t>Author email</a:t>
            </a:r>
          </a:p>
        </p:txBody>
      </p:sp>
      <p:sp>
        <p:nvSpPr>
          <p:cNvPr id="9" name="Picture Placeholder 4"/>
          <p:cNvSpPr>
            <a:spLocks noGrp="1"/>
          </p:cNvSpPr>
          <p:nvPr>
            <p:ph type="pic" sz="quarter" idx="20" hasCustomPrompt="1"/>
          </p:nvPr>
        </p:nvSpPr>
        <p:spPr>
          <a:xfrm>
            <a:off x="8297171" y="2405062"/>
            <a:ext cx="2167288" cy="2013003"/>
          </a:xfrm>
        </p:spPr>
        <p:txBody>
          <a:bodyPr/>
          <a:lstStyle/>
          <a:p>
            <a:r>
              <a:rPr lang="en-US" dirty="0"/>
              <a:t>Author Photo</a:t>
            </a:r>
          </a:p>
        </p:txBody>
      </p:sp>
      <p:sp>
        <p:nvSpPr>
          <p:cNvPr id="10" name="Text Placeholder 10"/>
          <p:cNvSpPr>
            <a:spLocks noGrp="1"/>
          </p:cNvSpPr>
          <p:nvPr>
            <p:ph type="body" sz="quarter" idx="21" hasCustomPrompt="1"/>
          </p:nvPr>
        </p:nvSpPr>
        <p:spPr>
          <a:xfrm>
            <a:off x="10786290" y="3115733"/>
            <a:ext cx="4673448" cy="2387600"/>
          </a:xfrm>
        </p:spPr>
        <p:txBody>
          <a:bodyPr anchor="t"/>
          <a:lstStyle/>
          <a:p>
            <a:pPr lvl="0"/>
            <a:r>
              <a:rPr lang="en-CA" dirty="0"/>
              <a:t>Author description</a:t>
            </a:r>
          </a:p>
        </p:txBody>
      </p:sp>
      <p:sp>
        <p:nvSpPr>
          <p:cNvPr id="12" name="Text Placeholder 6"/>
          <p:cNvSpPr>
            <a:spLocks noGrp="1"/>
          </p:cNvSpPr>
          <p:nvPr>
            <p:ph type="body" sz="quarter" idx="22" hasCustomPrompt="1"/>
          </p:nvPr>
        </p:nvSpPr>
        <p:spPr>
          <a:xfrm>
            <a:off x="10785502" y="2405062"/>
            <a:ext cx="4673600" cy="710671"/>
          </a:xfrm>
        </p:spPr>
        <p:txBody>
          <a:bodyPr/>
          <a:lstStyle>
            <a:lvl1pPr>
              <a:defRPr b="1">
                <a:solidFill>
                  <a:srgbClr val="599A83"/>
                </a:solidFill>
              </a:defRPr>
            </a:lvl1pPr>
          </a:lstStyle>
          <a:p>
            <a:pPr lvl="0"/>
            <a:r>
              <a:rPr lang="en-CA" dirty="0"/>
              <a:t>Author 2 Name</a:t>
            </a:r>
          </a:p>
        </p:txBody>
      </p:sp>
      <p:sp>
        <p:nvSpPr>
          <p:cNvPr id="14" name="Text Placeholder 12"/>
          <p:cNvSpPr>
            <a:spLocks noGrp="1"/>
          </p:cNvSpPr>
          <p:nvPr>
            <p:ph type="body" sz="quarter" idx="23" hasCustomPrompt="1"/>
          </p:nvPr>
        </p:nvSpPr>
        <p:spPr>
          <a:xfrm>
            <a:off x="10785502" y="5503333"/>
            <a:ext cx="4673600" cy="710539"/>
          </a:xfrm>
        </p:spPr>
        <p:txBody>
          <a:bodyPr anchor="b"/>
          <a:lstStyle>
            <a:lvl1pPr>
              <a:defRPr sz="2100"/>
            </a:lvl1pPr>
          </a:lstStyle>
          <a:p>
            <a:pPr lvl="0"/>
            <a:r>
              <a:rPr lang="en-CA" dirty="0"/>
              <a:t>Author email</a:t>
            </a:r>
          </a:p>
        </p:txBody>
      </p:sp>
      <p:pic>
        <p:nvPicPr>
          <p:cNvPr id="15" name="Picture 14" descr="curtain-100.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365826"/>
            <a:ext cx="16257588" cy="1778174"/>
          </a:xfrm>
          <a:prstGeom prst="rect">
            <a:avLst/>
          </a:prstGeom>
        </p:spPr>
      </p:pic>
    </p:spTree>
    <p:extLst>
      <p:ext uri="{BB962C8B-B14F-4D97-AF65-F5344CB8AC3E}">
        <p14:creationId xmlns:p14="http://schemas.microsoft.com/office/powerpoint/2010/main" val="3953797444"/>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Col Key Point w/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1-column key point text slide</a:t>
            </a:r>
            <a:endParaRPr lang="en-US" dirty="0"/>
          </a:p>
        </p:txBody>
      </p:sp>
      <p:sp>
        <p:nvSpPr>
          <p:cNvPr id="12" name="Text Placeholder 5"/>
          <p:cNvSpPr>
            <a:spLocks noGrp="1"/>
          </p:cNvSpPr>
          <p:nvPr>
            <p:ph type="body" sz="quarter" idx="15" hasCustomPrompt="1"/>
          </p:nvPr>
        </p:nvSpPr>
        <p:spPr>
          <a:xfrm>
            <a:off x="812882" y="2404534"/>
            <a:ext cx="11615780"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3" name="Text Placeholder 9"/>
          <p:cNvSpPr>
            <a:spLocks noGrp="1"/>
          </p:cNvSpPr>
          <p:nvPr>
            <p:ph type="body" sz="quarter" idx="14" hasCustomPrompt="1"/>
          </p:nvPr>
        </p:nvSpPr>
        <p:spPr>
          <a:xfrm>
            <a:off x="13104841" y="735011"/>
            <a:ext cx="2339868" cy="6800322"/>
          </a:xfrm>
        </p:spPr>
        <p:txBody>
          <a:bodyPr/>
          <a:lstStyle>
            <a:lvl1pPr>
              <a:spcBef>
                <a:spcPts val="1700"/>
              </a:spcBef>
              <a:defRPr sz="2100">
                <a:solidFill>
                  <a:srgbClr val="589278"/>
                </a:solidFill>
              </a:defRPr>
            </a:lvl1pPr>
          </a:lstStyle>
          <a:p>
            <a:pPr lvl="0"/>
            <a:r>
              <a:rPr lang="en-CA" dirty="0"/>
              <a:t>An optional annotation or extra information text box</a:t>
            </a:r>
            <a:endParaRPr lang="en-US" dirty="0"/>
          </a:p>
        </p:txBody>
      </p:sp>
      <p:pic>
        <p:nvPicPr>
          <p:cNvPr id="14" name="Picture 13"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5" name="Picture 14"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6"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1928326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Col Key Point, No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812882" y="660398"/>
            <a:ext cx="11615780" cy="6874935"/>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A basic 1-column key point slide with no title. 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9"/>
          <p:cNvSpPr>
            <a:spLocks noGrp="1"/>
          </p:cNvSpPr>
          <p:nvPr>
            <p:ph type="body" sz="quarter" idx="14" hasCustomPrompt="1"/>
          </p:nvPr>
        </p:nvSpPr>
        <p:spPr>
          <a:xfrm>
            <a:off x="13104841" y="735011"/>
            <a:ext cx="2339868" cy="6800322"/>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pic>
        <p:nvPicPr>
          <p:cNvPr id="13" name="Picture 12"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4" name="Picture 13"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5"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656364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Col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2-column key point slide</a:t>
            </a:r>
            <a:endParaRPr lang="en-US" dirty="0"/>
          </a:p>
        </p:txBody>
      </p:sp>
      <p:sp>
        <p:nvSpPr>
          <p:cNvPr id="14" name="Text Placeholder 5"/>
          <p:cNvSpPr>
            <a:spLocks noGrp="1"/>
          </p:cNvSpPr>
          <p:nvPr>
            <p:ph type="body" sz="quarter" idx="15" hasCustomPrompt="1"/>
          </p:nvPr>
        </p:nvSpPr>
        <p:spPr>
          <a:xfrm>
            <a:off x="812882" y="2404534"/>
            <a:ext cx="7162458"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8297170" y="2404534"/>
            <a:ext cx="7147539"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pic>
        <p:nvPicPr>
          <p:cNvPr id="17" name="Picture 16"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8" name="Picture 17"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9"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38618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Col Key Point w/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basic 2-column key point text slide with subtitles</a:t>
            </a:r>
            <a:endParaRPr lang="en-US" dirty="0"/>
          </a:p>
        </p:txBody>
      </p:sp>
      <p:sp>
        <p:nvSpPr>
          <p:cNvPr id="14" name="Text Placeholder 5"/>
          <p:cNvSpPr>
            <a:spLocks noGrp="1"/>
          </p:cNvSpPr>
          <p:nvPr>
            <p:ph type="body" sz="quarter" idx="15" hasCustomPrompt="1"/>
          </p:nvPr>
        </p:nvSpPr>
        <p:spPr>
          <a:xfrm>
            <a:off x="812882" y="3115732"/>
            <a:ext cx="7162458" cy="4419601"/>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8297170" y="3115732"/>
            <a:ext cx="7147539" cy="4419602"/>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6"/>
          <p:cNvSpPr>
            <a:spLocks noGrp="1"/>
          </p:cNvSpPr>
          <p:nvPr>
            <p:ph type="body" sz="quarter" idx="18" hasCustomPrompt="1"/>
          </p:nvPr>
        </p:nvSpPr>
        <p:spPr>
          <a:xfrm>
            <a:off x="812883" y="2405062"/>
            <a:ext cx="7162458" cy="710671"/>
          </a:xfrm>
        </p:spPr>
        <p:txBody>
          <a:bodyPr/>
          <a:lstStyle>
            <a:lvl1pPr>
              <a:defRPr b="1">
                <a:solidFill>
                  <a:srgbClr val="599A83"/>
                </a:solidFill>
              </a:defRPr>
            </a:lvl1pPr>
          </a:lstStyle>
          <a:p>
            <a:pPr lvl="0"/>
            <a:r>
              <a:rPr lang="en-CA" dirty="0"/>
              <a:t>Subtitle</a:t>
            </a:r>
          </a:p>
        </p:txBody>
      </p:sp>
      <p:sp>
        <p:nvSpPr>
          <p:cNvPr id="11" name="Text Placeholder 6"/>
          <p:cNvSpPr>
            <a:spLocks noGrp="1"/>
          </p:cNvSpPr>
          <p:nvPr>
            <p:ph type="body" sz="quarter" idx="19" hasCustomPrompt="1"/>
          </p:nvPr>
        </p:nvSpPr>
        <p:spPr>
          <a:xfrm>
            <a:off x="8297170" y="2405062"/>
            <a:ext cx="7147539" cy="710671"/>
          </a:xfrm>
        </p:spPr>
        <p:txBody>
          <a:bodyPr/>
          <a:lstStyle>
            <a:lvl1pPr>
              <a:defRPr b="1">
                <a:solidFill>
                  <a:srgbClr val="599A83"/>
                </a:solidFill>
              </a:defRPr>
            </a:lvl1pPr>
          </a:lstStyle>
          <a:p>
            <a:pPr lvl="0"/>
            <a:r>
              <a:rPr lang="en-CA" dirty="0"/>
              <a:t>Subtitle</a:t>
            </a:r>
          </a:p>
        </p:txBody>
      </p:sp>
      <p:pic>
        <p:nvPicPr>
          <p:cNvPr id="12" name="Picture 11"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3" name="Picture 12"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5" name="Slide Number Placeholder 8"/>
          <p:cNvSpPr>
            <a:spLocks noGrp="1"/>
          </p:cNvSpPr>
          <p:nvPr>
            <p:ph type="sldNum" sz="quarter" idx="20"/>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3657022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Col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3-column key point slide</a:t>
            </a:r>
            <a:endParaRPr lang="en-US" dirty="0"/>
          </a:p>
        </p:txBody>
      </p:sp>
      <p:sp>
        <p:nvSpPr>
          <p:cNvPr id="14" name="Text Placeholder 5"/>
          <p:cNvSpPr>
            <a:spLocks noGrp="1"/>
          </p:cNvSpPr>
          <p:nvPr>
            <p:ph type="body" sz="quarter" idx="15" hasCustomPrompt="1"/>
          </p:nvPr>
        </p:nvSpPr>
        <p:spPr>
          <a:xfrm>
            <a:off x="812882" y="2404534"/>
            <a:ext cx="4673339"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5807945" y="2404534"/>
            <a:ext cx="4644000"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5"/>
          <p:cNvSpPr>
            <a:spLocks noGrp="1"/>
          </p:cNvSpPr>
          <p:nvPr>
            <p:ph type="body" sz="quarter" idx="17" hasCustomPrompt="1"/>
          </p:nvPr>
        </p:nvSpPr>
        <p:spPr>
          <a:xfrm>
            <a:off x="10786183" y="2404534"/>
            <a:ext cx="4673448"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pic>
        <p:nvPicPr>
          <p:cNvPr id="11" name="Picture 10"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2" name="Picture 11"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3"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569520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Col Key Point w/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3-column key point slide with subtitles</a:t>
            </a:r>
            <a:endParaRPr lang="en-US" dirty="0"/>
          </a:p>
        </p:txBody>
      </p:sp>
      <p:sp>
        <p:nvSpPr>
          <p:cNvPr id="14" name="Text Placeholder 5"/>
          <p:cNvSpPr>
            <a:spLocks noGrp="1"/>
          </p:cNvSpPr>
          <p:nvPr>
            <p:ph type="body" sz="quarter" idx="15" hasCustomPrompt="1"/>
          </p:nvPr>
        </p:nvSpPr>
        <p:spPr>
          <a:xfrm>
            <a:off x="812882" y="3115732"/>
            <a:ext cx="4673339" cy="4419601"/>
          </a:xfrm>
        </p:spPr>
        <p:txBody>
          <a:bodyPr/>
          <a:lstStyle>
            <a:lvl1pPr>
              <a:spcBef>
                <a:spcPts val="1600"/>
              </a:spcBef>
              <a:defRPr baseline="0"/>
            </a:lvl1pPr>
            <a:lvl3pPr marL="2020367" indent="-457200">
              <a:buFont typeface="Arial"/>
              <a:buChar char="•"/>
              <a:defRPr/>
            </a:lvl3pPr>
            <a:lvl4pPr>
              <a:spcBef>
                <a:spcPts val="1104"/>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5807945" y="3115732"/>
            <a:ext cx="4644000" cy="4419601"/>
          </a:xfrm>
        </p:spPr>
        <p:txBody>
          <a:bodyPr/>
          <a:lstStyle>
            <a:lvl1pPr>
              <a:spcBef>
                <a:spcPts val="1600"/>
              </a:spcBef>
              <a:defRPr baseline="0"/>
            </a:lvl1pPr>
            <a:lvl3pPr marL="2020367" indent="-457200">
              <a:buFont typeface="Arial"/>
              <a:buChar char="•"/>
              <a:defRPr/>
            </a:lvl3pPr>
            <a:lvl4pPr>
              <a:spcBef>
                <a:spcPts val="1104"/>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5"/>
          <p:cNvSpPr>
            <a:spLocks noGrp="1"/>
          </p:cNvSpPr>
          <p:nvPr>
            <p:ph type="body" sz="quarter" idx="17" hasCustomPrompt="1"/>
          </p:nvPr>
        </p:nvSpPr>
        <p:spPr>
          <a:xfrm>
            <a:off x="10786183" y="3115732"/>
            <a:ext cx="4673448" cy="4419601"/>
          </a:xfrm>
        </p:spPr>
        <p:txBody>
          <a:bodyPr/>
          <a:lstStyle>
            <a:lvl1pPr>
              <a:spcBef>
                <a:spcPts val="1600"/>
              </a:spcBef>
              <a:defRPr baseline="0"/>
            </a:lvl1pPr>
            <a:lvl3pPr marL="2020367" indent="-457200">
              <a:buFont typeface="Arial"/>
              <a:buChar char="•"/>
              <a:defRPr/>
            </a:lvl3pPr>
            <a:lvl4pPr>
              <a:spcBef>
                <a:spcPts val="1104"/>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6"/>
          <p:cNvSpPr>
            <a:spLocks noGrp="1"/>
          </p:cNvSpPr>
          <p:nvPr>
            <p:ph type="body" sz="quarter" idx="18" hasCustomPrompt="1"/>
          </p:nvPr>
        </p:nvSpPr>
        <p:spPr>
          <a:xfrm>
            <a:off x="812883" y="2405062"/>
            <a:ext cx="4673338" cy="710671"/>
          </a:xfrm>
        </p:spPr>
        <p:txBody>
          <a:bodyPr/>
          <a:lstStyle>
            <a:lvl1pPr>
              <a:defRPr b="1">
                <a:solidFill>
                  <a:srgbClr val="599A83"/>
                </a:solidFill>
              </a:defRPr>
            </a:lvl1pPr>
          </a:lstStyle>
          <a:p>
            <a:pPr lvl="0"/>
            <a:r>
              <a:rPr lang="en-CA" dirty="0"/>
              <a:t>Subtitle</a:t>
            </a:r>
          </a:p>
        </p:txBody>
      </p:sp>
      <p:sp>
        <p:nvSpPr>
          <p:cNvPr id="12" name="Text Placeholder 6"/>
          <p:cNvSpPr>
            <a:spLocks noGrp="1"/>
          </p:cNvSpPr>
          <p:nvPr>
            <p:ph type="body" sz="quarter" idx="19" hasCustomPrompt="1"/>
          </p:nvPr>
        </p:nvSpPr>
        <p:spPr>
          <a:xfrm>
            <a:off x="5807945" y="2405062"/>
            <a:ext cx="4644000" cy="710671"/>
          </a:xfrm>
        </p:spPr>
        <p:txBody>
          <a:bodyPr/>
          <a:lstStyle>
            <a:lvl1pPr>
              <a:defRPr b="1">
                <a:solidFill>
                  <a:srgbClr val="599A83"/>
                </a:solidFill>
              </a:defRPr>
            </a:lvl1pPr>
          </a:lstStyle>
          <a:p>
            <a:pPr lvl="0"/>
            <a:r>
              <a:rPr lang="en-CA" dirty="0"/>
              <a:t>Subtitle</a:t>
            </a:r>
          </a:p>
        </p:txBody>
      </p:sp>
      <p:sp>
        <p:nvSpPr>
          <p:cNvPr id="13" name="Text Placeholder 6"/>
          <p:cNvSpPr>
            <a:spLocks noGrp="1"/>
          </p:cNvSpPr>
          <p:nvPr>
            <p:ph type="body" sz="quarter" idx="20" hasCustomPrompt="1"/>
          </p:nvPr>
        </p:nvSpPr>
        <p:spPr>
          <a:xfrm>
            <a:off x="10786183" y="2405062"/>
            <a:ext cx="4673338" cy="710671"/>
          </a:xfrm>
        </p:spPr>
        <p:txBody>
          <a:bodyPr/>
          <a:lstStyle>
            <a:lvl1pPr>
              <a:defRPr b="1">
                <a:solidFill>
                  <a:srgbClr val="599A83"/>
                </a:solidFill>
              </a:defRPr>
            </a:lvl1pPr>
          </a:lstStyle>
          <a:p>
            <a:pPr lvl="0"/>
            <a:r>
              <a:rPr lang="en-CA" dirty="0"/>
              <a:t>Subtitle</a:t>
            </a:r>
          </a:p>
        </p:txBody>
      </p:sp>
      <p:pic>
        <p:nvPicPr>
          <p:cNvPr id="15" name="Picture 14"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7" name="Picture 16"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8" name="Slide Number Placeholder 8"/>
          <p:cNvSpPr>
            <a:spLocks noGrp="1"/>
          </p:cNvSpPr>
          <p:nvPr>
            <p:ph type="sldNum" sz="quarter" idx="21"/>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6545669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Point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6-column key point slide</a:t>
            </a:r>
            <a:endParaRPr lang="en-US" dirty="0"/>
          </a:p>
        </p:txBody>
      </p:sp>
      <p:sp>
        <p:nvSpPr>
          <p:cNvPr id="14" name="Text Placeholder 5"/>
          <p:cNvSpPr>
            <a:spLocks noGrp="1"/>
          </p:cNvSpPr>
          <p:nvPr>
            <p:ph type="body" sz="quarter" idx="15" hasCustomPrompt="1"/>
          </p:nvPr>
        </p:nvSpPr>
        <p:spPr>
          <a:xfrm>
            <a:off x="812882" y="2404534"/>
            <a:ext cx="4673339" cy="2409137"/>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6" name="Text Placeholder 5"/>
          <p:cNvSpPr>
            <a:spLocks noGrp="1"/>
          </p:cNvSpPr>
          <p:nvPr>
            <p:ph type="body" sz="quarter" idx="16" hasCustomPrompt="1"/>
          </p:nvPr>
        </p:nvSpPr>
        <p:spPr>
          <a:xfrm>
            <a:off x="5807945" y="2404534"/>
            <a:ext cx="4644000" cy="2409137"/>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0" name="Text Placeholder 5"/>
          <p:cNvSpPr>
            <a:spLocks noGrp="1"/>
          </p:cNvSpPr>
          <p:nvPr>
            <p:ph type="body" sz="quarter" idx="17" hasCustomPrompt="1"/>
          </p:nvPr>
        </p:nvSpPr>
        <p:spPr>
          <a:xfrm>
            <a:off x="10786183" y="2404534"/>
            <a:ext cx="4673448" cy="2409137"/>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1" name="Text Placeholder 5"/>
          <p:cNvSpPr>
            <a:spLocks noGrp="1"/>
          </p:cNvSpPr>
          <p:nvPr>
            <p:ph type="body" sz="quarter" idx="18" hasCustomPrompt="1"/>
          </p:nvPr>
        </p:nvSpPr>
        <p:spPr>
          <a:xfrm>
            <a:off x="812882" y="5130801"/>
            <a:ext cx="4673339" cy="2409137"/>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2" name="Text Placeholder 5"/>
          <p:cNvSpPr>
            <a:spLocks noGrp="1"/>
          </p:cNvSpPr>
          <p:nvPr>
            <p:ph type="body" sz="quarter" idx="19" hasCustomPrompt="1"/>
          </p:nvPr>
        </p:nvSpPr>
        <p:spPr>
          <a:xfrm>
            <a:off x="5807945" y="5130801"/>
            <a:ext cx="4644000" cy="2409137"/>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3" name="Text Placeholder 5"/>
          <p:cNvSpPr>
            <a:spLocks noGrp="1"/>
          </p:cNvSpPr>
          <p:nvPr>
            <p:ph type="body" sz="quarter" idx="20" hasCustomPrompt="1"/>
          </p:nvPr>
        </p:nvSpPr>
        <p:spPr>
          <a:xfrm>
            <a:off x="10786183" y="5130801"/>
            <a:ext cx="4673448" cy="2409137"/>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pic>
        <p:nvPicPr>
          <p:cNvPr id="15" name="Picture 14"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7" name="Picture 16"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8" name="Slide Number Placeholder 8"/>
          <p:cNvSpPr>
            <a:spLocks noGrp="1"/>
          </p:cNvSpPr>
          <p:nvPr>
            <p:ph type="sldNum" sz="quarter" idx="21"/>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0004804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Point Key Point w/ 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6-point key point slide with subtitles</a:t>
            </a:r>
            <a:endParaRPr lang="en-US" dirty="0"/>
          </a:p>
        </p:txBody>
      </p:sp>
      <p:sp>
        <p:nvSpPr>
          <p:cNvPr id="14" name="Text Placeholder 5"/>
          <p:cNvSpPr>
            <a:spLocks noGrp="1"/>
          </p:cNvSpPr>
          <p:nvPr>
            <p:ph type="body" sz="quarter" idx="15" hasCustomPrompt="1"/>
          </p:nvPr>
        </p:nvSpPr>
        <p:spPr>
          <a:xfrm>
            <a:off x="812882" y="3115733"/>
            <a:ext cx="4673339" cy="1697938"/>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6" name="Text Placeholder 5"/>
          <p:cNvSpPr>
            <a:spLocks noGrp="1"/>
          </p:cNvSpPr>
          <p:nvPr>
            <p:ph type="body" sz="quarter" idx="16" hasCustomPrompt="1"/>
          </p:nvPr>
        </p:nvSpPr>
        <p:spPr>
          <a:xfrm>
            <a:off x="5807945" y="3115733"/>
            <a:ext cx="4644000" cy="1697938"/>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0" name="Text Placeholder 5"/>
          <p:cNvSpPr>
            <a:spLocks noGrp="1"/>
          </p:cNvSpPr>
          <p:nvPr>
            <p:ph type="body" sz="quarter" idx="17" hasCustomPrompt="1"/>
          </p:nvPr>
        </p:nvSpPr>
        <p:spPr>
          <a:xfrm>
            <a:off x="10786183" y="3115733"/>
            <a:ext cx="4673448" cy="1697938"/>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1" name="Text Placeholder 5"/>
          <p:cNvSpPr>
            <a:spLocks noGrp="1"/>
          </p:cNvSpPr>
          <p:nvPr>
            <p:ph type="body" sz="quarter" idx="18" hasCustomPrompt="1"/>
          </p:nvPr>
        </p:nvSpPr>
        <p:spPr>
          <a:xfrm>
            <a:off x="812882" y="5858406"/>
            <a:ext cx="4673339" cy="1681532"/>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2" name="Text Placeholder 5"/>
          <p:cNvSpPr>
            <a:spLocks noGrp="1"/>
          </p:cNvSpPr>
          <p:nvPr>
            <p:ph type="body" sz="quarter" idx="19" hasCustomPrompt="1"/>
          </p:nvPr>
        </p:nvSpPr>
        <p:spPr>
          <a:xfrm>
            <a:off x="5807945" y="5858406"/>
            <a:ext cx="4644000" cy="1681532"/>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3" name="Text Placeholder 5"/>
          <p:cNvSpPr>
            <a:spLocks noGrp="1"/>
          </p:cNvSpPr>
          <p:nvPr>
            <p:ph type="body" sz="quarter" idx="20" hasCustomPrompt="1"/>
          </p:nvPr>
        </p:nvSpPr>
        <p:spPr>
          <a:xfrm>
            <a:off x="10786183" y="5858406"/>
            <a:ext cx="4673448" cy="1681532"/>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7" name="Text Placeholder 6"/>
          <p:cNvSpPr>
            <a:spLocks noGrp="1"/>
          </p:cNvSpPr>
          <p:nvPr>
            <p:ph type="body" sz="quarter" idx="21" hasCustomPrompt="1"/>
          </p:nvPr>
        </p:nvSpPr>
        <p:spPr>
          <a:xfrm>
            <a:off x="812883" y="2405062"/>
            <a:ext cx="4673338" cy="710671"/>
          </a:xfrm>
        </p:spPr>
        <p:txBody>
          <a:bodyPr/>
          <a:lstStyle>
            <a:lvl1pPr>
              <a:defRPr b="1">
                <a:solidFill>
                  <a:srgbClr val="599A83"/>
                </a:solidFill>
              </a:defRPr>
            </a:lvl1pPr>
          </a:lstStyle>
          <a:p>
            <a:pPr lvl="0"/>
            <a:r>
              <a:rPr lang="en-CA" dirty="0"/>
              <a:t>Subtitle</a:t>
            </a:r>
          </a:p>
        </p:txBody>
      </p:sp>
      <p:sp>
        <p:nvSpPr>
          <p:cNvPr id="18" name="Text Placeholder 6"/>
          <p:cNvSpPr>
            <a:spLocks noGrp="1"/>
          </p:cNvSpPr>
          <p:nvPr>
            <p:ph type="body" sz="quarter" idx="22" hasCustomPrompt="1"/>
          </p:nvPr>
        </p:nvSpPr>
        <p:spPr>
          <a:xfrm>
            <a:off x="5807945" y="2405062"/>
            <a:ext cx="4644000" cy="710671"/>
          </a:xfrm>
        </p:spPr>
        <p:txBody>
          <a:bodyPr/>
          <a:lstStyle>
            <a:lvl1pPr>
              <a:defRPr b="1">
                <a:solidFill>
                  <a:srgbClr val="599A83"/>
                </a:solidFill>
              </a:defRPr>
            </a:lvl1pPr>
          </a:lstStyle>
          <a:p>
            <a:pPr lvl="0"/>
            <a:r>
              <a:rPr lang="en-CA" dirty="0"/>
              <a:t>Subtitle</a:t>
            </a:r>
          </a:p>
        </p:txBody>
      </p:sp>
      <p:sp>
        <p:nvSpPr>
          <p:cNvPr id="19" name="Text Placeholder 6"/>
          <p:cNvSpPr>
            <a:spLocks noGrp="1"/>
          </p:cNvSpPr>
          <p:nvPr>
            <p:ph type="body" sz="quarter" idx="23" hasCustomPrompt="1"/>
          </p:nvPr>
        </p:nvSpPr>
        <p:spPr>
          <a:xfrm>
            <a:off x="10786183" y="2405062"/>
            <a:ext cx="4673338" cy="710671"/>
          </a:xfrm>
        </p:spPr>
        <p:txBody>
          <a:bodyPr/>
          <a:lstStyle>
            <a:lvl1pPr>
              <a:defRPr b="1">
                <a:solidFill>
                  <a:srgbClr val="599A83"/>
                </a:solidFill>
              </a:defRPr>
            </a:lvl1pPr>
          </a:lstStyle>
          <a:p>
            <a:pPr lvl="0"/>
            <a:r>
              <a:rPr lang="en-CA" dirty="0"/>
              <a:t>Subtitle</a:t>
            </a:r>
          </a:p>
        </p:txBody>
      </p:sp>
      <p:sp>
        <p:nvSpPr>
          <p:cNvPr id="20" name="Text Placeholder 6"/>
          <p:cNvSpPr>
            <a:spLocks noGrp="1"/>
          </p:cNvSpPr>
          <p:nvPr>
            <p:ph type="body" sz="quarter" idx="24" hasCustomPrompt="1"/>
          </p:nvPr>
        </p:nvSpPr>
        <p:spPr>
          <a:xfrm>
            <a:off x="812883" y="5147735"/>
            <a:ext cx="4673338" cy="710671"/>
          </a:xfrm>
        </p:spPr>
        <p:txBody>
          <a:bodyPr/>
          <a:lstStyle>
            <a:lvl1pPr>
              <a:defRPr b="1">
                <a:solidFill>
                  <a:srgbClr val="599A83"/>
                </a:solidFill>
              </a:defRPr>
            </a:lvl1pPr>
          </a:lstStyle>
          <a:p>
            <a:pPr lvl="0"/>
            <a:r>
              <a:rPr lang="en-CA" dirty="0"/>
              <a:t>Subtitle</a:t>
            </a:r>
          </a:p>
        </p:txBody>
      </p:sp>
      <p:sp>
        <p:nvSpPr>
          <p:cNvPr id="21" name="Text Placeholder 6"/>
          <p:cNvSpPr>
            <a:spLocks noGrp="1"/>
          </p:cNvSpPr>
          <p:nvPr>
            <p:ph type="body" sz="quarter" idx="25" hasCustomPrompt="1"/>
          </p:nvPr>
        </p:nvSpPr>
        <p:spPr>
          <a:xfrm>
            <a:off x="5807945" y="5147735"/>
            <a:ext cx="4644000" cy="710671"/>
          </a:xfrm>
        </p:spPr>
        <p:txBody>
          <a:bodyPr/>
          <a:lstStyle>
            <a:lvl1pPr>
              <a:defRPr b="1">
                <a:solidFill>
                  <a:srgbClr val="599A83"/>
                </a:solidFill>
              </a:defRPr>
            </a:lvl1pPr>
          </a:lstStyle>
          <a:p>
            <a:pPr lvl="0"/>
            <a:r>
              <a:rPr lang="en-CA" dirty="0"/>
              <a:t>Subtitle</a:t>
            </a:r>
          </a:p>
        </p:txBody>
      </p:sp>
      <p:sp>
        <p:nvSpPr>
          <p:cNvPr id="22" name="Text Placeholder 6"/>
          <p:cNvSpPr>
            <a:spLocks noGrp="1"/>
          </p:cNvSpPr>
          <p:nvPr>
            <p:ph type="body" sz="quarter" idx="26" hasCustomPrompt="1"/>
          </p:nvPr>
        </p:nvSpPr>
        <p:spPr>
          <a:xfrm>
            <a:off x="10786183" y="5147735"/>
            <a:ext cx="4673338" cy="710671"/>
          </a:xfrm>
        </p:spPr>
        <p:txBody>
          <a:bodyPr/>
          <a:lstStyle>
            <a:lvl1pPr>
              <a:defRPr b="1">
                <a:solidFill>
                  <a:srgbClr val="599A83"/>
                </a:solidFill>
              </a:defRPr>
            </a:lvl1pPr>
          </a:lstStyle>
          <a:p>
            <a:pPr lvl="0"/>
            <a:r>
              <a:rPr lang="en-CA" dirty="0"/>
              <a:t>Subtitle</a:t>
            </a:r>
          </a:p>
        </p:txBody>
      </p:sp>
      <p:pic>
        <p:nvPicPr>
          <p:cNvPr id="23" name="Picture 22"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24" name="Picture 23"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25" name="Slide Number Placeholder 8"/>
          <p:cNvSpPr>
            <a:spLocks noGrp="1"/>
          </p:cNvSpPr>
          <p:nvPr>
            <p:ph type="sldNum" sz="quarter" idx="27"/>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1036385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Col Bulk Content w/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1-column bulk content slide for long content.</a:t>
            </a:r>
            <a:endParaRPr lang="en-US" dirty="0"/>
          </a:p>
        </p:txBody>
      </p:sp>
      <p:sp>
        <p:nvSpPr>
          <p:cNvPr id="12" name="Text Placeholder 5"/>
          <p:cNvSpPr>
            <a:spLocks noGrp="1"/>
          </p:cNvSpPr>
          <p:nvPr>
            <p:ph type="body" sz="quarter" idx="15" hasCustomPrompt="1"/>
          </p:nvPr>
        </p:nvSpPr>
        <p:spPr>
          <a:xfrm>
            <a:off x="812882" y="2404534"/>
            <a:ext cx="11615780" cy="5130800"/>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solidFill>
                  <a:srgbClr val="599A83"/>
                </a:solidFill>
              </a:defRPr>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9"/>
          <p:cNvSpPr>
            <a:spLocks noGrp="1"/>
          </p:cNvSpPr>
          <p:nvPr>
            <p:ph type="body" sz="quarter" idx="14" hasCustomPrompt="1"/>
          </p:nvPr>
        </p:nvSpPr>
        <p:spPr>
          <a:xfrm>
            <a:off x="13104841" y="735011"/>
            <a:ext cx="2339868" cy="6800322"/>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pic>
        <p:nvPicPr>
          <p:cNvPr id="13" name="Picture 12"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4" name="Picture 13"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5"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550516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Col Bulk Content, No Title">
    <p:bg>
      <p:bgPr>
        <a:solidFill>
          <a:schemeClr val="bg1"/>
        </a:solidFill>
        <a:effectLst/>
      </p:bgPr>
    </p:bg>
    <p:spTree>
      <p:nvGrpSpPr>
        <p:cNvPr id="1" name=""/>
        <p:cNvGrpSpPr/>
        <p:nvPr/>
      </p:nvGrpSpPr>
      <p:grpSpPr>
        <a:xfrm>
          <a:off x="0" y="0"/>
          <a:ext cx="0" cy="0"/>
          <a:chOff x="0" y="0"/>
          <a:chExt cx="0" cy="0"/>
        </a:xfrm>
      </p:grpSpPr>
      <p:sp>
        <p:nvSpPr>
          <p:cNvPr id="11" name="Text Placeholder 5"/>
          <p:cNvSpPr>
            <a:spLocks noGrp="1"/>
          </p:cNvSpPr>
          <p:nvPr>
            <p:ph type="body" sz="quarter" idx="15" hasCustomPrompt="1"/>
          </p:nvPr>
        </p:nvSpPr>
        <p:spPr>
          <a:xfrm>
            <a:off x="812882" y="660398"/>
            <a:ext cx="11615780" cy="6874936"/>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solidFill>
                  <a:srgbClr val="599A83"/>
                </a:solidFill>
              </a:defRPr>
            </a:lvl4pPr>
          </a:lstStyle>
          <a:p>
            <a:pPr lvl="0"/>
            <a:r>
              <a:rPr lang="en-CA" dirty="0"/>
              <a:t>This is a 1-column bulk content slide without a title. 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3" name="Text Placeholder 9"/>
          <p:cNvSpPr>
            <a:spLocks noGrp="1"/>
          </p:cNvSpPr>
          <p:nvPr>
            <p:ph type="body" sz="quarter" idx="14" hasCustomPrompt="1"/>
          </p:nvPr>
        </p:nvSpPr>
        <p:spPr>
          <a:xfrm>
            <a:off x="13104841" y="735011"/>
            <a:ext cx="2339868" cy="6800322"/>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pic>
        <p:nvPicPr>
          <p:cNvPr id="14" name="Picture 13"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5" name="Picture 14"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6"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9773197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Col Bulk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2-column bulk content slide for long content.</a:t>
            </a:r>
            <a:endParaRPr lang="en-US" dirty="0"/>
          </a:p>
        </p:txBody>
      </p:sp>
      <p:sp>
        <p:nvSpPr>
          <p:cNvPr id="12" name="Text Placeholder 5"/>
          <p:cNvSpPr>
            <a:spLocks noGrp="1"/>
          </p:cNvSpPr>
          <p:nvPr>
            <p:ph type="body" sz="quarter" idx="15" hasCustomPrompt="1"/>
          </p:nvPr>
        </p:nvSpPr>
        <p:spPr>
          <a:xfrm>
            <a:off x="812882" y="3115732"/>
            <a:ext cx="7162458" cy="4419601"/>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4" name="Text Placeholder 5"/>
          <p:cNvSpPr>
            <a:spLocks noGrp="1"/>
          </p:cNvSpPr>
          <p:nvPr>
            <p:ph type="body" sz="quarter" idx="18" hasCustomPrompt="1"/>
          </p:nvPr>
        </p:nvSpPr>
        <p:spPr>
          <a:xfrm>
            <a:off x="8297169" y="3115732"/>
            <a:ext cx="7147539" cy="4419601"/>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5" name="Text Placeholder 6"/>
          <p:cNvSpPr>
            <a:spLocks noGrp="1"/>
          </p:cNvSpPr>
          <p:nvPr>
            <p:ph type="body" sz="quarter" idx="21" hasCustomPrompt="1"/>
          </p:nvPr>
        </p:nvSpPr>
        <p:spPr>
          <a:xfrm>
            <a:off x="812882" y="2405062"/>
            <a:ext cx="7162457" cy="710671"/>
          </a:xfrm>
        </p:spPr>
        <p:txBody>
          <a:bodyPr/>
          <a:lstStyle>
            <a:lvl1pPr>
              <a:defRPr sz="2100"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8297168" y="2405062"/>
            <a:ext cx="7147539" cy="710671"/>
          </a:xfrm>
        </p:spPr>
        <p:txBody>
          <a:bodyPr/>
          <a:lstStyle>
            <a:lvl1pPr>
              <a:defRPr sz="2100" b="1">
                <a:solidFill>
                  <a:srgbClr val="599A83"/>
                </a:solidFill>
              </a:defRPr>
            </a:lvl1pPr>
          </a:lstStyle>
          <a:p>
            <a:pPr lvl="0"/>
            <a:r>
              <a:rPr lang="en-CA" dirty="0"/>
              <a:t>Bulk content columns always have subtitles</a:t>
            </a:r>
          </a:p>
        </p:txBody>
      </p:sp>
      <p:pic>
        <p:nvPicPr>
          <p:cNvPr id="17" name="Picture 16"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8" name="Picture 17"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9"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9277413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Col Bulk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3-column bulk content slide for long content.</a:t>
            </a:r>
            <a:endParaRPr lang="en-US" dirty="0"/>
          </a:p>
        </p:txBody>
      </p:sp>
      <p:sp>
        <p:nvSpPr>
          <p:cNvPr id="12" name="Text Placeholder 5"/>
          <p:cNvSpPr>
            <a:spLocks noGrp="1"/>
          </p:cNvSpPr>
          <p:nvPr>
            <p:ph type="body" sz="quarter" idx="15" hasCustomPrompt="1"/>
          </p:nvPr>
        </p:nvSpPr>
        <p:spPr>
          <a:xfrm>
            <a:off x="812882" y="3115732"/>
            <a:ext cx="4673339" cy="4419601"/>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4" name="Text Placeholder 5"/>
          <p:cNvSpPr>
            <a:spLocks noGrp="1"/>
          </p:cNvSpPr>
          <p:nvPr>
            <p:ph type="body" sz="quarter" idx="18" hasCustomPrompt="1"/>
          </p:nvPr>
        </p:nvSpPr>
        <p:spPr>
          <a:xfrm>
            <a:off x="10786183" y="3115732"/>
            <a:ext cx="4658525" cy="4419601"/>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5" name="Text Placeholder 6"/>
          <p:cNvSpPr>
            <a:spLocks noGrp="1"/>
          </p:cNvSpPr>
          <p:nvPr>
            <p:ph type="body" sz="quarter" idx="21" hasCustomPrompt="1"/>
          </p:nvPr>
        </p:nvSpPr>
        <p:spPr>
          <a:xfrm>
            <a:off x="812883" y="2405062"/>
            <a:ext cx="4673338" cy="710671"/>
          </a:xfrm>
        </p:spPr>
        <p:txBody>
          <a:bodyPr/>
          <a:lstStyle>
            <a:lvl1pPr>
              <a:defRPr sz="2100"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10786182" y="2405062"/>
            <a:ext cx="4658525" cy="710671"/>
          </a:xfrm>
        </p:spPr>
        <p:txBody>
          <a:bodyPr/>
          <a:lstStyle>
            <a:lvl1pPr>
              <a:defRPr sz="2100" b="1">
                <a:solidFill>
                  <a:srgbClr val="599A83"/>
                </a:solidFill>
              </a:defRPr>
            </a:lvl1pPr>
          </a:lstStyle>
          <a:p>
            <a:pPr lvl="0"/>
            <a:r>
              <a:rPr lang="en-CA" dirty="0"/>
              <a:t>Bulk content columns always have subtitles</a:t>
            </a:r>
          </a:p>
        </p:txBody>
      </p:sp>
      <p:sp>
        <p:nvSpPr>
          <p:cNvPr id="17" name="Text Placeholder 5"/>
          <p:cNvSpPr>
            <a:spLocks noGrp="1"/>
          </p:cNvSpPr>
          <p:nvPr>
            <p:ph type="body" sz="quarter" idx="24" hasCustomPrompt="1"/>
          </p:nvPr>
        </p:nvSpPr>
        <p:spPr>
          <a:xfrm>
            <a:off x="5807947" y="3115732"/>
            <a:ext cx="4643998" cy="4419601"/>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8" name="Text Placeholder 6"/>
          <p:cNvSpPr>
            <a:spLocks noGrp="1"/>
          </p:cNvSpPr>
          <p:nvPr>
            <p:ph type="body" sz="quarter" idx="25" hasCustomPrompt="1"/>
          </p:nvPr>
        </p:nvSpPr>
        <p:spPr>
          <a:xfrm>
            <a:off x="5807946" y="2405062"/>
            <a:ext cx="4643998" cy="710671"/>
          </a:xfrm>
        </p:spPr>
        <p:txBody>
          <a:bodyPr/>
          <a:lstStyle>
            <a:lvl1pPr>
              <a:defRPr sz="2100" b="1">
                <a:solidFill>
                  <a:srgbClr val="599A83"/>
                </a:solidFill>
              </a:defRPr>
            </a:lvl1pPr>
          </a:lstStyle>
          <a:p>
            <a:pPr lvl="0"/>
            <a:r>
              <a:rPr lang="en-CA" dirty="0"/>
              <a:t>Bulk content columns always have subtitles</a:t>
            </a:r>
          </a:p>
        </p:txBody>
      </p:sp>
      <p:pic>
        <p:nvPicPr>
          <p:cNvPr id="19" name="Picture 18"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20" name="Picture 19"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21"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33831276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Point Bulk Content">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30" hasCustomPrompt="1"/>
          </p:nvPr>
        </p:nvSpPr>
        <p:spPr>
          <a:xfrm>
            <a:off x="812882" y="5858405"/>
            <a:ext cx="4673339" cy="1697939"/>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28" name="Text Placeholder 5"/>
          <p:cNvSpPr>
            <a:spLocks noGrp="1"/>
          </p:cNvSpPr>
          <p:nvPr>
            <p:ph type="body" sz="quarter" idx="31" hasCustomPrompt="1"/>
          </p:nvPr>
        </p:nvSpPr>
        <p:spPr>
          <a:xfrm>
            <a:off x="10786183" y="5858405"/>
            <a:ext cx="4658525" cy="1697939"/>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29" name="Text Placeholder 6"/>
          <p:cNvSpPr>
            <a:spLocks noGrp="1"/>
          </p:cNvSpPr>
          <p:nvPr>
            <p:ph type="body" sz="quarter" idx="32" hasCustomPrompt="1"/>
          </p:nvPr>
        </p:nvSpPr>
        <p:spPr>
          <a:xfrm>
            <a:off x="812883" y="5147735"/>
            <a:ext cx="4673338" cy="710671"/>
          </a:xfrm>
        </p:spPr>
        <p:txBody>
          <a:bodyPr/>
          <a:lstStyle>
            <a:lvl1pPr>
              <a:defRPr sz="2100" b="1" baseline="0">
                <a:solidFill>
                  <a:srgbClr val="599A83"/>
                </a:solidFill>
              </a:defRPr>
            </a:lvl1pPr>
          </a:lstStyle>
          <a:p>
            <a:pPr lvl="0"/>
            <a:r>
              <a:rPr lang="en-CA" dirty="0"/>
              <a:t>Bulk content columns always have subtitles</a:t>
            </a:r>
          </a:p>
        </p:txBody>
      </p:sp>
      <p:sp>
        <p:nvSpPr>
          <p:cNvPr id="30" name="Text Placeholder 6"/>
          <p:cNvSpPr>
            <a:spLocks noGrp="1"/>
          </p:cNvSpPr>
          <p:nvPr>
            <p:ph type="body" sz="quarter" idx="33" hasCustomPrompt="1"/>
          </p:nvPr>
        </p:nvSpPr>
        <p:spPr>
          <a:xfrm>
            <a:off x="10786182" y="5147735"/>
            <a:ext cx="4658525" cy="710671"/>
          </a:xfrm>
        </p:spPr>
        <p:txBody>
          <a:bodyPr/>
          <a:lstStyle>
            <a:lvl1pPr>
              <a:defRPr sz="2100" b="1">
                <a:solidFill>
                  <a:srgbClr val="599A83"/>
                </a:solidFill>
              </a:defRPr>
            </a:lvl1pPr>
          </a:lstStyle>
          <a:p>
            <a:pPr lvl="0"/>
            <a:r>
              <a:rPr lang="en-CA" dirty="0"/>
              <a:t>Bulk content columns always have subtitles</a:t>
            </a:r>
          </a:p>
        </p:txBody>
      </p:sp>
      <p:sp>
        <p:nvSpPr>
          <p:cNvPr id="31" name="Text Placeholder 5"/>
          <p:cNvSpPr>
            <a:spLocks noGrp="1"/>
          </p:cNvSpPr>
          <p:nvPr>
            <p:ph type="body" sz="quarter" idx="34" hasCustomPrompt="1"/>
          </p:nvPr>
        </p:nvSpPr>
        <p:spPr>
          <a:xfrm>
            <a:off x="5807947" y="5858405"/>
            <a:ext cx="4643998" cy="1697939"/>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32" name="Text Placeholder 6"/>
          <p:cNvSpPr>
            <a:spLocks noGrp="1"/>
          </p:cNvSpPr>
          <p:nvPr>
            <p:ph type="body" sz="quarter" idx="35" hasCustomPrompt="1"/>
          </p:nvPr>
        </p:nvSpPr>
        <p:spPr>
          <a:xfrm>
            <a:off x="5807946" y="5147735"/>
            <a:ext cx="4643998" cy="710671"/>
          </a:xfrm>
        </p:spPr>
        <p:txBody>
          <a:bodyPr/>
          <a:lstStyle>
            <a:lvl1pPr>
              <a:defRPr sz="2100" b="1">
                <a:solidFill>
                  <a:srgbClr val="599A83"/>
                </a:solidFill>
              </a:defRPr>
            </a:lvl1pPr>
          </a:lstStyle>
          <a:p>
            <a:pPr lvl="0"/>
            <a:r>
              <a:rPr lang="en-CA" dirty="0"/>
              <a:t>Bulk content columns always have subtitles</a:t>
            </a:r>
          </a:p>
        </p:txBody>
      </p:sp>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6-point bulk content slide for long content.</a:t>
            </a:r>
            <a:endParaRPr lang="en-US" dirty="0"/>
          </a:p>
        </p:txBody>
      </p:sp>
      <p:sp>
        <p:nvSpPr>
          <p:cNvPr id="12" name="Text Placeholder 5"/>
          <p:cNvSpPr>
            <a:spLocks noGrp="1"/>
          </p:cNvSpPr>
          <p:nvPr>
            <p:ph type="body" sz="quarter" idx="15" hasCustomPrompt="1"/>
          </p:nvPr>
        </p:nvSpPr>
        <p:spPr>
          <a:xfrm>
            <a:off x="812882" y="3115732"/>
            <a:ext cx="4673339" cy="1697939"/>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14" name="Text Placeholder 5"/>
          <p:cNvSpPr>
            <a:spLocks noGrp="1"/>
          </p:cNvSpPr>
          <p:nvPr>
            <p:ph type="body" sz="quarter" idx="18" hasCustomPrompt="1"/>
          </p:nvPr>
        </p:nvSpPr>
        <p:spPr>
          <a:xfrm>
            <a:off x="10786183" y="3115732"/>
            <a:ext cx="4658525" cy="1697939"/>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15" name="Text Placeholder 6"/>
          <p:cNvSpPr>
            <a:spLocks noGrp="1"/>
          </p:cNvSpPr>
          <p:nvPr>
            <p:ph type="body" sz="quarter" idx="21" hasCustomPrompt="1"/>
          </p:nvPr>
        </p:nvSpPr>
        <p:spPr>
          <a:xfrm>
            <a:off x="812883" y="2405062"/>
            <a:ext cx="4673338" cy="710671"/>
          </a:xfrm>
        </p:spPr>
        <p:txBody>
          <a:bodyPr/>
          <a:lstStyle>
            <a:lvl1pPr>
              <a:defRPr sz="2100"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10786182" y="2405062"/>
            <a:ext cx="4658525" cy="710671"/>
          </a:xfrm>
        </p:spPr>
        <p:txBody>
          <a:bodyPr/>
          <a:lstStyle>
            <a:lvl1pPr>
              <a:defRPr sz="2100" b="1">
                <a:solidFill>
                  <a:srgbClr val="599A83"/>
                </a:solidFill>
              </a:defRPr>
            </a:lvl1pPr>
          </a:lstStyle>
          <a:p>
            <a:pPr lvl="0"/>
            <a:r>
              <a:rPr lang="en-CA" dirty="0"/>
              <a:t>Bulk content columns always have subtitles</a:t>
            </a:r>
          </a:p>
        </p:txBody>
      </p:sp>
      <p:sp>
        <p:nvSpPr>
          <p:cNvPr id="17" name="Text Placeholder 5"/>
          <p:cNvSpPr>
            <a:spLocks noGrp="1"/>
          </p:cNvSpPr>
          <p:nvPr>
            <p:ph type="body" sz="quarter" idx="24" hasCustomPrompt="1"/>
          </p:nvPr>
        </p:nvSpPr>
        <p:spPr>
          <a:xfrm>
            <a:off x="5807947" y="3115732"/>
            <a:ext cx="4643998" cy="1697939"/>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18" name="Text Placeholder 6"/>
          <p:cNvSpPr>
            <a:spLocks noGrp="1"/>
          </p:cNvSpPr>
          <p:nvPr>
            <p:ph type="body" sz="quarter" idx="25" hasCustomPrompt="1"/>
          </p:nvPr>
        </p:nvSpPr>
        <p:spPr>
          <a:xfrm>
            <a:off x="5807946" y="2405062"/>
            <a:ext cx="4643998" cy="710671"/>
          </a:xfrm>
        </p:spPr>
        <p:txBody>
          <a:bodyPr/>
          <a:lstStyle>
            <a:lvl1pPr>
              <a:defRPr sz="2100" b="1">
                <a:solidFill>
                  <a:srgbClr val="599A83"/>
                </a:solidFill>
              </a:defRPr>
            </a:lvl1pPr>
          </a:lstStyle>
          <a:p>
            <a:pPr lvl="0"/>
            <a:r>
              <a:rPr lang="en-CA" dirty="0"/>
              <a:t>Bulk content columns always have subtitles</a:t>
            </a:r>
          </a:p>
        </p:txBody>
      </p:sp>
      <p:pic>
        <p:nvPicPr>
          <p:cNvPr id="33" name="Picture 32"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34" name="Picture 33"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35"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9793717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Key Numbers Large">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812882" y="3860800"/>
            <a:ext cx="4673339" cy="3679138"/>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the figure above.</a:t>
            </a:r>
          </a:p>
        </p:txBody>
      </p:sp>
      <p:sp>
        <p:nvSpPr>
          <p:cNvPr id="23" name="Text Placeholder 5"/>
          <p:cNvSpPr>
            <a:spLocks noGrp="1"/>
          </p:cNvSpPr>
          <p:nvPr>
            <p:ph type="body" sz="quarter" idx="19" hasCustomPrompt="1"/>
          </p:nvPr>
        </p:nvSpPr>
        <p:spPr>
          <a:xfrm>
            <a:off x="5807945" y="3860800"/>
            <a:ext cx="4644000" cy="3679138"/>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the figure above.</a:t>
            </a:r>
          </a:p>
        </p:txBody>
      </p:sp>
      <p:sp>
        <p:nvSpPr>
          <p:cNvPr id="26" name="Text Placeholder 5"/>
          <p:cNvSpPr>
            <a:spLocks noGrp="1"/>
          </p:cNvSpPr>
          <p:nvPr>
            <p:ph type="body" sz="quarter" idx="23" hasCustomPrompt="1"/>
          </p:nvPr>
        </p:nvSpPr>
        <p:spPr>
          <a:xfrm>
            <a:off x="10786183" y="3860800"/>
            <a:ext cx="4673448" cy="3679138"/>
          </a:xfrm>
        </p:spPr>
        <p:txBody>
          <a:bodyPr/>
          <a:lstStyle>
            <a:lvl1pPr>
              <a:spcBef>
                <a:spcPts val="1600"/>
              </a:spcBef>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the figure above.</a:t>
            </a:r>
          </a:p>
        </p:txBody>
      </p:sp>
      <p:sp>
        <p:nvSpPr>
          <p:cNvPr id="10" name="Text Placeholder 9"/>
          <p:cNvSpPr>
            <a:spLocks noGrp="1"/>
          </p:cNvSpPr>
          <p:nvPr>
            <p:ph type="body" sz="quarter" idx="16" hasCustomPrompt="1"/>
          </p:nvPr>
        </p:nvSpPr>
        <p:spPr>
          <a:xfrm>
            <a:off x="812881" y="2475441"/>
            <a:ext cx="4673340" cy="1226329"/>
          </a:xfrm>
        </p:spPr>
        <p:txBody>
          <a:bodyPr anchor="b"/>
          <a:lstStyle>
            <a:lvl1pPr>
              <a:lnSpc>
                <a:spcPct val="80000"/>
              </a:lnSpc>
              <a:defRPr sz="11200">
                <a:solidFill>
                  <a:srgbClr val="599A83"/>
                </a:solidFill>
              </a:defRPr>
            </a:lvl1pPr>
          </a:lstStyle>
          <a:p>
            <a:pPr lvl="0"/>
            <a:r>
              <a:rPr lang="en-CA" dirty="0"/>
              <a:t>##</a:t>
            </a:r>
          </a:p>
        </p:txBody>
      </p:sp>
      <p:sp>
        <p:nvSpPr>
          <p:cNvPr id="21" name="Text Placeholder 9"/>
          <p:cNvSpPr>
            <a:spLocks noGrp="1"/>
          </p:cNvSpPr>
          <p:nvPr>
            <p:ph type="body" sz="quarter" idx="20" hasCustomPrompt="1"/>
          </p:nvPr>
        </p:nvSpPr>
        <p:spPr>
          <a:xfrm>
            <a:off x="5807945" y="2475441"/>
            <a:ext cx="4643999" cy="1226329"/>
          </a:xfrm>
        </p:spPr>
        <p:txBody>
          <a:bodyPr anchor="b"/>
          <a:lstStyle>
            <a:lvl1pPr>
              <a:lnSpc>
                <a:spcPct val="80000"/>
              </a:lnSpc>
              <a:defRPr sz="11200">
                <a:solidFill>
                  <a:srgbClr val="599A83"/>
                </a:solidFill>
              </a:defRPr>
            </a:lvl1pPr>
          </a:lstStyle>
          <a:p>
            <a:pPr lvl="0"/>
            <a:r>
              <a:rPr lang="en-CA" dirty="0"/>
              <a:t>##%</a:t>
            </a:r>
          </a:p>
        </p:txBody>
      </p:sp>
      <p:sp>
        <p:nvSpPr>
          <p:cNvPr id="24" name="Text Placeholder 9"/>
          <p:cNvSpPr>
            <a:spLocks noGrp="1"/>
          </p:cNvSpPr>
          <p:nvPr>
            <p:ph type="body" sz="quarter" idx="22" hasCustomPrompt="1"/>
          </p:nvPr>
        </p:nvSpPr>
        <p:spPr>
          <a:xfrm>
            <a:off x="10786183" y="2475441"/>
            <a:ext cx="4673448" cy="1226329"/>
          </a:xfrm>
        </p:spPr>
        <p:txBody>
          <a:bodyPr anchor="b"/>
          <a:lstStyle>
            <a:lvl1pPr>
              <a:lnSpc>
                <a:spcPct val="80000"/>
              </a:lnSpc>
              <a:defRPr sz="11200">
                <a:solidFill>
                  <a:srgbClr val="599A83"/>
                </a:solidFill>
              </a:defRPr>
            </a:lvl1pPr>
          </a:lstStyle>
          <a:p>
            <a:pPr lvl="0"/>
            <a:r>
              <a:rPr lang="en-CA" dirty="0"/>
              <a:t>#,###</a:t>
            </a:r>
          </a:p>
        </p:txBody>
      </p:sp>
      <p:sp>
        <p:nvSpPr>
          <p:cNvPr id="28"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key numbers slide for short numbers.</a:t>
            </a:r>
            <a:endParaRPr lang="en-US" dirty="0"/>
          </a:p>
        </p:txBody>
      </p:sp>
      <p:pic>
        <p:nvPicPr>
          <p:cNvPr id="33" name="Picture 32"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34" name="Picture 33"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35" name="Slide Number Placeholder 8"/>
          <p:cNvSpPr>
            <a:spLocks noGrp="1"/>
          </p:cNvSpPr>
          <p:nvPr>
            <p:ph type="sldNum" sz="quarter" idx="24"/>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31326428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Key Numbers Medium">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812882" y="3701769"/>
            <a:ext cx="4673339" cy="3838169"/>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the figure above.</a:t>
            </a:r>
          </a:p>
        </p:txBody>
      </p:sp>
      <p:sp>
        <p:nvSpPr>
          <p:cNvPr id="23" name="Text Placeholder 5"/>
          <p:cNvSpPr>
            <a:spLocks noGrp="1"/>
          </p:cNvSpPr>
          <p:nvPr>
            <p:ph type="body" sz="quarter" idx="19" hasCustomPrompt="1"/>
          </p:nvPr>
        </p:nvSpPr>
        <p:spPr>
          <a:xfrm>
            <a:off x="5807945" y="3701769"/>
            <a:ext cx="4644000" cy="3838169"/>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the figure above.</a:t>
            </a:r>
          </a:p>
        </p:txBody>
      </p:sp>
      <p:sp>
        <p:nvSpPr>
          <p:cNvPr id="26" name="Text Placeholder 5"/>
          <p:cNvSpPr>
            <a:spLocks noGrp="1"/>
          </p:cNvSpPr>
          <p:nvPr>
            <p:ph type="body" sz="quarter" idx="23" hasCustomPrompt="1"/>
          </p:nvPr>
        </p:nvSpPr>
        <p:spPr>
          <a:xfrm>
            <a:off x="10786183" y="3701769"/>
            <a:ext cx="4673448" cy="3838169"/>
          </a:xfrm>
        </p:spPr>
        <p:txBody>
          <a:bodyPr/>
          <a:lstStyle>
            <a:lvl1pPr>
              <a:spcBef>
                <a:spcPts val="1600"/>
              </a:spcBef>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the figure above.</a:t>
            </a:r>
          </a:p>
        </p:txBody>
      </p:sp>
      <p:sp>
        <p:nvSpPr>
          <p:cNvPr id="10" name="Text Placeholder 9"/>
          <p:cNvSpPr>
            <a:spLocks noGrp="1"/>
          </p:cNvSpPr>
          <p:nvPr>
            <p:ph type="body" sz="quarter" idx="16" hasCustomPrompt="1"/>
          </p:nvPr>
        </p:nvSpPr>
        <p:spPr>
          <a:xfrm>
            <a:off x="812881" y="2441575"/>
            <a:ext cx="4673340" cy="1260195"/>
          </a:xfrm>
        </p:spPr>
        <p:txBody>
          <a:bodyPr anchor="t"/>
          <a:lstStyle>
            <a:lvl1pPr>
              <a:lnSpc>
                <a:spcPct val="80000"/>
              </a:lnSpc>
              <a:defRPr sz="7200">
                <a:solidFill>
                  <a:srgbClr val="599A83"/>
                </a:solidFill>
              </a:defRPr>
            </a:lvl1pPr>
          </a:lstStyle>
          <a:p>
            <a:pPr lvl="0"/>
            <a:r>
              <a:rPr lang="en-CA" dirty="0"/>
              <a:t>$##,###</a:t>
            </a:r>
          </a:p>
        </p:txBody>
      </p:sp>
      <p:sp>
        <p:nvSpPr>
          <p:cNvPr id="21" name="Text Placeholder 9"/>
          <p:cNvSpPr>
            <a:spLocks noGrp="1"/>
          </p:cNvSpPr>
          <p:nvPr>
            <p:ph type="body" sz="quarter" idx="20" hasCustomPrompt="1"/>
          </p:nvPr>
        </p:nvSpPr>
        <p:spPr>
          <a:xfrm>
            <a:off x="5807945" y="2475441"/>
            <a:ext cx="4643999" cy="1226329"/>
          </a:xfrm>
        </p:spPr>
        <p:txBody>
          <a:bodyPr anchor="t"/>
          <a:lstStyle>
            <a:lvl1pPr>
              <a:lnSpc>
                <a:spcPct val="80000"/>
              </a:lnSpc>
              <a:defRPr sz="7200">
                <a:solidFill>
                  <a:srgbClr val="599A83"/>
                </a:solidFill>
              </a:defRPr>
            </a:lvl1pPr>
          </a:lstStyle>
          <a:p>
            <a:pPr lvl="0"/>
            <a:r>
              <a:rPr lang="en-CA" dirty="0"/>
              <a:t>#,####%</a:t>
            </a:r>
          </a:p>
        </p:txBody>
      </p:sp>
      <p:sp>
        <p:nvSpPr>
          <p:cNvPr id="24" name="Text Placeholder 9"/>
          <p:cNvSpPr>
            <a:spLocks noGrp="1"/>
          </p:cNvSpPr>
          <p:nvPr>
            <p:ph type="body" sz="quarter" idx="22" hasCustomPrompt="1"/>
          </p:nvPr>
        </p:nvSpPr>
        <p:spPr>
          <a:xfrm>
            <a:off x="10786183" y="2475441"/>
            <a:ext cx="4673448" cy="1226329"/>
          </a:xfrm>
        </p:spPr>
        <p:txBody>
          <a:bodyPr anchor="t"/>
          <a:lstStyle>
            <a:lvl1pPr>
              <a:lnSpc>
                <a:spcPct val="80000"/>
              </a:lnSpc>
              <a:defRPr sz="7200">
                <a:solidFill>
                  <a:srgbClr val="599A83"/>
                </a:solidFill>
              </a:defRPr>
            </a:lvl1pPr>
          </a:lstStyle>
          <a:p>
            <a:pPr lvl="0"/>
            <a:r>
              <a:rPr lang="en-CA" dirty="0"/>
              <a:t>#,###,####</a:t>
            </a:r>
          </a:p>
        </p:txBody>
      </p:sp>
      <p:sp>
        <p:nvSpPr>
          <p:cNvPr id="28"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key numbers slide for long numbers.</a:t>
            </a:r>
            <a:endParaRPr lang="en-US" dirty="0"/>
          </a:p>
        </p:txBody>
      </p:sp>
      <p:pic>
        <p:nvPicPr>
          <p:cNvPr id="15" name="Picture 14"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6" name="Picture 15"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7" name="Slide Number Placeholder 8"/>
          <p:cNvSpPr>
            <a:spLocks noGrp="1"/>
          </p:cNvSpPr>
          <p:nvPr>
            <p:ph type="sldNum" sz="quarter" idx="24"/>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35336079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Key Points with Icons">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812882" y="4538133"/>
            <a:ext cx="4673339" cy="3001805"/>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a brief point, illustrated by the icon above.</a:t>
            </a:r>
          </a:p>
        </p:txBody>
      </p:sp>
      <p:sp>
        <p:nvSpPr>
          <p:cNvPr id="23" name="Text Placeholder 5"/>
          <p:cNvSpPr>
            <a:spLocks noGrp="1"/>
          </p:cNvSpPr>
          <p:nvPr>
            <p:ph type="body" sz="quarter" idx="19" hasCustomPrompt="1"/>
          </p:nvPr>
        </p:nvSpPr>
        <p:spPr>
          <a:xfrm>
            <a:off x="5807945" y="4538133"/>
            <a:ext cx="4644000" cy="3001805"/>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a brief point, illustrated by the icon above.</a:t>
            </a:r>
          </a:p>
        </p:txBody>
      </p:sp>
      <p:sp>
        <p:nvSpPr>
          <p:cNvPr id="26" name="Text Placeholder 5"/>
          <p:cNvSpPr>
            <a:spLocks noGrp="1"/>
          </p:cNvSpPr>
          <p:nvPr>
            <p:ph type="body" sz="quarter" idx="23" hasCustomPrompt="1"/>
          </p:nvPr>
        </p:nvSpPr>
        <p:spPr>
          <a:xfrm>
            <a:off x="10786183" y="4538133"/>
            <a:ext cx="4673448" cy="3001805"/>
          </a:xfrm>
        </p:spPr>
        <p:txBody>
          <a:bodyPr/>
          <a:lstStyle>
            <a:lvl1pPr>
              <a:spcBef>
                <a:spcPts val="1600"/>
              </a:spcBef>
              <a:defRPr baseline="0"/>
            </a:lvl1pPr>
            <a:lvl3pPr marL="2020367" indent="-457200">
              <a:buFont typeface="Arial"/>
              <a:buChar char="•"/>
              <a:defRPr/>
            </a:lvl3pPr>
            <a:lvl4pPr>
              <a:spcBef>
                <a:spcPts val="1104"/>
              </a:spcBef>
              <a:defRPr/>
            </a:lvl4pPr>
          </a:lstStyle>
          <a:p>
            <a:pPr lvl="0"/>
            <a:r>
              <a:rPr lang="en-CA" dirty="0"/>
              <a:t>Click to edit content. Use this slide for a brief point, illustrated by the icon above.</a:t>
            </a:r>
          </a:p>
        </p:txBody>
      </p:sp>
      <p:sp>
        <p:nvSpPr>
          <p:cNvPr id="28" name="Title 1"/>
          <p:cNvSpPr>
            <a:spLocks noGrp="1"/>
          </p:cNvSpPr>
          <p:nvPr>
            <p:ph type="title" hasCustomPrompt="1"/>
          </p:nvPr>
        </p:nvSpPr>
        <p:spPr>
          <a:xfrm>
            <a:off x="812881" y="768365"/>
            <a:ext cx="9475914" cy="1335973"/>
          </a:xfrm>
        </p:spPr>
        <p:txBody>
          <a:bodyPr anchor="t">
            <a:noAutofit/>
          </a:bodyPr>
          <a:lstStyle>
            <a:lvl1pPr>
              <a:defRPr sz="4800" b="1" baseline="0">
                <a:solidFill>
                  <a:schemeClr val="accent1"/>
                </a:solidFill>
              </a:defRPr>
            </a:lvl1pPr>
          </a:lstStyle>
          <a:p>
            <a:r>
              <a:rPr lang="en-CA" dirty="0"/>
              <a:t>This is a key point slide with icons to illustrate points.</a:t>
            </a:r>
            <a:endParaRPr lang="en-US" dirty="0"/>
          </a:p>
        </p:txBody>
      </p:sp>
      <p:sp>
        <p:nvSpPr>
          <p:cNvPr id="12" name="Oval 11"/>
          <p:cNvSpPr/>
          <p:nvPr userDrawn="1"/>
        </p:nvSpPr>
        <p:spPr>
          <a:xfrm>
            <a:off x="728135" y="2454806"/>
            <a:ext cx="1755775" cy="1755775"/>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Picture Placeholder 3"/>
          <p:cNvSpPr>
            <a:spLocks noGrp="1" noChangeAspect="1"/>
          </p:cNvSpPr>
          <p:nvPr>
            <p:ph type="pic" sz="quarter" idx="26" hasCustomPrompt="1"/>
          </p:nvPr>
        </p:nvSpPr>
        <p:spPr>
          <a:xfrm>
            <a:off x="1173631" y="2900693"/>
            <a:ext cx="864783" cy="864000"/>
          </a:xfrm>
        </p:spPr>
        <p:txBody>
          <a:bodyPr/>
          <a:lstStyle>
            <a:lvl1pPr>
              <a:defRPr>
                <a:solidFill>
                  <a:schemeClr val="bg1"/>
                </a:solidFill>
              </a:defRPr>
            </a:lvl1pPr>
          </a:lstStyle>
          <a:p>
            <a:r>
              <a:rPr lang="en-US" dirty="0"/>
              <a:t>Icon</a:t>
            </a:r>
          </a:p>
        </p:txBody>
      </p:sp>
      <p:sp>
        <p:nvSpPr>
          <p:cNvPr id="14" name="Oval 13"/>
          <p:cNvSpPr/>
          <p:nvPr userDrawn="1"/>
        </p:nvSpPr>
        <p:spPr>
          <a:xfrm>
            <a:off x="5723280" y="2454806"/>
            <a:ext cx="1755775" cy="1755775"/>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Picture Placeholder 3"/>
          <p:cNvSpPr>
            <a:spLocks noGrp="1" noChangeAspect="1"/>
          </p:cNvSpPr>
          <p:nvPr>
            <p:ph type="pic" sz="quarter" idx="27" hasCustomPrompt="1"/>
          </p:nvPr>
        </p:nvSpPr>
        <p:spPr>
          <a:xfrm>
            <a:off x="6168776" y="2900693"/>
            <a:ext cx="864782" cy="864000"/>
          </a:xfrm>
        </p:spPr>
        <p:txBody>
          <a:bodyPr/>
          <a:lstStyle>
            <a:lvl1pPr>
              <a:defRPr>
                <a:solidFill>
                  <a:schemeClr val="bg1"/>
                </a:solidFill>
              </a:defRPr>
            </a:lvl1pPr>
          </a:lstStyle>
          <a:p>
            <a:r>
              <a:rPr lang="en-US" dirty="0"/>
              <a:t>Icon</a:t>
            </a:r>
          </a:p>
        </p:txBody>
      </p:sp>
      <p:sp>
        <p:nvSpPr>
          <p:cNvPr id="16" name="Oval 15"/>
          <p:cNvSpPr/>
          <p:nvPr userDrawn="1"/>
        </p:nvSpPr>
        <p:spPr>
          <a:xfrm>
            <a:off x="10701518" y="2454806"/>
            <a:ext cx="1755775" cy="1755775"/>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Picture Placeholder 3"/>
          <p:cNvSpPr>
            <a:spLocks noGrp="1" noChangeAspect="1"/>
          </p:cNvSpPr>
          <p:nvPr>
            <p:ph type="pic" sz="quarter" idx="28" hasCustomPrompt="1"/>
          </p:nvPr>
        </p:nvSpPr>
        <p:spPr>
          <a:xfrm>
            <a:off x="11147405" y="2900693"/>
            <a:ext cx="864000" cy="864000"/>
          </a:xfrm>
        </p:spPr>
        <p:txBody>
          <a:bodyPr/>
          <a:lstStyle>
            <a:lvl1pPr>
              <a:defRPr>
                <a:solidFill>
                  <a:schemeClr val="bg1"/>
                </a:solidFill>
              </a:defRPr>
            </a:lvl1pPr>
          </a:lstStyle>
          <a:p>
            <a:r>
              <a:rPr lang="en-US" dirty="0"/>
              <a:t>Icon</a:t>
            </a:r>
          </a:p>
        </p:txBody>
      </p:sp>
      <p:pic>
        <p:nvPicPr>
          <p:cNvPr id="18" name="Picture 17"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9" name="Picture 18"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20" name="Slide Number Placeholder 8"/>
          <p:cNvSpPr>
            <a:spLocks noGrp="1"/>
          </p:cNvSpPr>
          <p:nvPr>
            <p:ph type="sldNum" sz="quarter" idx="2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0996315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ideo Slide">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3" name="Picture 2"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763845"/>
            <a:ext cx="16257588" cy="1739093"/>
          </a:xfrm>
          <a:prstGeom prst="rect">
            <a:avLst/>
          </a:prstGeom>
        </p:spPr>
      </p:pic>
      <p:sp>
        <p:nvSpPr>
          <p:cNvPr id="5" name="Media Placeholder 4"/>
          <p:cNvSpPr>
            <a:spLocks noGrp="1"/>
          </p:cNvSpPr>
          <p:nvPr>
            <p:ph type="media" sz="quarter" idx="10" hasCustomPrompt="1"/>
          </p:nvPr>
        </p:nvSpPr>
        <p:spPr>
          <a:xfrm>
            <a:off x="3287077" y="829734"/>
            <a:ext cx="9683434" cy="7501466"/>
          </a:xfrm>
        </p:spPr>
        <p:txBody>
          <a:bodyPr/>
          <a:lstStyle>
            <a:lvl1pPr>
              <a:defRPr>
                <a:solidFill>
                  <a:schemeClr val="bg1"/>
                </a:solidFill>
              </a:defRPr>
            </a:lvl1pPr>
          </a:lstStyle>
          <a:p>
            <a:r>
              <a:rPr lang="en-US" dirty="0"/>
              <a:t>Click this icon to insert a video</a:t>
            </a:r>
          </a:p>
        </p:txBody>
      </p:sp>
    </p:spTree>
    <p:extLst>
      <p:ext uri="{BB962C8B-B14F-4D97-AF65-F5344CB8AC3E}">
        <p14:creationId xmlns:p14="http://schemas.microsoft.com/office/powerpoint/2010/main" val="18803090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s or Stats V1">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6" name="Picture 5"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763845"/>
            <a:ext cx="16257588" cy="1739093"/>
          </a:xfrm>
          <a:prstGeom prst="rect">
            <a:avLst/>
          </a:prstGeom>
        </p:spPr>
      </p:pic>
      <p:sp>
        <p:nvSpPr>
          <p:cNvPr id="3" name="Rectangle 2"/>
          <p:cNvSpPr/>
          <p:nvPr userDrawn="1"/>
        </p:nvSpPr>
        <p:spPr>
          <a:xfrm>
            <a:off x="805366" y="838200"/>
            <a:ext cx="14646856" cy="74676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 name="Title 1"/>
          <p:cNvSpPr>
            <a:spLocks noGrp="1"/>
          </p:cNvSpPr>
          <p:nvPr>
            <p:ph type="title" hasCustomPrompt="1"/>
          </p:nvPr>
        </p:nvSpPr>
        <p:spPr>
          <a:xfrm>
            <a:off x="3287077" y="2787076"/>
            <a:ext cx="9683434" cy="3492669"/>
          </a:xfrm>
        </p:spPr>
        <p:txBody>
          <a:bodyPr/>
          <a:lstStyle>
            <a:lvl1pPr algn="ctr">
              <a:lnSpc>
                <a:spcPct val="110000"/>
              </a:lnSpc>
              <a:defRPr sz="4800" baseline="0">
                <a:solidFill>
                  <a:srgbClr val="599A83"/>
                </a:solidFill>
              </a:defRPr>
            </a:lvl1pPr>
          </a:lstStyle>
          <a:p>
            <a:r>
              <a:rPr lang="en-CA" dirty="0"/>
              <a:t>Enter an impressive statistic or fact. e.g. 98% of Algonquin students have been hired immediately after graduation.</a:t>
            </a:r>
            <a:endParaRPr lang="en-US" dirty="0"/>
          </a:p>
        </p:txBody>
      </p:sp>
      <p:sp>
        <p:nvSpPr>
          <p:cNvPr id="7" name="Text Placeholder 6"/>
          <p:cNvSpPr>
            <a:spLocks noGrp="1"/>
          </p:cNvSpPr>
          <p:nvPr>
            <p:ph type="body" sz="quarter" idx="13" hasCustomPrompt="1"/>
          </p:nvPr>
        </p:nvSpPr>
        <p:spPr>
          <a:xfrm>
            <a:off x="3287077" y="2125170"/>
            <a:ext cx="9683434" cy="510712"/>
          </a:xfrm>
        </p:spPr>
        <p:txBody>
          <a:bodyPr anchor="ctr"/>
          <a:lstStyle>
            <a:lvl1pPr algn="ctr">
              <a:lnSpc>
                <a:spcPct val="100000"/>
              </a:lnSpc>
              <a:defRPr sz="2100" b="1">
                <a:solidFill>
                  <a:schemeClr val="tx2"/>
                </a:solidFill>
              </a:defRPr>
            </a:lvl1pPr>
          </a:lstStyle>
          <a:p>
            <a:pPr lvl="0"/>
            <a:r>
              <a:rPr lang="en-CA" dirty="0"/>
              <a:t>THIS IS THE TITLE OF YOUR STATISTIC</a:t>
            </a:r>
            <a:endParaRPr lang="en-US" dirty="0"/>
          </a:p>
        </p:txBody>
      </p:sp>
      <p:sp>
        <p:nvSpPr>
          <p:cNvPr id="9" name="Text Placeholder 8"/>
          <p:cNvSpPr>
            <a:spLocks noGrp="1"/>
          </p:cNvSpPr>
          <p:nvPr>
            <p:ph type="body" sz="quarter" idx="14" hasCustomPrompt="1"/>
          </p:nvPr>
        </p:nvSpPr>
        <p:spPr>
          <a:xfrm>
            <a:off x="3287077" y="6561978"/>
            <a:ext cx="9683434" cy="388804"/>
          </a:xfrm>
        </p:spPr>
        <p:txBody>
          <a:bodyPr anchor="ctr"/>
          <a:lstStyle>
            <a:lvl1pPr algn="ctr">
              <a:defRPr sz="1600"/>
            </a:lvl1pPr>
          </a:lstStyle>
          <a:p>
            <a:pPr lvl="0"/>
            <a:r>
              <a:rPr lang="en-CA" dirty="0"/>
              <a:t>THIS IS A SPACE FOR A CITATION OR SOURCE</a:t>
            </a:r>
            <a:endParaRPr lang="en-US" dirty="0"/>
          </a:p>
        </p:txBody>
      </p:sp>
    </p:spTree>
    <p:extLst>
      <p:ext uri="{BB962C8B-B14F-4D97-AF65-F5344CB8AC3E}">
        <p14:creationId xmlns:p14="http://schemas.microsoft.com/office/powerpoint/2010/main" val="25743703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Quotes or Stats V2">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5" name="Picture 4"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763845"/>
            <a:ext cx="16257588" cy="1739093"/>
          </a:xfrm>
          <a:prstGeom prst="rect">
            <a:avLst/>
          </a:prstGeom>
        </p:spPr>
      </p:pic>
      <p:sp>
        <p:nvSpPr>
          <p:cNvPr id="8" name="Title 1"/>
          <p:cNvSpPr>
            <a:spLocks noGrp="1"/>
          </p:cNvSpPr>
          <p:nvPr>
            <p:ph type="title" hasCustomPrompt="1"/>
          </p:nvPr>
        </p:nvSpPr>
        <p:spPr>
          <a:xfrm>
            <a:off x="3287077" y="2787076"/>
            <a:ext cx="9683434" cy="3492669"/>
          </a:xfrm>
        </p:spPr>
        <p:txBody>
          <a:bodyPr/>
          <a:lstStyle>
            <a:lvl1pPr algn="ctr">
              <a:lnSpc>
                <a:spcPct val="110000"/>
              </a:lnSpc>
              <a:defRPr sz="4800" baseline="0">
                <a:solidFill>
                  <a:srgbClr val="A6C8BC"/>
                </a:solidFill>
              </a:defRPr>
            </a:lvl1pPr>
          </a:lstStyle>
          <a:p>
            <a:r>
              <a:rPr lang="en-CA" dirty="0"/>
              <a:t>Enter an impressive statistic or fact. e.g. 98% of Algonquin students have been hired immediately after graduation.</a:t>
            </a:r>
            <a:endParaRPr lang="en-US" dirty="0"/>
          </a:p>
        </p:txBody>
      </p:sp>
      <p:sp>
        <p:nvSpPr>
          <p:cNvPr id="10" name="Text Placeholder 6"/>
          <p:cNvSpPr>
            <a:spLocks noGrp="1"/>
          </p:cNvSpPr>
          <p:nvPr>
            <p:ph type="body" sz="quarter" idx="13" hasCustomPrompt="1"/>
          </p:nvPr>
        </p:nvSpPr>
        <p:spPr>
          <a:xfrm>
            <a:off x="3287077" y="2125170"/>
            <a:ext cx="9683434" cy="510712"/>
          </a:xfrm>
        </p:spPr>
        <p:txBody>
          <a:bodyPr anchor="ctr"/>
          <a:lstStyle>
            <a:lvl1pPr algn="ctr">
              <a:lnSpc>
                <a:spcPct val="100000"/>
              </a:lnSpc>
              <a:defRPr sz="2100" b="1">
                <a:solidFill>
                  <a:schemeClr val="bg1"/>
                </a:solidFill>
              </a:defRPr>
            </a:lvl1pPr>
          </a:lstStyle>
          <a:p>
            <a:pPr lvl="0"/>
            <a:r>
              <a:rPr lang="en-CA" dirty="0"/>
              <a:t>THIS IS THE TITLE OF YOUR STATISTIC</a:t>
            </a:r>
            <a:endParaRPr lang="en-US" dirty="0"/>
          </a:p>
        </p:txBody>
      </p:sp>
      <p:sp>
        <p:nvSpPr>
          <p:cNvPr id="11" name="Text Placeholder 8"/>
          <p:cNvSpPr>
            <a:spLocks noGrp="1"/>
          </p:cNvSpPr>
          <p:nvPr>
            <p:ph type="body" sz="quarter" idx="14" hasCustomPrompt="1"/>
          </p:nvPr>
        </p:nvSpPr>
        <p:spPr>
          <a:xfrm>
            <a:off x="3287077" y="6561978"/>
            <a:ext cx="9683434" cy="388804"/>
          </a:xfrm>
        </p:spPr>
        <p:txBody>
          <a:bodyPr anchor="ctr"/>
          <a:lstStyle>
            <a:lvl1pPr algn="ctr">
              <a:defRPr sz="1600">
                <a:solidFill>
                  <a:schemeClr val="bg1"/>
                </a:solidFill>
              </a:defRPr>
            </a:lvl1pPr>
          </a:lstStyle>
          <a:p>
            <a:pPr lvl="0"/>
            <a:r>
              <a:rPr lang="en-CA" dirty="0"/>
              <a:t>THIS IS A SPACE FOR A CITATION OR SOURCE</a:t>
            </a:r>
            <a:endParaRPr lang="en-US" dirty="0"/>
          </a:p>
        </p:txBody>
      </p:sp>
    </p:spTree>
    <p:extLst>
      <p:ext uri="{BB962C8B-B14F-4D97-AF65-F5344CB8AC3E}">
        <p14:creationId xmlns:p14="http://schemas.microsoft.com/office/powerpoint/2010/main" val="5860235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Quotes or Stats V3">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3" name="Picture 2" descr="campus-scape.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4965700"/>
            <a:ext cx="16256000" cy="4178300"/>
          </a:xfrm>
          <a:prstGeom prst="rect">
            <a:avLst/>
          </a:prstGeom>
        </p:spPr>
      </p:pic>
      <p:sp>
        <p:nvSpPr>
          <p:cNvPr id="5" name="Title 1"/>
          <p:cNvSpPr>
            <a:spLocks noGrp="1"/>
          </p:cNvSpPr>
          <p:nvPr>
            <p:ph type="title" hasCustomPrompt="1"/>
          </p:nvPr>
        </p:nvSpPr>
        <p:spPr>
          <a:xfrm>
            <a:off x="3287077" y="1313874"/>
            <a:ext cx="9683434" cy="3492669"/>
          </a:xfrm>
        </p:spPr>
        <p:txBody>
          <a:bodyPr/>
          <a:lstStyle>
            <a:lvl1pPr algn="ctr">
              <a:lnSpc>
                <a:spcPct val="110000"/>
              </a:lnSpc>
              <a:defRPr sz="4800" baseline="0">
                <a:solidFill>
                  <a:srgbClr val="A6C8BC"/>
                </a:solidFill>
              </a:defRPr>
            </a:lvl1pPr>
          </a:lstStyle>
          <a:p>
            <a:r>
              <a:rPr lang="en-CA" dirty="0"/>
              <a:t>Enter an impressive statistic or fact. e.g. We raised $1,000,000 this year. Highlight a number by making it bold and white.</a:t>
            </a:r>
            <a:endParaRPr lang="en-US" dirty="0"/>
          </a:p>
        </p:txBody>
      </p:sp>
      <p:sp>
        <p:nvSpPr>
          <p:cNvPr id="6" name="Text Placeholder 6"/>
          <p:cNvSpPr>
            <a:spLocks noGrp="1"/>
          </p:cNvSpPr>
          <p:nvPr>
            <p:ph type="body" sz="quarter" idx="13" hasCustomPrompt="1"/>
          </p:nvPr>
        </p:nvSpPr>
        <p:spPr>
          <a:xfrm>
            <a:off x="3287077" y="651968"/>
            <a:ext cx="9683434" cy="510712"/>
          </a:xfrm>
        </p:spPr>
        <p:txBody>
          <a:bodyPr anchor="ctr"/>
          <a:lstStyle>
            <a:lvl1pPr algn="ctr">
              <a:lnSpc>
                <a:spcPct val="100000"/>
              </a:lnSpc>
              <a:defRPr sz="2100" b="1">
                <a:solidFill>
                  <a:schemeClr val="bg1"/>
                </a:solidFill>
              </a:defRPr>
            </a:lvl1pPr>
          </a:lstStyle>
          <a:p>
            <a:pPr lvl="0"/>
            <a:r>
              <a:rPr lang="en-CA" dirty="0"/>
              <a:t>THIS IS THE TITLE OF YOUR STATISTIC</a:t>
            </a:r>
            <a:endParaRPr lang="en-US" dirty="0"/>
          </a:p>
        </p:txBody>
      </p:sp>
    </p:spTree>
    <p:extLst>
      <p:ext uri="{BB962C8B-B14F-4D97-AF65-F5344CB8AC3E}">
        <p14:creationId xmlns:p14="http://schemas.microsoft.com/office/powerpoint/2010/main" val="34219924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Quotes or Stats V4">
    <p:bg>
      <p:bgPr>
        <a:solidFill>
          <a:schemeClr val="bg1"/>
        </a:solidFill>
        <a:effectLst/>
      </p:bgPr>
    </p:bg>
    <p:spTree>
      <p:nvGrpSpPr>
        <p:cNvPr id="1" name=""/>
        <p:cNvGrpSpPr/>
        <p:nvPr/>
      </p:nvGrpSpPr>
      <p:grpSpPr>
        <a:xfrm>
          <a:off x="0" y="0"/>
          <a:ext cx="0" cy="0"/>
          <a:chOff x="0" y="0"/>
          <a:chExt cx="0" cy="0"/>
        </a:xfrm>
      </p:grpSpPr>
      <p:pic>
        <p:nvPicPr>
          <p:cNvPr id="4" name="Picture 3" descr="campus-scape.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965700"/>
            <a:ext cx="16256000" cy="4178300"/>
          </a:xfrm>
          <a:prstGeom prst="rect">
            <a:avLst/>
          </a:prstGeom>
        </p:spPr>
      </p:pic>
      <p:sp>
        <p:nvSpPr>
          <p:cNvPr id="5" name="Title 1"/>
          <p:cNvSpPr>
            <a:spLocks noGrp="1"/>
          </p:cNvSpPr>
          <p:nvPr>
            <p:ph type="title" hasCustomPrompt="1"/>
          </p:nvPr>
        </p:nvSpPr>
        <p:spPr>
          <a:xfrm>
            <a:off x="3287077" y="1313874"/>
            <a:ext cx="9683434" cy="3492669"/>
          </a:xfrm>
        </p:spPr>
        <p:txBody>
          <a:bodyPr/>
          <a:lstStyle>
            <a:lvl1pPr algn="ctr">
              <a:lnSpc>
                <a:spcPct val="110000"/>
              </a:lnSpc>
              <a:defRPr sz="4800" baseline="0">
                <a:solidFill>
                  <a:srgbClr val="599A83"/>
                </a:solidFill>
              </a:defRPr>
            </a:lvl1pPr>
          </a:lstStyle>
          <a:p>
            <a:r>
              <a:rPr lang="en-CA" dirty="0"/>
              <a:t>Enter an impressive statistic or fact. e.g. We raised $1,000,000 this year. Highlight a number by making it bold and 100% green.</a:t>
            </a:r>
            <a:endParaRPr lang="en-US" dirty="0"/>
          </a:p>
        </p:txBody>
      </p:sp>
      <p:sp>
        <p:nvSpPr>
          <p:cNvPr id="6" name="Text Placeholder 6"/>
          <p:cNvSpPr>
            <a:spLocks noGrp="1"/>
          </p:cNvSpPr>
          <p:nvPr>
            <p:ph type="body" sz="quarter" idx="13" hasCustomPrompt="1"/>
          </p:nvPr>
        </p:nvSpPr>
        <p:spPr>
          <a:xfrm>
            <a:off x="3287077" y="651968"/>
            <a:ext cx="9683434" cy="510712"/>
          </a:xfrm>
        </p:spPr>
        <p:txBody>
          <a:bodyPr anchor="ctr"/>
          <a:lstStyle>
            <a:lvl1pPr algn="ctr">
              <a:lnSpc>
                <a:spcPct val="100000"/>
              </a:lnSpc>
              <a:defRPr sz="2100" b="1">
                <a:solidFill>
                  <a:schemeClr val="accent1"/>
                </a:solidFill>
              </a:defRPr>
            </a:lvl1pPr>
          </a:lstStyle>
          <a:p>
            <a:pPr lvl="0"/>
            <a:r>
              <a:rPr lang="en-CA" dirty="0"/>
              <a:t>THIS IS THE TITLE OF YOUR STATISTIC</a:t>
            </a:r>
            <a:endParaRPr lang="en-US" dirty="0"/>
          </a:p>
        </p:txBody>
      </p:sp>
    </p:spTree>
    <p:extLst>
      <p:ext uri="{BB962C8B-B14F-4D97-AF65-F5344CB8AC3E}">
        <p14:creationId xmlns:p14="http://schemas.microsoft.com/office/powerpoint/2010/main" val="40026990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Quotes or Stats v5">
    <p:bg>
      <p:bgRef idx="1001">
        <a:schemeClr val="bg2"/>
      </p:bgRef>
    </p:bg>
    <p:spTree>
      <p:nvGrpSpPr>
        <p:cNvPr id="1" name=""/>
        <p:cNvGrpSpPr/>
        <p:nvPr/>
      </p:nvGrpSpPr>
      <p:grpSpPr>
        <a:xfrm>
          <a:off x="0" y="0"/>
          <a:ext cx="0" cy="0"/>
          <a:chOff x="0" y="0"/>
          <a:chExt cx="0" cy="0"/>
        </a:xfrm>
      </p:grpSpPr>
      <p:sp>
        <p:nvSpPr>
          <p:cNvPr id="4" name="Picture Placeholder 3"/>
          <p:cNvSpPr>
            <a:spLocks noGrp="1"/>
          </p:cNvSpPr>
          <p:nvPr>
            <p:ph type="pic" sz="quarter" idx="15" hasCustomPrompt="1"/>
          </p:nvPr>
        </p:nvSpPr>
        <p:spPr>
          <a:xfrm>
            <a:off x="0" y="0"/>
            <a:ext cx="8127735" cy="4571404"/>
          </a:xfrm>
          <a:solidFill>
            <a:schemeClr val="bg2"/>
          </a:solidFill>
          <a:ln>
            <a:noFill/>
          </a:ln>
        </p:spPr>
        <p:txBody>
          <a:bodyPr/>
          <a:lstStyle>
            <a:lvl1pPr algn="ctr">
              <a:defRPr baseline="0">
                <a:ln>
                  <a:noFill/>
                </a:ln>
                <a:solidFill>
                  <a:schemeClr val="tx1"/>
                </a:solidFill>
              </a:defRPr>
            </a:lvl1pPr>
          </a:lstStyle>
          <a:p>
            <a:r>
              <a:rPr lang="en-US" dirty="0"/>
              <a:t>Click this icon to insert a background photo, the resize this box so it covers the whole screen. Make sure it’s good quality.</a:t>
            </a:r>
          </a:p>
        </p:txBody>
      </p:sp>
      <p:sp>
        <p:nvSpPr>
          <p:cNvPr id="12" name="Title 1"/>
          <p:cNvSpPr>
            <a:spLocks noGrp="1"/>
          </p:cNvSpPr>
          <p:nvPr>
            <p:ph type="title" hasCustomPrompt="1"/>
          </p:nvPr>
        </p:nvSpPr>
        <p:spPr>
          <a:xfrm>
            <a:off x="2980794" y="2552251"/>
            <a:ext cx="10296000" cy="4039500"/>
          </a:xfrm>
          <a:solidFill>
            <a:srgbClr val="FFFFFF"/>
          </a:solidFill>
          <a:ln>
            <a:noFill/>
          </a:ln>
          <a:effectLst>
            <a:outerShdw blurRad="381000" dir="2700000" sx="98000" sy="98000" algn="tl" rotWithShape="0">
              <a:srgbClr val="000000">
                <a:alpha val="85000"/>
              </a:srgbClr>
            </a:outerShdw>
          </a:effectLst>
        </p:spPr>
        <p:txBody>
          <a:bodyPr lIns="324000" tIns="1080000" rIns="324000" bIns="1080000"/>
          <a:lstStyle>
            <a:lvl1pPr algn="ctr">
              <a:lnSpc>
                <a:spcPct val="90000"/>
              </a:lnSpc>
              <a:defRPr sz="11200">
                <a:solidFill>
                  <a:srgbClr val="599A83"/>
                </a:solidFill>
              </a:defRPr>
            </a:lvl1pPr>
          </a:lstStyle>
          <a:p>
            <a:r>
              <a:rPr lang="en-CA" dirty="0"/>
              <a:t>$#,###,###</a:t>
            </a:r>
            <a:endParaRPr lang="en-US" dirty="0"/>
          </a:p>
        </p:txBody>
      </p:sp>
      <p:sp>
        <p:nvSpPr>
          <p:cNvPr id="10" name="Text Placeholder 6"/>
          <p:cNvSpPr>
            <a:spLocks noGrp="1"/>
          </p:cNvSpPr>
          <p:nvPr>
            <p:ph type="body" sz="quarter" idx="13" hasCustomPrompt="1"/>
          </p:nvPr>
        </p:nvSpPr>
        <p:spPr>
          <a:xfrm>
            <a:off x="3301893" y="3012628"/>
            <a:ext cx="9653802" cy="510712"/>
          </a:xfrm>
        </p:spPr>
        <p:txBody>
          <a:bodyPr anchor="ctr"/>
          <a:lstStyle>
            <a:lvl1pPr algn="ctr">
              <a:lnSpc>
                <a:spcPct val="100000"/>
              </a:lnSpc>
              <a:defRPr sz="2100" b="1" baseline="0">
                <a:solidFill>
                  <a:srgbClr val="00673E"/>
                </a:solidFill>
              </a:defRPr>
            </a:lvl1pPr>
          </a:lstStyle>
          <a:p>
            <a:pPr lvl="0"/>
            <a:r>
              <a:rPr lang="en-CA" dirty="0"/>
              <a:t>THIS IS THE TITLE OF YOUR STATISTIC</a:t>
            </a:r>
            <a:endParaRPr lang="en-US" dirty="0"/>
          </a:p>
        </p:txBody>
      </p:sp>
      <p:sp>
        <p:nvSpPr>
          <p:cNvPr id="11" name="Text Placeholder 8"/>
          <p:cNvSpPr>
            <a:spLocks noGrp="1"/>
          </p:cNvSpPr>
          <p:nvPr>
            <p:ph type="body" sz="quarter" idx="14" hasCustomPrompt="1"/>
          </p:nvPr>
        </p:nvSpPr>
        <p:spPr>
          <a:xfrm>
            <a:off x="3301893" y="5643918"/>
            <a:ext cx="9653802" cy="388804"/>
          </a:xfrm>
        </p:spPr>
        <p:txBody>
          <a:bodyPr anchor="ctr"/>
          <a:lstStyle>
            <a:lvl1pPr algn="ctr">
              <a:defRPr sz="1600">
                <a:solidFill>
                  <a:schemeClr val="bg1"/>
                </a:solidFill>
              </a:defRPr>
            </a:lvl1pPr>
          </a:lstStyle>
          <a:p>
            <a:pPr lvl="0"/>
            <a:r>
              <a:rPr lang="en-CA" dirty="0"/>
              <a:t>THIS IS A SPACE FOR A CITATION OR SOURCE</a:t>
            </a:r>
            <a:endParaRPr lang="en-US" dirty="0"/>
          </a:p>
        </p:txBody>
      </p:sp>
    </p:spTree>
    <p:extLst>
      <p:ext uri="{BB962C8B-B14F-4D97-AF65-F5344CB8AC3E}">
        <p14:creationId xmlns:p14="http://schemas.microsoft.com/office/powerpoint/2010/main" val="812104667"/>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Right-Aligned Image with Text +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812882" y="2404534"/>
            <a:ext cx="7484181"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2" name="Title 1"/>
          <p:cNvSpPr>
            <a:spLocks noGrp="1"/>
          </p:cNvSpPr>
          <p:nvPr>
            <p:ph type="title" hasCustomPrompt="1"/>
          </p:nvPr>
        </p:nvSpPr>
        <p:spPr>
          <a:xfrm>
            <a:off x="812881" y="768365"/>
            <a:ext cx="7484182" cy="1335973"/>
          </a:xfrm>
        </p:spPr>
        <p:txBody>
          <a:bodyPr anchor="t">
            <a:noAutofit/>
          </a:bodyPr>
          <a:lstStyle>
            <a:lvl1pPr>
              <a:defRPr sz="4800" b="1" baseline="0">
                <a:solidFill>
                  <a:srgbClr val="00673E"/>
                </a:solidFill>
              </a:defRPr>
            </a:lvl1pPr>
          </a:lstStyle>
          <a:p>
            <a:r>
              <a:rPr lang="en-CA" dirty="0"/>
              <a:t>A slide with a right-aligned image</a:t>
            </a:r>
            <a:endParaRPr lang="en-US" dirty="0"/>
          </a:p>
        </p:txBody>
      </p:sp>
      <p:sp>
        <p:nvSpPr>
          <p:cNvPr id="10" name="Text Placeholder 9"/>
          <p:cNvSpPr>
            <a:spLocks noGrp="1"/>
          </p:cNvSpPr>
          <p:nvPr>
            <p:ph type="body" sz="quarter" idx="14" hasCustomPrompt="1"/>
          </p:nvPr>
        </p:nvSpPr>
        <p:spPr>
          <a:xfrm>
            <a:off x="3318825" y="6267279"/>
            <a:ext cx="4978238" cy="1268053"/>
          </a:xfrm>
        </p:spPr>
        <p:txBody>
          <a:bodyPr anchor="b"/>
          <a:lstStyle>
            <a:lvl1pPr>
              <a:defRPr sz="2100">
                <a:solidFill>
                  <a:srgbClr val="599A83"/>
                </a:solidFill>
              </a:defRPr>
            </a:lvl1pPr>
          </a:lstStyle>
          <a:p>
            <a:pPr lvl="0"/>
            <a:r>
              <a:rPr lang="en-CA" dirty="0"/>
              <a:t>An optional annotation or extra information text box</a:t>
            </a:r>
            <a:endParaRPr lang="en-US" dirty="0"/>
          </a:p>
        </p:txBody>
      </p:sp>
      <p:sp>
        <p:nvSpPr>
          <p:cNvPr id="11" name="Picture Placeholder 4"/>
          <p:cNvSpPr>
            <a:spLocks noGrp="1"/>
          </p:cNvSpPr>
          <p:nvPr>
            <p:ph type="pic" sz="quarter" idx="16" hasCustomPrompt="1"/>
          </p:nvPr>
        </p:nvSpPr>
        <p:spPr>
          <a:xfrm>
            <a:off x="9346896" y="853030"/>
            <a:ext cx="6910691" cy="6682303"/>
          </a:xfrm>
        </p:spPr>
        <p:txBody>
          <a:bodyPr/>
          <a:lstStyle>
            <a:lvl1pPr>
              <a:defRPr baseline="0"/>
            </a:lvl1pPr>
          </a:lstStyle>
          <a:p>
            <a:r>
              <a:rPr lang="en-US" dirty="0"/>
              <a:t>Click on this icon to insert a photo.</a:t>
            </a:r>
          </a:p>
        </p:txBody>
      </p:sp>
      <p:sp>
        <p:nvSpPr>
          <p:cNvPr id="13" name="Text Placeholder 8"/>
          <p:cNvSpPr>
            <a:spLocks noGrp="1"/>
          </p:cNvSpPr>
          <p:nvPr>
            <p:ph type="body" sz="quarter" idx="17" hasCustomPrompt="1"/>
          </p:nvPr>
        </p:nvSpPr>
        <p:spPr>
          <a:xfrm>
            <a:off x="9346896" y="5489054"/>
            <a:ext cx="5029037" cy="778226"/>
          </a:xfrm>
          <a:solidFill>
            <a:srgbClr val="43B02A"/>
          </a:solidFill>
          <a:ln>
            <a:noFill/>
          </a:ln>
        </p:spPr>
        <p:txBody>
          <a:bodyPr wrap="square" lIns="252000" tIns="252000" rIns="252000" bIns="252000" anchor="ctr">
            <a:spAutoFit/>
          </a:bodyPr>
          <a:lstStyle>
            <a:lvl1pPr>
              <a:lnSpc>
                <a:spcPct val="80000"/>
              </a:lnSpc>
              <a:defRPr sz="2100" b="1" baseline="0">
                <a:ln>
                  <a:noFill/>
                </a:ln>
                <a:solidFill>
                  <a:schemeClr val="bg1"/>
                </a:solidFill>
                <a:effectLst/>
              </a:defRPr>
            </a:lvl1pPr>
          </a:lstStyle>
          <a:p>
            <a:pPr lvl="0"/>
            <a:r>
              <a:rPr lang="en-CA" dirty="0"/>
              <a:t>Optional short caption here</a:t>
            </a:r>
            <a:endParaRPr lang="en-US" dirty="0"/>
          </a:p>
        </p:txBody>
      </p:sp>
      <p:pic>
        <p:nvPicPr>
          <p:cNvPr id="15" name="Picture 14"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6" name="Picture 15"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7"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563347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eft-Aligned Image with Text +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7992382" y="2404534"/>
            <a:ext cx="7484181"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2" name="Title 1"/>
          <p:cNvSpPr>
            <a:spLocks noGrp="1"/>
          </p:cNvSpPr>
          <p:nvPr>
            <p:ph type="title" hasCustomPrompt="1"/>
          </p:nvPr>
        </p:nvSpPr>
        <p:spPr>
          <a:xfrm>
            <a:off x="7992381" y="768365"/>
            <a:ext cx="7484182" cy="1335973"/>
          </a:xfrm>
        </p:spPr>
        <p:txBody>
          <a:bodyPr anchor="t">
            <a:noAutofit/>
          </a:bodyPr>
          <a:lstStyle>
            <a:lvl1pPr>
              <a:defRPr sz="4800" b="1" baseline="0">
                <a:solidFill>
                  <a:srgbClr val="00673E"/>
                </a:solidFill>
              </a:defRPr>
            </a:lvl1pPr>
          </a:lstStyle>
          <a:p>
            <a:r>
              <a:rPr lang="en-CA" dirty="0"/>
              <a:t>A slide with a left-aligned image</a:t>
            </a:r>
            <a:endParaRPr lang="en-US" dirty="0"/>
          </a:p>
        </p:txBody>
      </p:sp>
      <p:sp>
        <p:nvSpPr>
          <p:cNvPr id="10" name="Text Placeholder 9"/>
          <p:cNvSpPr>
            <a:spLocks noGrp="1"/>
          </p:cNvSpPr>
          <p:nvPr>
            <p:ph type="body" sz="quarter" idx="14" hasCustomPrompt="1"/>
          </p:nvPr>
        </p:nvSpPr>
        <p:spPr>
          <a:xfrm>
            <a:off x="7992381" y="6267279"/>
            <a:ext cx="4978238" cy="1268053"/>
          </a:xfrm>
        </p:spPr>
        <p:txBody>
          <a:bodyPr anchor="b"/>
          <a:lstStyle>
            <a:lvl1pPr>
              <a:defRPr sz="2100">
                <a:solidFill>
                  <a:srgbClr val="599A83"/>
                </a:solidFill>
              </a:defRPr>
            </a:lvl1pPr>
          </a:lstStyle>
          <a:p>
            <a:pPr lvl="0"/>
            <a:r>
              <a:rPr lang="en-CA" dirty="0"/>
              <a:t>An optional annotation or extra information text box</a:t>
            </a:r>
            <a:endParaRPr lang="en-US" dirty="0"/>
          </a:p>
        </p:txBody>
      </p:sp>
      <p:sp>
        <p:nvSpPr>
          <p:cNvPr id="14" name="Picture Placeholder 4"/>
          <p:cNvSpPr>
            <a:spLocks noGrp="1"/>
          </p:cNvSpPr>
          <p:nvPr>
            <p:ph type="pic" sz="quarter" idx="16" hasCustomPrompt="1"/>
          </p:nvPr>
        </p:nvSpPr>
        <p:spPr>
          <a:xfrm>
            <a:off x="0" y="853030"/>
            <a:ext cx="6910691" cy="6682303"/>
          </a:xfrm>
        </p:spPr>
        <p:txBody>
          <a:bodyPr/>
          <a:lstStyle>
            <a:lvl1pPr>
              <a:defRPr baseline="0"/>
            </a:lvl1pPr>
          </a:lstStyle>
          <a:p>
            <a:r>
              <a:rPr lang="en-US" dirty="0"/>
              <a:t>Click on this icon to insert a photo.</a:t>
            </a:r>
          </a:p>
        </p:txBody>
      </p:sp>
      <p:sp>
        <p:nvSpPr>
          <p:cNvPr id="15" name="Text Placeholder 8"/>
          <p:cNvSpPr>
            <a:spLocks noGrp="1"/>
          </p:cNvSpPr>
          <p:nvPr>
            <p:ph type="body" sz="quarter" idx="17" hasCustomPrompt="1"/>
          </p:nvPr>
        </p:nvSpPr>
        <p:spPr>
          <a:xfrm>
            <a:off x="0" y="5489054"/>
            <a:ext cx="5029037" cy="778226"/>
          </a:xfrm>
          <a:solidFill>
            <a:srgbClr val="43B02A"/>
          </a:solidFill>
          <a:ln>
            <a:noFill/>
          </a:ln>
        </p:spPr>
        <p:txBody>
          <a:bodyPr wrap="square" lIns="252000" tIns="252000" rIns="252000" bIns="252000" anchor="ctr">
            <a:spAutoFit/>
          </a:bodyPr>
          <a:lstStyle>
            <a:lvl1pPr>
              <a:lnSpc>
                <a:spcPct val="80000"/>
              </a:lnSpc>
              <a:defRPr sz="2100" b="1" baseline="0">
                <a:ln>
                  <a:noFill/>
                </a:ln>
                <a:solidFill>
                  <a:schemeClr val="bg1"/>
                </a:solidFill>
                <a:effectLst/>
              </a:defRPr>
            </a:lvl1pPr>
          </a:lstStyle>
          <a:p>
            <a:pPr lvl="0"/>
            <a:r>
              <a:rPr lang="en-CA" dirty="0"/>
              <a:t>Optional short caption here</a:t>
            </a:r>
            <a:endParaRPr lang="en-US" dirty="0"/>
          </a:p>
        </p:txBody>
      </p:sp>
      <p:pic>
        <p:nvPicPr>
          <p:cNvPr id="16" name="Picture 15"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7" name="Picture 16"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8"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42185459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ull Frame Photo">
    <p:bg>
      <p:bgPr>
        <a:solidFill>
          <a:schemeClr val="bg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1186" y="0"/>
            <a:ext cx="16256402" cy="9144000"/>
          </a:xfrm>
        </p:spPr>
        <p:txBody>
          <a:bodyPr/>
          <a:lstStyle>
            <a:lvl1pPr marL="0" indent="0">
              <a:buNone/>
              <a:defRPr sz="4000" baseline="0"/>
            </a:lvl1pPr>
            <a:lvl2pPr marL="781583" indent="0">
              <a:buNone/>
              <a:defRPr sz="4800"/>
            </a:lvl2pPr>
            <a:lvl3pPr marL="1563167" indent="0">
              <a:buNone/>
              <a:defRPr sz="4100"/>
            </a:lvl3pPr>
            <a:lvl4pPr marL="2344750" indent="0">
              <a:buNone/>
              <a:defRPr sz="3400"/>
            </a:lvl4pPr>
            <a:lvl5pPr marL="3126334" indent="0">
              <a:buNone/>
              <a:defRPr sz="3400"/>
            </a:lvl5pPr>
            <a:lvl6pPr marL="3907917" indent="0">
              <a:buNone/>
              <a:defRPr sz="3400"/>
            </a:lvl6pPr>
            <a:lvl7pPr marL="4689500" indent="0">
              <a:buNone/>
              <a:defRPr sz="3400"/>
            </a:lvl7pPr>
            <a:lvl8pPr marL="5471084" indent="0">
              <a:buNone/>
              <a:defRPr sz="3400"/>
            </a:lvl8pPr>
            <a:lvl9pPr marL="6252667" indent="0">
              <a:buNone/>
              <a:defRPr sz="3400"/>
            </a:lvl9pPr>
          </a:lstStyle>
          <a:p>
            <a:r>
              <a:rPr lang="en-US" dirty="0"/>
              <a:t>Click on this icon to insert a photo.</a:t>
            </a:r>
          </a:p>
        </p:txBody>
      </p:sp>
      <p:sp>
        <p:nvSpPr>
          <p:cNvPr id="8" name="Text Placeholder 8"/>
          <p:cNvSpPr>
            <a:spLocks noGrp="1"/>
          </p:cNvSpPr>
          <p:nvPr>
            <p:ph type="body" sz="quarter" idx="16" hasCustomPrompt="1"/>
          </p:nvPr>
        </p:nvSpPr>
        <p:spPr>
          <a:xfrm>
            <a:off x="1" y="6313857"/>
            <a:ext cx="7958408" cy="759384"/>
          </a:xfrm>
          <a:solidFill>
            <a:srgbClr val="43B02A"/>
          </a:solidFill>
          <a:ln>
            <a:noFill/>
          </a:ln>
        </p:spPr>
        <p:txBody>
          <a:bodyPr wrap="square" lIns="252000" tIns="180000" rIns="252000" bIns="252000" anchor="ctr">
            <a:spAutoFit/>
          </a:bodyPr>
          <a:lstStyle>
            <a:lvl1pPr>
              <a:lnSpc>
                <a:spcPct val="100000"/>
              </a:lnSpc>
              <a:defRPr sz="2100" b="1" baseline="0">
                <a:ln>
                  <a:noFill/>
                </a:ln>
                <a:solidFill>
                  <a:schemeClr val="bg1"/>
                </a:solidFill>
                <a:effectLst/>
              </a:defRPr>
            </a:lvl1pPr>
          </a:lstStyle>
          <a:p>
            <a:pPr lvl="0"/>
            <a:r>
              <a:rPr lang="en-CA" dirty="0"/>
              <a:t>Optional short caption here</a:t>
            </a:r>
            <a:endParaRPr lang="en-US" dirty="0"/>
          </a:p>
        </p:txBody>
      </p:sp>
    </p:spTree>
    <p:extLst>
      <p:ext uri="{BB962C8B-B14F-4D97-AF65-F5344CB8AC3E}">
        <p14:creationId xmlns:p14="http://schemas.microsoft.com/office/powerpoint/2010/main" val="175758531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Photos">
    <p:bg>
      <p:bgPr>
        <a:solidFill>
          <a:schemeClr val="bg1"/>
        </a:solid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0" y="3763845"/>
            <a:ext cx="16257588" cy="1739093"/>
          </a:xfrm>
          <a:prstGeom prst="rect">
            <a:avLst/>
          </a:prstGeom>
        </p:spPr>
      </p:pic>
      <p:sp>
        <p:nvSpPr>
          <p:cNvPr id="4" name="Picture Placeholder 3"/>
          <p:cNvSpPr>
            <a:spLocks noGrp="1"/>
          </p:cNvSpPr>
          <p:nvPr>
            <p:ph type="pic" sz="quarter" idx="10" hasCustomPrompt="1"/>
          </p:nvPr>
        </p:nvSpPr>
        <p:spPr>
          <a:xfrm>
            <a:off x="8332918" y="829734"/>
            <a:ext cx="7111897" cy="6696000"/>
          </a:xfrm>
        </p:spPr>
        <p:txBody>
          <a:bodyPr/>
          <a:lstStyle/>
          <a:p>
            <a:r>
              <a:rPr lang="en-US" dirty="0"/>
              <a:t>Click on this icon to insert a photo.</a:t>
            </a:r>
          </a:p>
        </p:txBody>
      </p:sp>
      <p:sp>
        <p:nvSpPr>
          <p:cNvPr id="6" name="Picture Placeholder 5"/>
          <p:cNvSpPr>
            <a:spLocks noGrp="1"/>
          </p:cNvSpPr>
          <p:nvPr>
            <p:ph type="pic" sz="quarter" idx="11" hasCustomPrompt="1"/>
          </p:nvPr>
        </p:nvSpPr>
        <p:spPr>
          <a:xfrm>
            <a:off x="829707" y="829734"/>
            <a:ext cx="7145633" cy="6696000"/>
          </a:xfrm>
        </p:spPr>
        <p:txBody>
          <a:bodyPr/>
          <a:lstStyle/>
          <a:p>
            <a:r>
              <a:rPr lang="en-US" dirty="0"/>
              <a:t>Click on this icon to insert a photo.</a:t>
            </a:r>
          </a:p>
        </p:txBody>
      </p:sp>
      <p:sp>
        <p:nvSpPr>
          <p:cNvPr id="9" name="Text Placeholder 8"/>
          <p:cNvSpPr>
            <a:spLocks noGrp="1"/>
          </p:cNvSpPr>
          <p:nvPr>
            <p:ph type="body" sz="quarter" idx="16" hasCustomPrompt="1"/>
          </p:nvPr>
        </p:nvSpPr>
        <p:spPr>
          <a:xfrm>
            <a:off x="829707" y="5498998"/>
            <a:ext cx="4673447" cy="778226"/>
          </a:xfrm>
          <a:solidFill>
            <a:srgbClr val="43B02A"/>
          </a:solidFill>
          <a:ln>
            <a:noFill/>
          </a:ln>
        </p:spPr>
        <p:txBody>
          <a:bodyPr wrap="square" lIns="252000" tIns="252000" rIns="252000" bIns="252000" anchor="ctr">
            <a:spAutoFit/>
          </a:bodyPr>
          <a:lstStyle>
            <a:lvl1pPr>
              <a:lnSpc>
                <a:spcPct val="80000"/>
              </a:lnSpc>
              <a:defRPr sz="2100" b="1">
                <a:ln>
                  <a:noFill/>
                </a:ln>
                <a:solidFill>
                  <a:schemeClr val="bg1"/>
                </a:solidFill>
                <a:effectLst/>
              </a:defRPr>
            </a:lvl1pPr>
          </a:lstStyle>
          <a:p>
            <a:pPr lvl="0"/>
            <a:r>
              <a:rPr lang="en-CA" dirty="0"/>
              <a:t>Optional short caption here</a:t>
            </a:r>
            <a:endParaRPr lang="en-US" dirty="0"/>
          </a:p>
        </p:txBody>
      </p:sp>
      <p:sp>
        <p:nvSpPr>
          <p:cNvPr id="11" name="Text Placeholder 8"/>
          <p:cNvSpPr>
            <a:spLocks noGrp="1"/>
          </p:cNvSpPr>
          <p:nvPr>
            <p:ph type="body" sz="quarter" idx="18" hasCustomPrompt="1"/>
          </p:nvPr>
        </p:nvSpPr>
        <p:spPr>
          <a:xfrm>
            <a:off x="8332919" y="5498998"/>
            <a:ext cx="4654526" cy="778226"/>
          </a:xfrm>
          <a:solidFill>
            <a:srgbClr val="43B02A"/>
          </a:solidFill>
          <a:ln>
            <a:noFill/>
          </a:ln>
        </p:spPr>
        <p:txBody>
          <a:bodyPr wrap="square" lIns="252000" tIns="252000" rIns="252000" bIns="252000" anchor="ctr">
            <a:spAutoFit/>
          </a:bodyPr>
          <a:lstStyle>
            <a:lvl1pPr>
              <a:lnSpc>
                <a:spcPct val="80000"/>
              </a:lnSpc>
              <a:defRPr sz="2100" b="1">
                <a:ln>
                  <a:noFill/>
                </a:ln>
                <a:solidFill>
                  <a:schemeClr val="bg1"/>
                </a:solidFill>
                <a:effectLst/>
              </a:defRPr>
            </a:lvl1pPr>
          </a:lstStyle>
          <a:p>
            <a:pPr lvl="0"/>
            <a:r>
              <a:rPr lang="en-CA" dirty="0"/>
              <a:t>Optional short caption here</a:t>
            </a:r>
            <a:endParaRPr lang="en-US" dirty="0"/>
          </a:p>
        </p:txBody>
      </p:sp>
      <p:pic>
        <p:nvPicPr>
          <p:cNvPr id="16" name="Picture 15" descr="green-bar.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7" name="Picture 16" descr="ac-icon.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8"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077262753"/>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hoto with Description">
    <p:bg>
      <p:bgPr>
        <a:solidFill>
          <a:schemeClr val="bg1"/>
        </a:solidFill>
        <a:effectLst/>
      </p:bgPr>
    </p:bg>
    <p:spTree>
      <p:nvGrpSpPr>
        <p:cNvPr id="1" name=""/>
        <p:cNvGrpSpPr/>
        <p:nvPr/>
      </p:nvGrpSpPr>
      <p:grpSpPr>
        <a:xfrm>
          <a:off x="0" y="0"/>
          <a:ext cx="0" cy="0"/>
          <a:chOff x="0" y="0"/>
          <a:chExt cx="0" cy="0"/>
        </a:xfrm>
      </p:grpSpPr>
      <p:pic>
        <p:nvPicPr>
          <p:cNvPr id="11" name="Picture 10" descr="swoosh-85.eps"/>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0" y="5194193"/>
            <a:ext cx="16257588" cy="1739093"/>
          </a:xfrm>
          <a:prstGeom prst="rect">
            <a:avLst/>
          </a:prstGeom>
        </p:spPr>
      </p:pic>
      <p:sp>
        <p:nvSpPr>
          <p:cNvPr id="12" name="Picture Placeholder 5"/>
          <p:cNvSpPr>
            <a:spLocks noGrp="1"/>
          </p:cNvSpPr>
          <p:nvPr>
            <p:ph type="pic" sz="quarter" idx="11" hasCustomPrompt="1"/>
          </p:nvPr>
        </p:nvSpPr>
        <p:spPr>
          <a:xfrm>
            <a:off x="829707" y="829734"/>
            <a:ext cx="11598955" cy="6696000"/>
          </a:xfrm>
        </p:spPr>
        <p:txBody>
          <a:bodyPr/>
          <a:lstStyle>
            <a:lvl1pPr>
              <a:defRPr baseline="0"/>
            </a:lvl1pPr>
          </a:lstStyle>
          <a:p>
            <a:r>
              <a:rPr lang="en-US" dirty="0"/>
              <a:t>Click on this icon to insert a photo.</a:t>
            </a:r>
          </a:p>
        </p:txBody>
      </p:sp>
      <p:sp>
        <p:nvSpPr>
          <p:cNvPr id="13" name="Text Placeholder 8"/>
          <p:cNvSpPr>
            <a:spLocks noGrp="1"/>
          </p:cNvSpPr>
          <p:nvPr>
            <p:ph type="body" sz="quarter" idx="16" hasCustomPrompt="1"/>
          </p:nvPr>
        </p:nvSpPr>
        <p:spPr>
          <a:xfrm>
            <a:off x="829707" y="5498998"/>
            <a:ext cx="4673447" cy="778226"/>
          </a:xfrm>
          <a:solidFill>
            <a:srgbClr val="43B02A"/>
          </a:solidFill>
          <a:ln>
            <a:noFill/>
          </a:ln>
        </p:spPr>
        <p:txBody>
          <a:bodyPr wrap="square" lIns="252000" tIns="252000" rIns="252000" bIns="252000" anchor="ctr">
            <a:spAutoFit/>
          </a:bodyPr>
          <a:lstStyle>
            <a:lvl1pPr>
              <a:lnSpc>
                <a:spcPct val="80000"/>
              </a:lnSpc>
              <a:defRPr sz="2100" b="1">
                <a:ln>
                  <a:noFill/>
                </a:ln>
                <a:solidFill>
                  <a:schemeClr val="bg1"/>
                </a:solidFill>
                <a:effectLst/>
              </a:defRPr>
            </a:lvl1pPr>
          </a:lstStyle>
          <a:p>
            <a:pPr lvl="0"/>
            <a:r>
              <a:rPr lang="en-CA" dirty="0"/>
              <a:t>Optional short caption here</a:t>
            </a:r>
            <a:endParaRPr lang="en-US" dirty="0"/>
          </a:p>
        </p:txBody>
      </p:sp>
      <p:sp>
        <p:nvSpPr>
          <p:cNvPr id="14" name="Text Placeholder 9"/>
          <p:cNvSpPr>
            <a:spLocks noGrp="1"/>
          </p:cNvSpPr>
          <p:nvPr>
            <p:ph type="body" sz="quarter" idx="14" hasCustomPrompt="1"/>
          </p:nvPr>
        </p:nvSpPr>
        <p:spPr>
          <a:xfrm>
            <a:off x="13104841" y="735011"/>
            <a:ext cx="2339868" cy="6800322"/>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pic>
        <p:nvPicPr>
          <p:cNvPr id="19" name="Picture 18" descr="green-bar.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20" name="Picture 19" descr="ac-icon.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21"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807220022"/>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Graphic + Title and Description">
    <p:bg>
      <p:bgPr>
        <a:solidFill>
          <a:schemeClr val="bg1"/>
        </a:solid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0" y="5194193"/>
            <a:ext cx="16257588" cy="1739093"/>
          </a:xfrm>
          <a:prstGeom prst="rect">
            <a:avLst/>
          </a:prstGeom>
        </p:spPr>
      </p:pic>
      <p:sp>
        <p:nvSpPr>
          <p:cNvPr id="13" name="Picture Placeholder 5"/>
          <p:cNvSpPr>
            <a:spLocks noGrp="1"/>
          </p:cNvSpPr>
          <p:nvPr>
            <p:ph type="pic" sz="quarter" idx="11" hasCustomPrompt="1"/>
          </p:nvPr>
        </p:nvSpPr>
        <p:spPr>
          <a:xfrm>
            <a:off x="829708" y="2404534"/>
            <a:ext cx="9459088" cy="5121200"/>
          </a:xfrm>
        </p:spPr>
        <p:txBody>
          <a:bodyPr/>
          <a:lstStyle/>
          <a:p>
            <a:r>
              <a:rPr lang="en-US" dirty="0"/>
              <a:t>Click on this icon to insert a graphic.</a:t>
            </a:r>
          </a:p>
        </p:txBody>
      </p:sp>
      <p:sp>
        <p:nvSpPr>
          <p:cNvPr id="20"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graphic slide with a title and optional annotation</a:t>
            </a:r>
            <a:endParaRPr lang="en-US" dirty="0"/>
          </a:p>
        </p:txBody>
      </p:sp>
      <p:sp>
        <p:nvSpPr>
          <p:cNvPr id="23" name="Text Placeholder 9"/>
          <p:cNvSpPr>
            <a:spLocks noGrp="1"/>
          </p:cNvSpPr>
          <p:nvPr>
            <p:ph type="body" sz="quarter" idx="14" hasCustomPrompt="1"/>
          </p:nvPr>
        </p:nvSpPr>
        <p:spPr>
          <a:xfrm>
            <a:off x="13104841" y="735011"/>
            <a:ext cx="2339868" cy="6800322"/>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pic>
        <p:nvPicPr>
          <p:cNvPr id="24" name="Picture 23" descr="green-bar.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25" name="Picture 24" descr="ac-icon.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26"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5561307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able or Chart">
    <p:bg>
      <p:bgRef idx="1001">
        <a:schemeClr val="bg1"/>
      </p:bgRef>
    </p:bg>
    <p:spTree>
      <p:nvGrpSpPr>
        <p:cNvPr id="1" name=""/>
        <p:cNvGrpSpPr/>
        <p:nvPr/>
      </p:nvGrpSpPr>
      <p:grpSpPr>
        <a:xfrm>
          <a:off x="0" y="0"/>
          <a:ext cx="0" cy="0"/>
          <a:chOff x="0" y="0"/>
          <a:chExt cx="0" cy="0"/>
        </a:xfrm>
      </p:grpSpPr>
      <p:pic>
        <p:nvPicPr>
          <p:cNvPr id="5" name="Picture 4"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8" name="Picture 7"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3"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
        <p:nvSpPr>
          <p:cNvPr id="15"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chart or table slide with optional annotation</a:t>
            </a:r>
            <a:endParaRPr lang="en-US" dirty="0"/>
          </a:p>
        </p:txBody>
      </p:sp>
      <p:sp>
        <p:nvSpPr>
          <p:cNvPr id="17" name="Table Placeholder 3"/>
          <p:cNvSpPr>
            <a:spLocks noGrp="1"/>
          </p:cNvSpPr>
          <p:nvPr>
            <p:ph type="tbl" sz="quarter" idx="20" hasCustomPrompt="1"/>
          </p:nvPr>
        </p:nvSpPr>
        <p:spPr>
          <a:xfrm>
            <a:off x="812800" y="2405063"/>
            <a:ext cx="9475788" cy="5121275"/>
          </a:xfrm>
        </p:spPr>
        <p:txBody>
          <a:bodyPr/>
          <a:lstStyle>
            <a:lvl1pPr>
              <a:defRPr baseline="0"/>
            </a:lvl1pPr>
          </a:lstStyle>
          <a:p>
            <a:r>
              <a:rPr lang="en-US" dirty="0"/>
              <a:t>Click on the icon to insert a table or chart.</a:t>
            </a:r>
          </a:p>
        </p:txBody>
      </p:sp>
      <p:sp>
        <p:nvSpPr>
          <p:cNvPr id="18" name="Text Placeholder 9"/>
          <p:cNvSpPr>
            <a:spLocks noGrp="1"/>
          </p:cNvSpPr>
          <p:nvPr>
            <p:ph type="body" sz="quarter" idx="14" hasCustomPrompt="1"/>
          </p:nvPr>
        </p:nvSpPr>
        <p:spPr>
          <a:xfrm>
            <a:off x="13104841" y="735011"/>
            <a:ext cx="2339868" cy="6800322"/>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spTree>
    <p:extLst>
      <p:ext uri="{BB962C8B-B14F-4D97-AF65-F5344CB8AC3E}">
        <p14:creationId xmlns:p14="http://schemas.microsoft.com/office/powerpoint/2010/main" val="1498023446"/>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Outro Slide">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2948421" y="3117806"/>
            <a:ext cx="10360746" cy="2612172"/>
          </a:xfrm>
        </p:spPr>
        <p:txBody>
          <a:bodyPr lIns="0" tIns="0" rIns="0" bIns="0" anchor="ctr">
            <a:noAutofit/>
          </a:bodyPr>
          <a:lstStyle>
            <a:lvl1pPr marL="0" indent="0" algn="ctr">
              <a:buNone/>
              <a:defRPr sz="4800" baseline="0">
                <a:solidFill>
                  <a:schemeClr val="accent5"/>
                </a:solidFill>
              </a:defRPr>
            </a:lvl1pPr>
            <a:lvl2pPr marL="781583" indent="0" algn="ctr">
              <a:buNone/>
              <a:defRPr>
                <a:solidFill>
                  <a:schemeClr val="tx1">
                    <a:tint val="75000"/>
                  </a:schemeClr>
                </a:solidFill>
              </a:defRPr>
            </a:lvl2pPr>
            <a:lvl3pPr marL="1563167" indent="0" algn="ctr">
              <a:buNone/>
              <a:defRPr>
                <a:solidFill>
                  <a:schemeClr val="tx1">
                    <a:tint val="75000"/>
                  </a:schemeClr>
                </a:solidFill>
              </a:defRPr>
            </a:lvl3pPr>
            <a:lvl4pPr marL="2344750" indent="0" algn="ctr">
              <a:buNone/>
              <a:defRPr>
                <a:solidFill>
                  <a:schemeClr val="tx1">
                    <a:tint val="75000"/>
                  </a:schemeClr>
                </a:solidFill>
              </a:defRPr>
            </a:lvl4pPr>
            <a:lvl5pPr marL="3126334" indent="0" algn="ctr">
              <a:buNone/>
              <a:defRPr>
                <a:solidFill>
                  <a:schemeClr val="tx1">
                    <a:tint val="75000"/>
                  </a:schemeClr>
                </a:solidFill>
              </a:defRPr>
            </a:lvl5pPr>
            <a:lvl6pPr marL="3907917" indent="0" algn="ctr">
              <a:buNone/>
              <a:defRPr>
                <a:solidFill>
                  <a:schemeClr val="tx1">
                    <a:tint val="75000"/>
                  </a:schemeClr>
                </a:solidFill>
              </a:defRPr>
            </a:lvl6pPr>
            <a:lvl7pPr marL="4689500" indent="0" algn="ctr">
              <a:buNone/>
              <a:defRPr>
                <a:solidFill>
                  <a:schemeClr val="tx1">
                    <a:tint val="75000"/>
                  </a:schemeClr>
                </a:solidFill>
              </a:defRPr>
            </a:lvl7pPr>
            <a:lvl8pPr marL="5471084" indent="0" algn="ctr">
              <a:buNone/>
              <a:defRPr>
                <a:solidFill>
                  <a:schemeClr val="tx1">
                    <a:tint val="75000"/>
                  </a:schemeClr>
                </a:solidFill>
              </a:defRPr>
            </a:lvl8pPr>
            <a:lvl9pPr marL="6252667" indent="0" algn="ctr">
              <a:buNone/>
              <a:defRPr>
                <a:solidFill>
                  <a:schemeClr val="tx1">
                    <a:tint val="75000"/>
                  </a:schemeClr>
                </a:solidFill>
              </a:defRPr>
            </a:lvl9pPr>
          </a:lstStyle>
          <a:p>
            <a:r>
              <a:rPr lang="en-CA" dirty="0"/>
              <a:t>Questions? Put your contact prompt message and your email here.</a:t>
            </a:r>
            <a:endParaRPr lang="en-US" dirty="0"/>
          </a:p>
        </p:txBody>
      </p:sp>
      <p:sp>
        <p:nvSpPr>
          <p:cNvPr id="2" name="Title 1"/>
          <p:cNvSpPr>
            <a:spLocks noGrp="1"/>
          </p:cNvSpPr>
          <p:nvPr>
            <p:ph type="ctrTitle" hasCustomPrompt="1"/>
          </p:nvPr>
        </p:nvSpPr>
        <p:spPr>
          <a:xfrm>
            <a:off x="3320943" y="2082794"/>
            <a:ext cx="9615704" cy="1018079"/>
          </a:xfrm>
        </p:spPr>
        <p:txBody>
          <a:bodyPr anchor="b"/>
          <a:lstStyle>
            <a:lvl1pPr algn="ctr">
              <a:defRPr baseline="0">
                <a:solidFill>
                  <a:srgbClr val="00673E"/>
                </a:solidFill>
              </a:defRPr>
            </a:lvl1pPr>
          </a:lstStyle>
          <a:p>
            <a:r>
              <a:rPr lang="en-CA" dirty="0"/>
              <a:t>Thank you message</a:t>
            </a:r>
            <a:endParaRPr lang="en-US" dirty="0"/>
          </a:p>
        </p:txBody>
      </p:sp>
      <p:sp>
        <p:nvSpPr>
          <p:cNvPr id="5" name="Text Placeholder 4"/>
          <p:cNvSpPr>
            <a:spLocks noGrp="1"/>
          </p:cNvSpPr>
          <p:nvPr>
            <p:ph type="body" sz="quarter" idx="10" hasCustomPrompt="1"/>
          </p:nvPr>
        </p:nvSpPr>
        <p:spPr>
          <a:xfrm>
            <a:off x="3320941" y="6017839"/>
            <a:ext cx="9615706" cy="462413"/>
          </a:xfrm>
        </p:spPr>
        <p:txBody>
          <a:bodyPr anchor="t"/>
          <a:lstStyle>
            <a:lvl1pPr algn="ctr">
              <a:defRPr>
                <a:solidFill>
                  <a:schemeClr val="accent2"/>
                </a:solidFill>
              </a:defRPr>
            </a:lvl1pPr>
          </a:lstStyle>
          <a:p>
            <a:pPr lvl="0"/>
            <a:r>
              <a:rPr lang="en-CA" dirty="0" err="1"/>
              <a:t>www.algonquincollege.com</a:t>
            </a:r>
            <a:r>
              <a:rPr lang="en-CA" dirty="0"/>
              <a:t>/</a:t>
            </a:r>
            <a:r>
              <a:rPr lang="en-CA" dirty="0" err="1"/>
              <a:t>relevantURL</a:t>
            </a:r>
            <a:endParaRPr lang="en-US" dirty="0"/>
          </a:p>
        </p:txBody>
      </p:sp>
      <p:pic>
        <p:nvPicPr>
          <p:cNvPr id="13" name="Picture 12" descr="ac-icon-green.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77683" y="828547"/>
            <a:ext cx="635142" cy="467999"/>
          </a:xfrm>
          <a:prstGeom prst="rect">
            <a:avLst/>
          </a:prstGeom>
        </p:spPr>
      </p:pic>
      <p:pic>
        <p:nvPicPr>
          <p:cNvPr id="14" name="Picture 13" descr="curtain-100.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7365826"/>
            <a:ext cx="16257588" cy="1778174"/>
          </a:xfrm>
          <a:prstGeom prst="rect">
            <a:avLst/>
          </a:prstGeom>
        </p:spPr>
      </p:pic>
    </p:spTree>
    <p:extLst>
      <p:ext uri="{BB962C8B-B14F-4D97-AF65-F5344CB8AC3E}">
        <p14:creationId xmlns:p14="http://schemas.microsoft.com/office/powerpoint/2010/main" val="52650834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83604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Bullets">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t="28584" b="35112"/>
          <a:stretch/>
        </p:blipFill>
        <p:spPr>
          <a:xfrm>
            <a:off x="-21648" y="5916255"/>
            <a:ext cx="16338876" cy="3262184"/>
          </a:xfrm>
          <a:prstGeom prst="rect">
            <a:avLst/>
          </a:prstGeom>
        </p:spPr>
      </p:pic>
      <p:pic>
        <p:nvPicPr>
          <p:cNvPr id="8" name="Picture 7"/>
          <p:cNvPicPr>
            <a:picLocks noChangeAspect="1"/>
          </p:cNvPicPr>
          <p:nvPr userDrawn="1"/>
        </p:nvPicPr>
        <p:blipFill>
          <a:blip r:embed="rId3"/>
          <a:stretch>
            <a:fillRect/>
          </a:stretch>
        </p:blipFill>
        <p:spPr>
          <a:xfrm>
            <a:off x="11772108" y="8279414"/>
            <a:ext cx="3266164" cy="515959"/>
          </a:xfrm>
          <a:prstGeom prst="rect">
            <a:avLst/>
          </a:prstGeom>
        </p:spPr>
      </p:pic>
      <p:sp>
        <p:nvSpPr>
          <p:cNvPr id="9" name="TextBox 8"/>
          <p:cNvSpPr txBox="1"/>
          <p:nvPr userDrawn="1"/>
        </p:nvSpPr>
        <p:spPr>
          <a:xfrm>
            <a:off x="15449843" y="8452500"/>
            <a:ext cx="1028961" cy="379656"/>
          </a:xfrm>
          <a:prstGeom prst="rect">
            <a:avLst/>
          </a:prstGeom>
          <a:noFill/>
        </p:spPr>
        <p:txBody>
          <a:bodyPr wrap="square" rtlCol="0">
            <a:spAutoFit/>
          </a:bodyPr>
          <a:lstStyle/>
          <a:p>
            <a:fld id="{A297524F-1255-8D44-BDFB-444B5FA53CDB}" type="slidenum">
              <a:rPr lang="en-US" sz="1867" b="1" smtClean="0">
                <a:solidFill>
                  <a:schemeClr val="bg1"/>
                </a:solidFill>
                <a:latin typeface="Arial" charset="0"/>
                <a:ea typeface="Arial" charset="0"/>
                <a:cs typeface="Arial" charset="0"/>
              </a:rPr>
              <a:t>‹#›</a:t>
            </a:fld>
            <a:endParaRPr lang="en-US" sz="1867" b="1" dirty="0">
              <a:solidFill>
                <a:schemeClr val="bg1"/>
              </a:solidFill>
              <a:latin typeface="Arial" charset="0"/>
              <a:ea typeface="Arial" charset="0"/>
              <a:cs typeface="Arial" charset="0"/>
            </a:endParaRPr>
          </a:p>
        </p:txBody>
      </p:sp>
      <p:sp>
        <p:nvSpPr>
          <p:cNvPr id="10" name="Title 1"/>
          <p:cNvSpPr>
            <a:spLocks noGrp="1"/>
          </p:cNvSpPr>
          <p:nvPr>
            <p:ph type="title" hasCustomPrompt="1"/>
          </p:nvPr>
        </p:nvSpPr>
        <p:spPr>
          <a:xfrm>
            <a:off x="1600473" y="692356"/>
            <a:ext cx="8848900" cy="1479385"/>
          </a:xfrm>
        </p:spPr>
        <p:txBody>
          <a:bodyPr>
            <a:normAutofit/>
          </a:bodyPr>
          <a:lstStyle/>
          <a:p>
            <a:r>
              <a:rPr lang="en-US" sz="3200" dirty="0"/>
              <a:t>Title</a:t>
            </a:r>
          </a:p>
        </p:txBody>
      </p:sp>
      <p:sp>
        <p:nvSpPr>
          <p:cNvPr id="11" name="Content Placeholder 2"/>
          <p:cNvSpPr>
            <a:spLocks noGrp="1"/>
          </p:cNvSpPr>
          <p:nvPr>
            <p:ph idx="1" hasCustomPrompt="1"/>
          </p:nvPr>
        </p:nvSpPr>
        <p:spPr>
          <a:xfrm>
            <a:off x="1600472" y="2171734"/>
            <a:ext cx="13006481" cy="4224469"/>
          </a:xfrm>
        </p:spPr>
        <p:txBody>
          <a:bodyPr/>
          <a:lstStyle/>
          <a:p>
            <a:r>
              <a:rPr lang="en-US" sz="2667" dirty="0"/>
              <a:t>bullets</a:t>
            </a:r>
          </a:p>
          <a:p>
            <a:endParaRPr lang="en-US" sz="3200" dirty="0"/>
          </a:p>
          <a:p>
            <a:endParaRPr lang="en-US" sz="3200" dirty="0"/>
          </a:p>
        </p:txBody>
      </p:sp>
    </p:spTree>
    <p:extLst>
      <p:ext uri="{BB962C8B-B14F-4D97-AF65-F5344CB8AC3E}">
        <p14:creationId xmlns:p14="http://schemas.microsoft.com/office/powerpoint/2010/main" val="4063286899"/>
      </p:ext>
    </p:extLst>
  </p:cSld>
  <p:clrMapOvr>
    <a:masterClrMapping/>
  </p:clrMapOvr>
  <p:hf hdr="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lide">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015979"/>
            <a:ext cx="16257588" cy="1739093"/>
          </a:xfrm>
          <a:prstGeom prst="rect">
            <a:avLst/>
          </a:prstGeom>
        </p:spPr>
      </p:pic>
      <p:sp>
        <p:nvSpPr>
          <p:cNvPr id="2" name="Title 1"/>
          <p:cNvSpPr>
            <a:spLocks noGrp="1"/>
          </p:cNvSpPr>
          <p:nvPr>
            <p:ph type="ctrTitle" hasCustomPrompt="1"/>
          </p:nvPr>
        </p:nvSpPr>
        <p:spPr>
          <a:xfrm>
            <a:off x="812882" y="1716573"/>
            <a:ext cx="9668510" cy="2180691"/>
          </a:xfrm>
        </p:spPr>
        <p:txBody>
          <a:bodyPr anchor="b"/>
          <a:lstStyle>
            <a:lvl1pPr>
              <a:defRPr>
                <a:solidFill>
                  <a:schemeClr val="bg1"/>
                </a:solidFill>
              </a:defRPr>
            </a:lvl1pPr>
          </a:lstStyle>
          <a:p>
            <a:r>
              <a:rPr lang="en-CA" dirty="0"/>
              <a:t>This is your presentation title</a:t>
            </a:r>
            <a:endParaRPr lang="en-US" dirty="0"/>
          </a:p>
        </p:txBody>
      </p:sp>
      <p:sp>
        <p:nvSpPr>
          <p:cNvPr id="3" name="Subtitle 2"/>
          <p:cNvSpPr>
            <a:spLocks noGrp="1"/>
          </p:cNvSpPr>
          <p:nvPr>
            <p:ph type="subTitle" idx="1" hasCustomPrompt="1"/>
          </p:nvPr>
        </p:nvSpPr>
        <p:spPr>
          <a:xfrm>
            <a:off x="812883" y="4032727"/>
            <a:ext cx="12157629" cy="2336800"/>
          </a:xfrm>
        </p:spPr>
        <p:txBody>
          <a:bodyPr lIns="0" tIns="0" rIns="0" bIns="0">
            <a:noAutofit/>
          </a:bodyPr>
          <a:lstStyle>
            <a:lvl1pPr marL="0" indent="0" algn="l">
              <a:lnSpc>
                <a:spcPct val="100000"/>
              </a:lnSpc>
              <a:buNone/>
              <a:defRPr sz="4800" baseline="0">
                <a:solidFill>
                  <a:schemeClr val="accent3"/>
                </a:solidFill>
              </a:defRPr>
            </a:lvl1pPr>
            <a:lvl2pPr marL="781459" indent="0" algn="ctr">
              <a:buNone/>
              <a:defRPr>
                <a:solidFill>
                  <a:schemeClr val="tx1">
                    <a:tint val="75000"/>
                  </a:schemeClr>
                </a:solidFill>
              </a:defRPr>
            </a:lvl2pPr>
            <a:lvl3pPr marL="1562920" indent="0" algn="ctr">
              <a:buNone/>
              <a:defRPr>
                <a:solidFill>
                  <a:schemeClr val="tx1">
                    <a:tint val="75000"/>
                  </a:schemeClr>
                </a:solidFill>
              </a:defRPr>
            </a:lvl3pPr>
            <a:lvl4pPr marL="2344379" indent="0" algn="ctr">
              <a:buNone/>
              <a:defRPr>
                <a:solidFill>
                  <a:schemeClr val="tx1">
                    <a:tint val="75000"/>
                  </a:schemeClr>
                </a:solidFill>
              </a:defRPr>
            </a:lvl4pPr>
            <a:lvl5pPr marL="3125839" indent="0" algn="ctr">
              <a:buNone/>
              <a:defRPr>
                <a:solidFill>
                  <a:schemeClr val="tx1">
                    <a:tint val="75000"/>
                  </a:schemeClr>
                </a:solidFill>
              </a:defRPr>
            </a:lvl5pPr>
            <a:lvl6pPr marL="3907298" indent="0" algn="ctr">
              <a:buNone/>
              <a:defRPr>
                <a:solidFill>
                  <a:schemeClr val="tx1">
                    <a:tint val="75000"/>
                  </a:schemeClr>
                </a:solidFill>
              </a:defRPr>
            </a:lvl6pPr>
            <a:lvl7pPr marL="4688757" indent="0" algn="ctr">
              <a:buNone/>
              <a:defRPr>
                <a:solidFill>
                  <a:schemeClr val="tx1">
                    <a:tint val="75000"/>
                  </a:schemeClr>
                </a:solidFill>
              </a:defRPr>
            </a:lvl7pPr>
            <a:lvl8pPr marL="5470218" indent="0" algn="ctr">
              <a:buNone/>
              <a:defRPr>
                <a:solidFill>
                  <a:schemeClr val="tx1">
                    <a:tint val="75000"/>
                  </a:schemeClr>
                </a:solidFill>
              </a:defRPr>
            </a:lvl8pPr>
            <a:lvl9pPr marL="6251677" indent="0" algn="ctr">
              <a:buNone/>
              <a:defRPr>
                <a:solidFill>
                  <a:schemeClr val="tx1">
                    <a:tint val="75000"/>
                  </a:schemeClr>
                </a:solidFill>
              </a:defRPr>
            </a:lvl9pPr>
          </a:lstStyle>
          <a:p>
            <a:r>
              <a:rPr lang="en-CA" dirty="0"/>
              <a:t>Presentation subtitle or brief one-sentence description.</a:t>
            </a:r>
            <a:endParaRPr lang="en-US" dirty="0"/>
          </a:p>
        </p:txBody>
      </p:sp>
      <p:sp>
        <p:nvSpPr>
          <p:cNvPr id="5" name="Text Placeholder 4"/>
          <p:cNvSpPr>
            <a:spLocks noGrp="1"/>
          </p:cNvSpPr>
          <p:nvPr>
            <p:ph type="body" sz="quarter" idx="10" hasCustomPrompt="1"/>
          </p:nvPr>
        </p:nvSpPr>
        <p:spPr>
          <a:xfrm>
            <a:off x="829733" y="7346546"/>
            <a:ext cx="7145607" cy="993775"/>
          </a:xfrm>
        </p:spPr>
        <p:txBody>
          <a:bodyPr anchor="b"/>
          <a:lstStyle>
            <a:lvl1pPr>
              <a:defRPr baseline="0">
                <a:solidFill>
                  <a:schemeClr val="bg1"/>
                </a:solidFill>
              </a:defRPr>
            </a:lvl1pPr>
          </a:lstStyle>
          <a:p>
            <a:pPr lvl="0"/>
            <a:r>
              <a:rPr lang="en-CA" dirty="0"/>
              <a:t>Month 24th, 2017</a:t>
            </a:r>
            <a:endParaRPr lang="en-US" dirty="0"/>
          </a:p>
        </p:txBody>
      </p:sp>
      <p:pic>
        <p:nvPicPr>
          <p:cNvPr id="4" name="Picture 3" descr="ac-logo.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057728" y="825407"/>
            <a:ext cx="3390901" cy="711200"/>
          </a:xfrm>
          <a:prstGeom prst="rect">
            <a:avLst/>
          </a:prstGeom>
        </p:spPr>
      </p:pic>
    </p:spTree>
    <p:extLst>
      <p:ext uri="{BB962C8B-B14F-4D97-AF65-F5344CB8AC3E}">
        <p14:creationId xmlns:p14="http://schemas.microsoft.com/office/powerpoint/2010/main" val="262828548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ection Separator">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14" name="Picture 13"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015979"/>
            <a:ext cx="16257588" cy="1739093"/>
          </a:xfrm>
          <a:prstGeom prst="rect">
            <a:avLst/>
          </a:prstGeom>
        </p:spPr>
      </p:pic>
      <p:sp>
        <p:nvSpPr>
          <p:cNvPr id="2" name="Title 1"/>
          <p:cNvSpPr>
            <a:spLocks noGrp="1"/>
          </p:cNvSpPr>
          <p:nvPr>
            <p:ph type="title" hasCustomPrompt="1"/>
          </p:nvPr>
        </p:nvSpPr>
        <p:spPr>
          <a:xfrm>
            <a:off x="812881" y="2059516"/>
            <a:ext cx="9668512" cy="1816101"/>
          </a:xfrm>
        </p:spPr>
        <p:txBody>
          <a:bodyPr anchor="b">
            <a:noAutofit/>
          </a:bodyPr>
          <a:lstStyle>
            <a:lvl1pPr algn="l">
              <a:lnSpc>
                <a:spcPct val="100000"/>
              </a:lnSpc>
              <a:defRPr sz="4800" b="1" cap="none" baseline="0">
                <a:solidFill>
                  <a:srgbClr val="FFFFFF"/>
                </a:solidFill>
              </a:defRPr>
            </a:lvl1pPr>
          </a:lstStyle>
          <a:p>
            <a:r>
              <a:rPr lang="en-CA" dirty="0"/>
              <a:t>Chapter or Section title</a:t>
            </a:r>
            <a:endParaRPr lang="en-US" dirty="0"/>
          </a:p>
        </p:txBody>
      </p:sp>
      <p:sp>
        <p:nvSpPr>
          <p:cNvPr id="3" name="Text Placeholder 2"/>
          <p:cNvSpPr>
            <a:spLocks noGrp="1"/>
          </p:cNvSpPr>
          <p:nvPr>
            <p:ph type="body" idx="1" hasCustomPrompt="1"/>
          </p:nvPr>
        </p:nvSpPr>
        <p:spPr>
          <a:xfrm>
            <a:off x="812881" y="4083761"/>
            <a:ext cx="9668512" cy="2000251"/>
          </a:xfrm>
        </p:spPr>
        <p:txBody>
          <a:bodyPr lIns="0" tIns="0" rIns="0" bIns="0" anchor="t"/>
          <a:lstStyle>
            <a:lvl1pPr marL="0" indent="0">
              <a:lnSpc>
                <a:spcPct val="100000"/>
              </a:lnSpc>
              <a:buNone/>
              <a:defRPr sz="3400" baseline="0">
                <a:solidFill>
                  <a:srgbClr val="A6C8BC"/>
                </a:solidFill>
              </a:defRPr>
            </a:lvl1pPr>
            <a:lvl2pPr marL="781459" indent="0">
              <a:buNone/>
              <a:defRPr sz="3100">
                <a:solidFill>
                  <a:schemeClr val="tx1">
                    <a:tint val="75000"/>
                  </a:schemeClr>
                </a:solidFill>
              </a:defRPr>
            </a:lvl2pPr>
            <a:lvl3pPr marL="1562920" indent="0">
              <a:buNone/>
              <a:defRPr sz="2700">
                <a:solidFill>
                  <a:schemeClr val="tx1">
                    <a:tint val="75000"/>
                  </a:schemeClr>
                </a:solidFill>
              </a:defRPr>
            </a:lvl3pPr>
            <a:lvl4pPr marL="2344379" indent="0">
              <a:buNone/>
              <a:defRPr sz="2400">
                <a:solidFill>
                  <a:schemeClr val="tx1">
                    <a:tint val="75000"/>
                  </a:schemeClr>
                </a:solidFill>
              </a:defRPr>
            </a:lvl4pPr>
            <a:lvl5pPr marL="3125839" indent="0">
              <a:buNone/>
              <a:defRPr sz="2400">
                <a:solidFill>
                  <a:schemeClr val="tx1">
                    <a:tint val="75000"/>
                  </a:schemeClr>
                </a:solidFill>
              </a:defRPr>
            </a:lvl5pPr>
            <a:lvl6pPr marL="3907298" indent="0">
              <a:buNone/>
              <a:defRPr sz="2400">
                <a:solidFill>
                  <a:schemeClr val="tx1">
                    <a:tint val="75000"/>
                  </a:schemeClr>
                </a:solidFill>
              </a:defRPr>
            </a:lvl6pPr>
            <a:lvl7pPr marL="4688757" indent="0">
              <a:buNone/>
              <a:defRPr sz="2400">
                <a:solidFill>
                  <a:schemeClr val="tx1">
                    <a:tint val="75000"/>
                  </a:schemeClr>
                </a:solidFill>
              </a:defRPr>
            </a:lvl7pPr>
            <a:lvl8pPr marL="5470218" indent="0">
              <a:buNone/>
              <a:defRPr sz="2400">
                <a:solidFill>
                  <a:schemeClr val="tx1">
                    <a:tint val="75000"/>
                  </a:schemeClr>
                </a:solidFill>
              </a:defRPr>
            </a:lvl8pPr>
            <a:lvl9pPr marL="6251677" indent="0">
              <a:buNone/>
              <a:defRPr sz="2400">
                <a:solidFill>
                  <a:schemeClr val="tx1">
                    <a:tint val="75000"/>
                  </a:schemeClr>
                </a:solidFill>
              </a:defRPr>
            </a:lvl9pPr>
          </a:lstStyle>
          <a:p>
            <a:pPr lvl="0"/>
            <a:r>
              <a:rPr lang="en-CA" dirty="0"/>
              <a:t>Brief description or intro to this section</a:t>
            </a:r>
          </a:p>
        </p:txBody>
      </p:sp>
      <p:pic>
        <p:nvPicPr>
          <p:cNvPr id="10" name="Picture 9" descr="ac-icon.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4618894" y="689943"/>
            <a:ext cx="965200" cy="711200"/>
          </a:xfrm>
          <a:prstGeom prst="rect">
            <a:avLst/>
          </a:prstGeom>
        </p:spPr>
      </p:pic>
      <p:sp>
        <p:nvSpPr>
          <p:cNvPr id="15" name="Slide Number Placeholder 8"/>
          <p:cNvSpPr>
            <a:spLocks noGrp="1"/>
          </p:cNvSpPr>
          <p:nvPr>
            <p:ph type="sldNum" sz="quarter" idx="11"/>
          </p:nvPr>
        </p:nvSpPr>
        <p:spPr>
          <a:xfrm>
            <a:off x="199082" y="8497455"/>
            <a:ext cx="529132" cy="486835"/>
          </a:xfrm>
        </p:spPr>
        <p:txBody>
          <a:bodyPr/>
          <a:lstStyle>
            <a:lvl1pPr>
              <a:defRPr>
                <a:solidFill>
                  <a:srgbClr val="96B7A6"/>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9886747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 Author">
    <p:bg>
      <p:bgPr>
        <a:solidFill>
          <a:schemeClr val="bg1"/>
        </a:solidFill>
        <a:effectLst/>
      </p:bgPr>
    </p:bg>
    <p:spTree>
      <p:nvGrpSpPr>
        <p:cNvPr id="1" name=""/>
        <p:cNvGrpSpPr/>
        <p:nvPr/>
      </p:nvGrpSpPr>
      <p:grpSpPr>
        <a:xfrm>
          <a:off x="0" y="0"/>
          <a:ext cx="0" cy="0"/>
          <a:chOff x="0" y="0"/>
          <a:chExt cx="0" cy="0"/>
        </a:xfrm>
      </p:grpSpPr>
      <p:sp>
        <p:nvSpPr>
          <p:cNvPr id="5" name="Picture Placeholder 4"/>
          <p:cNvSpPr>
            <a:spLocks noGrp="1"/>
          </p:cNvSpPr>
          <p:nvPr>
            <p:ph type="pic" sz="quarter" idx="15" hasCustomPrompt="1"/>
          </p:nvPr>
        </p:nvSpPr>
        <p:spPr>
          <a:xfrm>
            <a:off x="3335758" y="2404535"/>
            <a:ext cx="4633425" cy="4303580"/>
          </a:xfrm>
        </p:spPr>
        <p:txBody>
          <a:bodyPr/>
          <a:lstStyle/>
          <a:p>
            <a:r>
              <a:rPr lang="en-US" dirty="0"/>
              <a:t>Author Photo</a:t>
            </a:r>
          </a:p>
        </p:txBody>
      </p:sp>
      <p:sp>
        <p:nvSpPr>
          <p:cNvPr id="11" name="Text Placeholder 10"/>
          <p:cNvSpPr>
            <a:spLocks noGrp="1"/>
          </p:cNvSpPr>
          <p:nvPr>
            <p:ph type="body" sz="quarter" idx="17" hasCustomPrompt="1"/>
          </p:nvPr>
        </p:nvSpPr>
        <p:spPr>
          <a:xfrm>
            <a:off x="8297063" y="3115734"/>
            <a:ext cx="4673448" cy="2881183"/>
          </a:xfrm>
        </p:spPr>
        <p:txBody>
          <a:bodyPr anchor="ctr"/>
          <a:lstStyle/>
          <a:p>
            <a:pPr lvl="0"/>
            <a:r>
              <a:rPr lang="en-CA" dirty="0"/>
              <a:t>Author description</a:t>
            </a:r>
          </a:p>
        </p:txBody>
      </p:sp>
      <p:sp>
        <p:nvSpPr>
          <p:cNvPr id="8" name="Title 1"/>
          <p:cNvSpPr>
            <a:spLocks noGrp="1"/>
          </p:cNvSpPr>
          <p:nvPr>
            <p:ph type="title" hasCustomPrompt="1"/>
          </p:nvPr>
        </p:nvSpPr>
        <p:spPr>
          <a:xfrm>
            <a:off x="812881" y="768366"/>
            <a:ext cx="9475914" cy="1335973"/>
          </a:xfrm>
        </p:spPr>
        <p:txBody>
          <a:bodyPr anchor="t">
            <a:noAutofit/>
          </a:bodyPr>
          <a:lstStyle>
            <a:lvl1pPr>
              <a:defRPr sz="4800" b="1" baseline="0">
                <a:solidFill>
                  <a:schemeClr val="tx2"/>
                </a:solidFill>
              </a:defRPr>
            </a:lvl1pPr>
          </a:lstStyle>
          <a:p>
            <a:r>
              <a:rPr lang="en-CA" dirty="0"/>
              <a:t>About the Author (1 author)</a:t>
            </a:r>
            <a:endParaRPr lang="en-US" dirty="0"/>
          </a:p>
        </p:txBody>
      </p:sp>
      <p:sp>
        <p:nvSpPr>
          <p:cNvPr id="7" name="Text Placeholder 6"/>
          <p:cNvSpPr>
            <a:spLocks noGrp="1"/>
          </p:cNvSpPr>
          <p:nvPr>
            <p:ph type="body" sz="quarter" idx="18" hasCustomPrompt="1"/>
          </p:nvPr>
        </p:nvSpPr>
        <p:spPr>
          <a:xfrm>
            <a:off x="8296274" y="2405063"/>
            <a:ext cx="4673601" cy="710671"/>
          </a:xfrm>
        </p:spPr>
        <p:txBody>
          <a:bodyPr/>
          <a:lstStyle>
            <a:lvl1pPr>
              <a:defRPr b="1">
                <a:solidFill>
                  <a:srgbClr val="599A83"/>
                </a:solidFill>
              </a:defRPr>
            </a:lvl1pPr>
          </a:lstStyle>
          <a:p>
            <a:pPr lvl="0"/>
            <a:r>
              <a:rPr lang="en-CA" dirty="0"/>
              <a:t>Author Name</a:t>
            </a:r>
          </a:p>
        </p:txBody>
      </p:sp>
      <p:sp>
        <p:nvSpPr>
          <p:cNvPr id="13" name="Text Placeholder 12"/>
          <p:cNvSpPr>
            <a:spLocks noGrp="1"/>
          </p:cNvSpPr>
          <p:nvPr>
            <p:ph type="body" sz="quarter" idx="19" hasCustomPrompt="1"/>
          </p:nvPr>
        </p:nvSpPr>
        <p:spPr>
          <a:xfrm>
            <a:off x="8296274" y="5997576"/>
            <a:ext cx="4673601" cy="710539"/>
          </a:xfrm>
        </p:spPr>
        <p:txBody>
          <a:bodyPr anchor="b"/>
          <a:lstStyle>
            <a:lvl1pPr>
              <a:defRPr sz="2100"/>
            </a:lvl1pPr>
          </a:lstStyle>
          <a:p>
            <a:pPr lvl="0"/>
            <a:r>
              <a:rPr lang="en-CA" dirty="0"/>
              <a:t>Author email</a:t>
            </a:r>
          </a:p>
        </p:txBody>
      </p:sp>
    </p:spTree>
    <p:extLst>
      <p:ext uri="{BB962C8B-B14F-4D97-AF65-F5344CB8AC3E}">
        <p14:creationId xmlns:p14="http://schemas.microsoft.com/office/powerpoint/2010/main" val="2655028676"/>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 Authors">
    <p:bg>
      <p:bgPr>
        <a:solidFill>
          <a:schemeClr val="bg1"/>
        </a:solidFill>
        <a:effectLst/>
      </p:bgPr>
    </p:bg>
    <p:spTree>
      <p:nvGrpSpPr>
        <p:cNvPr id="1" name=""/>
        <p:cNvGrpSpPr/>
        <p:nvPr/>
      </p:nvGrpSpPr>
      <p:grpSpPr>
        <a:xfrm>
          <a:off x="0" y="0"/>
          <a:ext cx="0" cy="0"/>
          <a:chOff x="0" y="0"/>
          <a:chExt cx="0" cy="0"/>
        </a:xfrm>
      </p:grpSpPr>
      <p:sp>
        <p:nvSpPr>
          <p:cNvPr id="5" name="Picture Placeholder 4"/>
          <p:cNvSpPr>
            <a:spLocks noGrp="1"/>
          </p:cNvSpPr>
          <p:nvPr>
            <p:ph type="pic" sz="quarter" idx="15" hasCustomPrompt="1"/>
          </p:nvPr>
        </p:nvSpPr>
        <p:spPr>
          <a:xfrm>
            <a:off x="829815" y="2405063"/>
            <a:ext cx="2167288" cy="2013003"/>
          </a:xfrm>
        </p:spPr>
        <p:txBody>
          <a:bodyPr/>
          <a:lstStyle/>
          <a:p>
            <a:r>
              <a:rPr lang="en-US" dirty="0"/>
              <a:t>Author Photo</a:t>
            </a:r>
          </a:p>
        </p:txBody>
      </p:sp>
      <p:sp>
        <p:nvSpPr>
          <p:cNvPr id="11" name="Text Placeholder 10"/>
          <p:cNvSpPr>
            <a:spLocks noGrp="1"/>
          </p:cNvSpPr>
          <p:nvPr>
            <p:ph type="body" sz="quarter" idx="17" hasCustomPrompt="1"/>
          </p:nvPr>
        </p:nvSpPr>
        <p:spPr>
          <a:xfrm>
            <a:off x="3318932" y="3115733"/>
            <a:ext cx="4673448" cy="2387600"/>
          </a:xfrm>
        </p:spPr>
        <p:txBody>
          <a:bodyPr anchor="t"/>
          <a:lstStyle/>
          <a:p>
            <a:pPr lvl="0"/>
            <a:r>
              <a:rPr lang="en-CA" dirty="0"/>
              <a:t>Author description</a:t>
            </a:r>
          </a:p>
        </p:txBody>
      </p:sp>
      <p:sp>
        <p:nvSpPr>
          <p:cNvPr id="8" name="Title 1"/>
          <p:cNvSpPr>
            <a:spLocks noGrp="1"/>
          </p:cNvSpPr>
          <p:nvPr>
            <p:ph type="title" hasCustomPrompt="1"/>
          </p:nvPr>
        </p:nvSpPr>
        <p:spPr>
          <a:xfrm>
            <a:off x="812881" y="768366"/>
            <a:ext cx="9475914" cy="1335973"/>
          </a:xfrm>
        </p:spPr>
        <p:txBody>
          <a:bodyPr anchor="t">
            <a:noAutofit/>
          </a:bodyPr>
          <a:lstStyle>
            <a:lvl1pPr>
              <a:defRPr sz="4800" b="1" baseline="0">
                <a:solidFill>
                  <a:srgbClr val="00673E"/>
                </a:solidFill>
              </a:defRPr>
            </a:lvl1pPr>
          </a:lstStyle>
          <a:p>
            <a:r>
              <a:rPr lang="en-CA" dirty="0"/>
              <a:t>About the Author (2 authors)</a:t>
            </a:r>
            <a:endParaRPr lang="en-US" dirty="0"/>
          </a:p>
        </p:txBody>
      </p:sp>
      <p:sp>
        <p:nvSpPr>
          <p:cNvPr id="7" name="Text Placeholder 6"/>
          <p:cNvSpPr>
            <a:spLocks noGrp="1"/>
          </p:cNvSpPr>
          <p:nvPr>
            <p:ph type="body" sz="quarter" idx="18" hasCustomPrompt="1"/>
          </p:nvPr>
        </p:nvSpPr>
        <p:spPr>
          <a:xfrm>
            <a:off x="3318144" y="2405063"/>
            <a:ext cx="4673601" cy="710671"/>
          </a:xfrm>
        </p:spPr>
        <p:txBody>
          <a:bodyPr/>
          <a:lstStyle>
            <a:lvl1pPr>
              <a:defRPr b="1">
                <a:solidFill>
                  <a:srgbClr val="599A83"/>
                </a:solidFill>
              </a:defRPr>
            </a:lvl1pPr>
          </a:lstStyle>
          <a:p>
            <a:pPr lvl="0"/>
            <a:r>
              <a:rPr lang="en-CA" dirty="0"/>
              <a:t>Author 1 Name</a:t>
            </a:r>
          </a:p>
        </p:txBody>
      </p:sp>
      <p:sp>
        <p:nvSpPr>
          <p:cNvPr id="13" name="Text Placeholder 12"/>
          <p:cNvSpPr>
            <a:spLocks noGrp="1"/>
          </p:cNvSpPr>
          <p:nvPr>
            <p:ph type="body" sz="quarter" idx="19" hasCustomPrompt="1"/>
          </p:nvPr>
        </p:nvSpPr>
        <p:spPr>
          <a:xfrm>
            <a:off x="3318144" y="5503333"/>
            <a:ext cx="4673601" cy="710539"/>
          </a:xfrm>
        </p:spPr>
        <p:txBody>
          <a:bodyPr anchor="b"/>
          <a:lstStyle>
            <a:lvl1pPr>
              <a:defRPr sz="2100"/>
            </a:lvl1pPr>
          </a:lstStyle>
          <a:p>
            <a:pPr lvl="0"/>
            <a:r>
              <a:rPr lang="en-CA" dirty="0"/>
              <a:t>Author email</a:t>
            </a:r>
          </a:p>
        </p:txBody>
      </p:sp>
      <p:sp>
        <p:nvSpPr>
          <p:cNvPr id="9" name="Picture Placeholder 4"/>
          <p:cNvSpPr>
            <a:spLocks noGrp="1"/>
          </p:cNvSpPr>
          <p:nvPr>
            <p:ph type="pic" sz="quarter" idx="20" hasCustomPrompt="1"/>
          </p:nvPr>
        </p:nvSpPr>
        <p:spPr>
          <a:xfrm>
            <a:off x="8297172" y="2405063"/>
            <a:ext cx="2167288" cy="2013003"/>
          </a:xfrm>
        </p:spPr>
        <p:txBody>
          <a:bodyPr/>
          <a:lstStyle/>
          <a:p>
            <a:r>
              <a:rPr lang="en-US" dirty="0"/>
              <a:t>Author Photo</a:t>
            </a:r>
          </a:p>
        </p:txBody>
      </p:sp>
      <p:sp>
        <p:nvSpPr>
          <p:cNvPr id="10" name="Text Placeholder 10"/>
          <p:cNvSpPr>
            <a:spLocks noGrp="1"/>
          </p:cNvSpPr>
          <p:nvPr>
            <p:ph type="body" sz="quarter" idx="21" hasCustomPrompt="1"/>
          </p:nvPr>
        </p:nvSpPr>
        <p:spPr>
          <a:xfrm>
            <a:off x="10786290" y="3115733"/>
            <a:ext cx="4673448" cy="2387600"/>
          </a:xfrm>
        </p:spPr>
        <p:txBody>
          <a:bodyPr anchor="t"/>
          <a:lstStyle/>
          <a:p>
            <a:pPr lvl="0"/>
            <a:r>
              <a:rPr lang="en-CA" dirty="0"/>
              <a:t>Author description</a:t>
            </a:r>
          </a:p>
        </p:txBody>
      </p:sp>
      <p:sp>
        <p:nvSpPr>
          <p:cNvPr id="12" name="Text Placeholder 6"/>
          <p:cNvSpPr>
            <a:spLocks noGrp="1"/>
          </p:cNvSpPr>
          <p:nvPr>
            <p:ph type="body" sz="quarter" idx="22" hasCustomPrompt="1"/>
          </p:nvPr>
        </p:nvSpPr>
        <p:spPr>
          <a:xfrm>
            <a:off x="10785501" y="2405063"/>
            <a:ext cx="4673601" cy="710671"/>
          </a:xfrm>
        </p:spPr>
        <p:txBody>
          <a:bodyPr/>
          <a:lstStyle>
            <a:lvl1pPr>
              <a:defRPr b="1">
                <a:solidFill>
                  <a:srgbClr val="599A83"/>
                </a:solidFill>
              </a:defRPr>
            </a:lvl1pPr>
          </a:lstStyle>
          <a:p>
            <a:pPr lvl="0"/>
            <a:r>
              <a:rPr lang="en-CA" dirty="0"/>
              <a:t>Author 2 Name</a:t>
            </a:r>
          </a:p>
        </p:txBody>
      </p:sp>
      <p:sp>
        <p:nvSpPr>
          <p:cNvPr id="14" name="Text Placeholder 12"/>
          <p:cNvSpPr>
            <a:spLocks noGrp="1"/>
          </p:cNvSpPr>
          <p:nvPr>
            <p:ph type="body" sz="quarter" idx="23" hasCustomPrompt="1"/>
          </p:nvPr>
        </p:nvSpPr>
        <p:spPr>
          <a:xfrm>
            <a:off x="10785501" y="5503333"/>
            <a:ext cx="4673601" cy="710539"/>
          </a:xfrm>
        </p:spPr>
        <p:txBody>
          <a:bodyPr anchor="b"/>
          <a:lstStyle>
            <a:lvl1pPr>
              <a:defRPr sz="2100"/>
            </a:lvl1pPr>
          </a:lstStyle>
          <a:p>
            <a:pPr lvl="0"/>
            <a:r>
              <a:rPr lang="en-CA" dirty="0"/>
              <a:t>Author email</a:t>
            </a:r>
          </a:p>
        </p:txBody>
      </p:sp>
      <p:pic>
        <p:nvPicPr>
          <p:cNvPr id="15" name="Picture 14" descr="curtain-100.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365826"/>
            <a:ext cx="16257588" cy="1778175"/>
          </a:xfrm>
          <a:prstGeom prst="rect">
            <a:avLst/>
          </a:prstGeom>
        </p:spPr>
      </p:pic>
    </p:spTree>
    <p:extLst>
      <p:ext uri="{BB962C8B-B14F-4D97-AF65-F5344CB8AC3E}">
        <p14:creationId xmlns:p14="http://schemas.microsoft.com/office/powerpoint/2010/main" val="39660361"/>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Col Key Point w/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6"/>
            <a:ext cx="9475914" cy="1335973"/>
          </a:xfrm>
        </p:spPr>
        <p:txBody>
          <a:bodyPr anchor="t">
            <a:noAutofit/>
          </a:bodyPr>
          <a:lstStyle>
            <a:lvl1pPr>
              <a:defRPr sz="4800" b="1" baseline="0">
                <a:solidFill>
                  <a:srgbClr val="00673E"/>
                </a:solidFill>
              </a:defRPr>
            </a:lvl1pPr>
          </a:lstStyle>
          <a:p>
            <a:r>
              <a:rPr lang="en-CA" dirty="0"/>
              <a:t>This is a 1-column key point text slide</a:t>
            </a:r>
            <a:endParaRPr lang="en-US" dirty="0"/>
          </a:p>
        </p:txBody>
      </p:sp>
      <p:sp>
        <p:nvSpPr>
          <p:cNvPr id="12" name="Text Placeholder 5"/>
          <p:cNvSpPr>
            <a:spLocks noGrp="1"/>
          </p:cNvSpPr>
          <p:nvPr>
            <p:ph type="body" sz="quarter" idx="15" hasCustomPrompt="1"/>
          </p:nvPr>
        </p:nvSpPr>
        <p:spPr>
          <a:xfrm>
            <a:off x="812882" y="2404535"/>
            <a:ext cx="11615780" cy="5130800"/>
          </a:xfrm>
        </p:spPr>
        <p:txBody>
          <a:bodyPr/>
          <a:lstStyle>
            <a:lvl1pPr>
              <a:spcBef>
                <a:spcPts val="1600"/>
              </a:spcBef>
              <a:defRPr baseline="0"/>
            </a:lvl1pPr>
            <a:lvl3pPr marL="2020047" indent="-457127">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3" name="Text Placeholder 9"/>
          <p:cNvSpPr>
            <a:spLocks noGrp="1"/>
          </p:cNvSpPr>
          <p:nvPr>
            <p:ph type="body" sz="quarter" idx="14" hasCustomPrompt="1"/>
          </p:nvPr>
        </p:nvSpPr>
        <p:spPr>
          <a:xfrm>
            <a:off x="13104841" y="735010"/>
            <a:ext cx="2339869" cy="6800323"/>
          </a:xfrm>
        </p:spPr>
        <p:txBody>
          <a:bodyPr/>
          <a:lstStyle>
            <a:lvl1pPr>
              <a:spcBef>
                <a:spcPts val="1700"/>
              </a:spcBef>
              <a:defRPr sz="2100">
                <a:solidFill>
                  <a:srgbClr val="589278"/>
                </a:solidFill>
              </a:defRPr>
            </a:lvl1pPr>
          </a:lstStyle>
          <a:p>
            <a:pPr lvl="0"/>
            <a:r>
              <a:rPr lang="en-CA" dirty="0"/>
              <a:t>An optional annotation or extra information text box</a:t>
            </a:r>
            <a:endParaRPr lang="en-US" dirty="0"/>
          </a:p>
        </p:txBody>
      </p:sp>
      <p:pic>
        <p:nvPicPr>
          <p:cNvPr id="14" name="Picture 13"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8331202"/>
            <a:ext cx="16256000" cy="819343"/>
          </a:xfrm>
          <a:prstGeom prst="rect">
            <a:avLst/>
          </a:prstGeom>
        </p:spPr>
      </p:pic>
      <p:pic>
        <p:nvPicPr>
          <p:cNvPr id="15" name="Picture 14"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9" y="8595469"/>
            <a:ext cx="394669" cy="290809"/>
          </a:xfrm>
          <a:prstGeom prst="rect">
            <a:avLst/>
          </a:prstGeom>
        </p:spPr>
      </p:pic>
      <p:sp>
        <p:nvSpPr>
          <p:cNvPr id="16" name="Slide Number Placeholder 8"/>
          <p:cNvSpPr>
            <a:spLocks noGrp="1"/>
          </p:cNvSpPr>
          <p:nvPr>
            <p:ph type="sldNum" sz="quarter" idx="19"/>
          </p:nvPr>
        </p:nvSpPr>
        <p:spPr>
          <a:xfrm>
            <a:off x="199082" y="8497455"/>
            <a:ext cx="529132" cy="486835"/>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427883282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Col Key Point, No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812882" y="660399"/>
            <a:ext cx="11615780" cy="6874935"/>
          </a:xfrm>
        </p:spPr>
        <p:txBody>
          <a:bodyPr/>
          <a:lstStyle>
            <a:lvl1pPr>
              <a:spcBef>
                <a:spcPts val="1600"/>
              </a:spcBef>
              <a:defRPr baseline="0"/>
            </a:lvl1pPr>
            <a:lvl3pPr marL="2020047" indent="-457127">
              <a:buFont typeface="Arial"/>
              <a:buChar char="•"/>
              <a:defRPr/>
            </a:lvl3pPr>
            <a:lvl4pPr>
              <a:spcBef>
                <a:spcPts val="1104"/>
              </a:spcBef>
              <a:defRPr>
                <a:solidFill>
                  <a:srgbClr val="599A83"/>
                </a:solidFill>
              </a:defRPr>
            </a:lvl4pPr>
          </a:lstStyle>
          <a:p>
            <a:pPr lvl="0"/>
            <a:r>
              <a:rPr lang="en-CA" dirty="0"/>
              <a:t>A basic 1-column key point slide with no title. 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9"/>
          <p:cNvSpPr>
            <a:spLocks noGrp="1"/>
          </p:cNvSpPr>
          <p:nvPr>
            <p:ph type="body" sz="quarter" idx="14" hasCustomPrompt="1"/>
          </p:nvPr>
        </p:nvSpPr>
        <p:spPr>
          <a:xfrm>
            <a:off x="13104841" y="735010"/>
            <a:ext cx="2339869" cy="6800323"/>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pic>
        <p:nvPicPr>
          <p:cNvPr id="13" name="Picture 12"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8331202"/>
            <a:ext cx="16256000" cy="819343"/>
          </a:xfrm>
          <a:prstGeom prst="rect">
            <a:avLst/>
          </a:prstGeom>
        </p:spPr>
      </p:pic>
      <p:pic>
        <p:nvPicPr>
          <p:cNvPr id="14" name="Picture 13"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9" y="8595469"/>
            <a:ext cx="394669" cy="290809"/>
          </a:xfrm>
          <a:prstGeom prst="rect">
            <a:avLst/>
          </a:prstGeom>
        </p:spPr>
      </p:pic>
      <p:sp>
        <p:nvSpPr>
          <p:cNvPr id="15" name="Slide Number Placeholder 8"/>
          <p:cNvSpPr>
            <a:spLocks noGrp="1"/>
          </p:cNvSpPr>
          <p:nvPr>
            <p:ph type="sldNum" sz="quarter" idx="19"/>
          </p:nvPr>
        </p:nvSpPr>
        <p:spPr>
          <a:xfrm>
            <a:off x="199082" y="8497455"/>
            <a:ext cx="529132" cy="486835"/>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32356203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Col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6"/>
            <a:ext cx="9475914" cy="1335973"/>
          </a:xfrm>
        </p:spPr>
        <p:txBody>
          <a:bodyPr anchor="t">
            <a:noAutofit/>
          </a:bodyPr>
          <a:lstStyle>
            <a:lvl1pPr>
              <a:defRPr sz="4800" b="1" baseline="0">
                <a:solidFill>
                  <a:srgbClr val="00673E"/>
                </a:solidFill>
              </a:defRPr>
            </a:lvl1pPr>
          </a:lstStyle>
          <a:p>
            <a:r>
              <a:rPr lang="en-CA" dirty="0"/>
              <a:t>This is a 2-column key point slide</a:t>
            </a:r>
            <a:endParaRPr lang="en-US" dirty="0"/>
          </a:p>
        </p:txBody>
      </p:sp>
      <p:sp>
        <p:nvSpPr>
          <p:cNvPr id="14" name="Text Placeholder 5"/>
          <p:cNvSpPr>
            <a:spLocks noGrp="1"/>
          </p:cNvSpPr>
          <p:nvPr>
            <p:ph type="body" sz="quarter" idx="15" hasCustomPrompt="1"/>
          </p:nvPr>
        </p:nvSpPr>
        <p:spPr>
          <a:xfrm>
            <a:off x="812883" y="2404535"/>
            <a:ext cx="7162458" cy="5130800"/>
          </a:xfrm>
        </p:spPr>
        <p:txBody>
          <a:bodyPr/>
          <a:lstStyle>
            <a:lvl1pPr>
              <a:spcBef>
                <a:spcPts val="1600"/>
              </a:spcBef>
              <a:defRPr baseline="0"/>
            </a:lvl1pPr>
            <a:lvl3pPr marL="2020047" indent="-457127">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8297171" y="2404535"/>
            <a:ext cx="7147539" cy="5130800"/>
          </a:xfrm>
        </p:spPr>
        <p:txBody>
          <a:bodyPr/>
          <a:lstStyle>
            <a:lvl1pPr>
              <a:spcBef>
                <a:spcPts val="1600"/>
              </a:spcBef>
              <a:defRPr baseline="0"/>
            </a:lvl1pPr>
            <a:lvl3pPr marL="2020047" indent="-457127">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pic>
        <p:nvPicPr>
          <p:cNvPr id="17" name="Picture 16"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8331202"/>
            <a:ext cx="16256000" cy="819343"/>
          </a:xfrm>
          <a:prstGeom prst="rect">
            <a:avLst/>
          </a:prstGeom>
        </p:spPr>
      </p:pic>
      <p:pic>
        <p:nvPicPr>
          <p:cNvPr id="18" name="Picture 17"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9" y="8595469"/>
            <a:ext cx="394669" cy="290809"/>
          </a:xfrm>
          <a:prstGeom prst="rect">
            <a:avLst/>
          </a:prstGeom>
        </p:spPr>
      </p:pic>
      <p:sp>
        <p:nvSpPr>
          <p:cNvPr id="19" name="Slide Number Placeholder 8"/>
          <p:cNvSpPr>
            <a:spLocks noGrp="1"/>
          </p:cNvSpPr>
          <p:nvPr>
            <p:ph type="sldNum" sz="quarter" idx="19"/>
          </p:nvPr>
        </p:nvSpPr>
        <p:spPr>
          <a:xfrm>
            <a:off x="199082" y="8497455"/>
            <a:ext cx="529132" cy="486835"/>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658739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Col Key Point w/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6"/>
            <a:ext cx="9475914" cy="1335973"/>
          </a:xfrm>
        </p:spPr>
        <p:txBody>
          <a:bodyPr anchor="t">
            <a:noAutofit/>
          </a:bodyPr>
          <a:lstStyle>
            <a:lvl1pPr>
              <a:defRPr sz="4800" b="1" baseline="0">
                <a:solidFill>
                  <a:srgbClr val="00673E"/>
                </a:solidFill>
              </a:defRPr>
            </a:lvl1pPr>
          </a:lstStyle>
          <a:p>
            <a:r>
              <a:rPr lang="en-CA" dirty="0"/>
              <a:t>This is a basic 2-column key point text slide with subtitles</a:t>
            </a:r>
            <a:endParaRPr lang="en-US" dirty="0"/>
          </a:p>
        </p:txBody>
      </p:sp>
      <p:sp>
        <p:nvSpPr>
          <p:cNvPr id="14" name="Text Placeholder 5"/>
          <p:cNvSpPr>
            <a:spLocks noGrp="1"/>
          </p:cNvSpPr>
          <p:nvPr>
            <p:ph type="body" sz="quarter" idx="15" hasCustomPrompt="1"/>
          </p:nvPr>
        </p:nvSpPr>
        <p:spPr>
          <a:xfrm>
            <a:off x="812883" y="3115733"/>
            <a:ext cx="7162458" cy="4419601"/>
          </a:xfrm>
        </p:spPr>
        <p:txBody>
          <a:bodyPr/>
          <a:lstStyle>
            <a:lvl1pPr>
              <a:spcBef>
                <a:spcPts val="1600"/>
              </a:spcBef>
              <a:defRPr baseline="0"/>
            </a:lvl1pPr>
            <a:lvl3pPr marL="2020047" indent="-457127">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8297171" y="3115732"/>
            <a:ext cx="7147539" cy="4419603"/>
          </a:xfrm>
        </p:spPr>
        <p:txBody>
          <a:bodyPr/>
          <a:lstStyle>
            <a:lvl1pPr>
              <a:spcBef>
                <a:spcPts val="1600"/>
              </a:spcBef>
              <a:defRPr baseline="0"/>
            </a:lvl1pPr>
            <a:lvl3pPr marL="2020047" indent="-457127">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6"/>
          <p:cNvSpPr>
            <a:spLocks noGrp="1"/>
          </p:cNvSpPr>
          <p:nvPr>
            <p:ph type="body" sz="quarter" idx="18" hasCustomPrompt="1"/>
          </p:nvPr>
        </p:nvSpPr>
        <p:spPr>
          <a:xfrm>
            <a:off x="812884" y="2405063"/>
            <a:ext cx="7162458" cy="710671"/>
          </a:xfrm>
        </p:spPr>
        <p:txBody>
          <a:bodyPr/>
          <a:lstStyle>
            <a:lvl1pPr>
              <a:defRPr b="1">
                <a:solidFill>
                  <a:srgbClr val="599A83"/>
                </a:solidFill>
              </a:defRPr>
            </a:lvl1pPr>
          </a:lstStyle>
          <a:p>
            <a:pPr lvl="0"/>
            <a:r>
              <a:rPr lang="en-CA" dirty="0"/>
              <a:t>Subtitle</a:t>
            </a:r>
          </a:p>
        </p:txBody>
      </p:sp>
      <p:sp>
        <p:nvSpPr>
          <p:cNvPr id="11" name="Text Placeholder 6"/>
          <p:cNvSpPr>
            <a:spLocks noGrp="1"/>
          </p:cNvSpPr>
          <p:nvPr>
            <p:ph type="body" sz="quarter" idx="19" hasCustomPrompt="1"/>
          </p:nvPr>
        </p:nvSpPr>
        <p:spPr>
          <a:xfrm>
            <a:off x="8297171" y="2405063"/>
            <a:ext cx="7147539" cy="710671"/>
          </a:xfrm>
        </p:spPr>
        <p:txBody>
          <a:bodyPr/>
          <a:lstStyle>
            <a:lvl1pPr>
              <a:defRPr b="1">
                <a:solidFill>
                  <a:srgbClr val="599A83"/>
                </a:solidFill>
              </a:defRPr>
            </a:lvl1pPr>
          </a:lstStyle>
          <a:p>
            <a:pPr lvl="0"/>
            <a:r>
              <a:rPr lang="en-CA" dirty="0"/>
              <a:t>Subtitle</a:t>
            </a:r>
          </a:p>
        </p:txBody>
      </p:sp>
      <p:pic>
        <p:nvPicPr>
          <p:cNvPr id="12" name="Picture 11"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8331202"/>
            <a:ext cx="16256000" cy="819343"/>
          </a:xfrm>
          <a:prstGeom prst="rect">
            <a:avLst/>
          </a:prstGeom>
        </p:spPr>
      </p:pic>
      <p:pic>
        <p:nvPicPr>
          <p:cNvPr id="13" name="Picture 12"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9" y="8595469"/>
            <a:ext cx="394669" cy="290809"/>
          </a:xfrm>
          <a:prstGeom prst="rect">
            <a:avLst/>
          </a:prstGeom>
        </p:spPr>
      </p:pic>
      <p:sp>
        <p:nvSpPr>
          <p:cNvPr id="15" name="Slide Number Placeholder 8"/>
          <p:cNvSpPr>
            <a:spLocks noGrp="1"/>
          </p:cNvSpPr>
          <p:nvPr>
            <p:ph type="sldNum" sz="quarter" idx="20"/>
          </p:nvPr>
        </p:nvSpPr>
        <p:spPr>
          <a:xfrm>
            <a:off x="199082" y="8497455"/>
            <a:ext cx="529132" cy="486835"/>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35433087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Col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6"/>
            <a:ext cx="9475914" cy="1335973"/>
          </a:xfrm>
        </p:spPr>
        <p:txBody>
          <a:bodyPr anchor="t">
            <a:noAutofit/>
          </a:bodyPr>
          <a:lstStyle>
            <a:lvl1pPr>
              <a:defRPr sz="4800" b="1" baseline="0">
                <a:solidFill>
                  <a:srgbClr val="00673E"/>
                </a:solidFill>
              </a:defRPr>
            </a:lvl1pPr>
          </a:lstStyle>
          <a:p>
            <a:r>
              <a:rPr lang="en-CA" dirty="0"/>
              <a:t>This is a 3-column key point slide</a:t>
            </a:r>
            <a:endParaRPr lang="en-US" dirty="0"/>
          </a:p>
        </p:txBody>
      </p:sp>
      <p:sp>
        <p:nvSpPr>
          <p:cNvPr id="14" name="Text Placeholder 5"/>
          <p:cNvSpPr>
            <a:spLocks noGrp="1"/>
          </p:cNvSpPr>
          <p:nvPr>
            <p:ph type="body" sz="quarter" idx="15" hasCustomPrompt="1"/>
          </p:nvPr>
        </p:nvSpPr>
        <p:spPr>
          <a:xfrm>
            <a:off x="812882" y="2404535"/>
            <a:ext cx="4673339" cy="5130800"/>
          </a:xfrm>
        </p:spPr>
        <p:txBody>
          <a:bodyPr/>
          <a:lstStyle>
            <a:lvl1pPr>
              <a:spcBef>
                <a:spcPts val="1600"/>
              </a:spcBef>
              <a:defRPr baseline="0"/>
            </a:lvl1pPr>
            <a:lvl3pPr marL="2020047" indent="-457127">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5807945" y="2404535"/>
            <a:ext cx="4644000" cy="5130800"/>
          </a:xfrm>
        </p:spPr>
        <p:txBody>
          <a:bodyPr/>
          <a:lstStyle>
            <a:lvl1pPr>
              <a:spcBef>
                <a:spcPts val="1600"/>
              </a:spcBef>
              <a:defRPr baseline="0"/>
            </a:lvl1pPr>
            <a:lvl3pPr marL="2020047" indent="-457127">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5"/>
          <p:cNvSpPr>
            <a:spLocks noGrp="1"/>
          </p:cNvSpPr>
          <p:nvPr>
            <p:ph type="body" sz="quarter" idx="17" hasCustomPrompt="1"/>
          </p:nvPr>
        </p:nvSpPr>
        <p:spPr>
          <a:xfrm>
            <a:off x="10786183" y="2404535"/>
            <a:ext cx="4673448" cy="5130800"/>
          </a:xfrm>
        </p:spPr>
        <p:txBody>
          <a:bodyPr/>
          <a:lstStyle>
            <a:lvl1pPr>
              <a:spcBef>
                <a:spcPts val="1600"/>
              </a:spcBef>
              <a:defRPr baseline="0"/>
            </a:lvl1pPr>
            <a:lvl3pPr marL="2020047" indent="-457127">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pic>
        <p:nvPicPr>
          <p:cNvPr id="11" name="Picture 10"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8331202"/>
            <a:ext cx="16256000" cy="819343"/>
          </a:xfrm>
          <a:prstGeom prst="rect">
            <a:avLst/>
          </a:prstGeom>
        </p:spPr>
      </p:pic>
      <p:pic>
        <p:nvPicPr>
          <p:cNvPr id="12" name="Picture 11"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9" y="8595469"/>
            <a:ext cx="394669" cy="290809"/>
          </a:xfrm>
          <a:prstGeom prst="rect">
            <a:avLst/>
          </a:prstGeom>
        </p:spPr>
      </p:pic>
      <p:sp>
        <p:nvSpPr>
          <p:cNvPr id="13" name="Slide Number Placeholder 8"/>
          <p:cNvSpPr>
            <a:spLocks noGrp="1"/>
          </p:cNvSpPr>
          <p:nvPr>
            <p:ph type="sldNum" sz="quarter" idx="19"/>
          </p:nvPr>
        </p:nvSpPr>
        <p:spPr>
          <a:xfrm>
            <a:off x="199082" y="8497455"/>
            <a:ext cx="529132" cy="486835"/>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898174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Col Key Point w/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6"/>
            <a:ext cx="9475914" cy="1335973"/>
          </a:xfrm>
        </p:spPr>
        <p:txBody>
          <a:bodyPr anchor="t">
            <a:noAutofit/>
          </a:bodyPr>
          <a:lstStyle>
            <a:lvl1pPr>
              <a:defRPr sz="4800" b="1" baseline="0">
                <a:solidFill>
                  <a:srgbClr val="00673E"/>
                </a:solidFill>
              </a:defRPr>
            </a:lvl1pPr>
          </a:lstStyle>
          <a:p>
            <a:r>
              <a:rPr lang="en-CA" dirty="0"/>
              <a:t>This is a 3-column key point slide with subtitles</a:t>
            </a:r>
            <a:endParaRPr lang="en-US" dirty="0"/>
          </a:p>
        </p:txBody>
      </p:sp>
      <p:sp>
        <p:nvSpPr>
          <p:cNvPr id="14" name="Text Placeholder 5"/>
          <p:cNvSpPr>
            <a:spLocks noGrp="1"/>
          </p:cNvSpPr>
          <p:nvPr>
            <p:ph type="body" sz="quarter" idx="15" hasCustomPrompt="1"/>
          </p:nvPr>
        </p:nvSpPr>
        <p:spPr>
          <a:xfrm>
            <a:off x="812882" y="3115733"/>
            <a:ext cx="4673339" cy="4419601"/>
          </a:xfrm>
        </p:spPr>
        <p:txBody>
          <a:bodyPr/>
          <a:lstStyle>
            <a:lvl1pPr>
              <a:spcBef>
                <a:spcPts val="1600"/>
              </a:spcBef>
              <a:defRPr baseline="0"/>
            </a:lvl1pPr>
            <a:lvl3pPr marL="2020047" indent="-457127">
              <a:buFont typeface="Arial"/>
              <a:buChar char="•"/>
              <a:defRPr/>
            </a:lvl3pPr>
            <a:lvl4pPr>
              <a:spcBef>
                <a:spcPts val="1104"/>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5807945" y="3115733"/>
            <a:ext cx="4644000" cy="4419601"/>
          </a:xfrm>
        </p:spPr>
        <p:txBody>
          <a:bodyPr/>
          <a:lstStyle>
            <a:lvl1pPr>
              <a:spcBef>
                <a:spcPts val="1600"/>
              </a:spcBef>
              <a:defRPr baseline="0"/>
            </a:lvl1pPr>
            <a:lvl3pPr marL="2020047" indent="-457127">
              <a:buFont typeface="Arial"/>
              <a:buChar char="•"/>
              <a:defRPr/>
            </a:lvl3pPr>
            <a:lvl4pPr>
              <a:spcBef>
                <a:spcPts val="1104"/>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5"/>
          <p:cNvSpPr>
            <a:spLocks noGrp="1"/>
          </p:cNvSpPr>
          <p:nvPr>
            <p:ph type="body" sz="quarter" idx="17" hasCustomPrompt="1"/>
          </p:nvPr>
        </p:nvSpPr>
        <p:spPr>
          <a:xfrm>
            <a:off x="10786183" y="3115733"/>
            <a:ext cx="4673448" cy="4419601"/>
          </a:xfrm>
        </p:spPr>
        <p:txBody>
          <a:bodyPr/>
          <a:lstStyle>
            <a:lvl1pPr>
              <a:spcBef>
                <a:spcPts val="1600"/>
              </a:spcBef>
              <a:defRPr baseline="0"/>
            </a:lvl1pPr>
            <a:lvl3pPr marL="2020047" indent="-457127">
              <a:buFont typeface="Arial"/>
              <a:buChar char="•"/>
              <a:defRPr/>
            </a:lvl3pPr>
            <a:lvl4pPr>
              <a:spcBef>
                <a:spcPts val="1104"/>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6"/>
          <p:cNvSpPr>
            <a:spLocks noGrp="1"/>
          </p:cNvSpPr>
          <p:nvPr>
            <p:ph type="body" sz="quarter" idx="18" hasCustomPrompt="1"/>
          </p:nvPr>
        </p:nvSpPr>
        <p:spPr>
          <a:xfrm>
            <a:off x="812884" y="2405063"/>
            <a:ext cx="4673338" cy="710671"/>
          </a:xfrm>
        </p:spPr>
        <p:txBody>
          <a:bodyPr/>
          <a:lstStyle>
            <a:lvl1pPr>
              <a:defRPr b="1">
                <a:solidFill>
                  <a:srgbClr val="599A83"/>
                </a:solidFill>
              </a:defRPr>
            </a:lvl1pPr>
          </a:lstStyle>
          <a:p>
            <a:pPr lvl="0"/>
            <a:r>
              <a:rPr lang="en-CA" dirty="0"/>
              <a:t>Subtitle</a:t>
            </a:r>
          </a:p>
        </p:txBody>
      </p:sp>
      <p:sp>
        <p:nvSpPr>
          <p:cNvPr id="12" name="Text Placeholder 6"/>
          <p:cNvSpPr>
            <a:spLocks noGrp="1"/>
          </p:cNvSpPr>
          <p:nvPr>
            <p:ph type="body" sz="quarter" idx="19" hasCustomPrompt="1"/>
          </p:nvPr>
        </p:nvSpPr>
        <p:spPr>
          <a:xfrm>
            <a:off x="5807945" y="2405063"/>
            <a:ext cx="4644000" cy="710671"/>
          </a:xfrm>
        </p:spPr>
        <p:txBody>
          <a:bodyPr/>
          <a:lstStyle>
            <a:lvl1pPr>
              <a:defRPr b="1">
                <a:solidFill>
                  <a:srgbClr val="599A83"/>
                </a:solidFill>
              </a:defRPr>
            </a:lvl1pPr>
          </a:lstStyle>
          <a:p>
            <a:pPr lvl="0"/>
            <a:r>
              <a:rPr lang="en-CA" dirty="0"/>
              <a:t>Subtitle</a:t>
            </a:r>
          </a:p>
        </p:txBody>
      </p:sp>
      <p:sp>
        <p:nvSpPr>
          <p:cNvPr id="13" name="Text Placeholder 6"/>
          <p:cNvSpPr>
            <a:spLocks noGrp="1"/>
          </p:cNvSpPr>
          <p:nvPr>
            <p:ph type="body" sz="quarter" idx="20" hasCustomPrompt="1"/>
          </p:nvPr>
        </p:nvSpPr>
        <p:spPr>
          <a:xfrm>
            <a:off x="10786183" y="2405063"/>
            <a:ext cx="4673338" cy="710671"/>
          </a:xfrm>
        </p:spPr>
        <p:txBody>
          <a:bodyPr/>
          <a:lstStyle>
            <a:lvl1pPr>
              <a:defRPr b="1">
                <a:solidFill>
                  <a:srgbClr val="599A83"/>
                </a:solidFill>
              </a:defRPr>
            </a:lvl1pPr>
          </a:lstStyle>
          <a:p>
            <a:pPr lvl="0"/>
            <a:r>
              <a:rPr lang="en-CA" dirty="0"/>
              <a:t>Subtitle</a:t>
            </a:r>
          </a:p>
        </p:txBody>
      </p:sp>
      <p:pic>
        <p:nvPicPr>
          <p:cNvPr id="15" name="Picture 14"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8331202"/>
            <a:ext cx="16256000" cy="819343"/>
          </a:xfrm>
          <a:prstGeom prst="rect">
            <a:avLst/>
          </a:prstGeom>
        </p:spPr>
      </p:pic>
      <p:pic>
        <p:nvPicPr>
          <p:cNvPr id="17" name="Picture 16"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9" y="8595469"/>
            <a:ext cx="394669" cy="290809"/>
          </a:xfrm>
          <a:prstGeom prst="rect">
            <a:avLst/>
          </a:prstGeom>
        </p:spPr>
      </p:pic>
      <p:sp>
        <p:nvSpPr>
          <p:cNvPr id="18" name="Slide Number Placeholder 8"/>
          <p:cNvSpPr>
            <a:spLocks noGrp="1"/>
          </p:cNvSpPr>
          <p:nvPr>
            <p:ph type="sldNum" sz="quarter" idx="21"/>
          </p:nvPr>
        </p:nvSpPr>
        <p:spPr>
          <a:xfrm>
            <a:off x="199082" y="8497455"/>
            <a:ext cx="529132" cy="486835"/>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398583322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6-Point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6"/>
            <a:ext cx="9475914" cy="1335973"/>
          </a:xfrm>
        </p:spPr>
        <p:txBody>
          <a:bodyPr anchor="t">
            <a:noAutofit/>
          </a:bodyPr>
          <a:lstStyle>
            <a:lvl1pPr>
              <a:defRPr sz="4800" b="1" baseline="0">
                <a:solidFill>
                  <a:srgbClr val="00673E"/>
                </a:solidFill>
              </a:defRPr>
            </a:lvl1pPr>
          </a:lstStyle>
          <a:p>
            <a:r>
              <a:rPr lang="en-CA" dirty="0"/>
              <a:t>This is a 6-column key point slide</a:t>
            </a:r>
            <a:endParaRPr lang="en-US" dirty="0"/>
          </a:p>
        </p:txBody>
      </p:sp>
      <p:sp>
        <p:nvSpPr>
          <p:cNvPr id="14" name="Text Placeholder 5"/>
          <p:cNvSpPr>
            <a:spLocks noGrp="1"/>
          </p:cNvSpPr>
          <p:nvPr>
            <p:ph type="body" sz="quarter" idx="15" hasCustomPrompt="1"/>
          </p:nvPr>
        </p:nvSpPr>
        <p:spPr>
          <a:xfrm>
            <a:off x="812882" y="2404535"/>
            <a:ext cx="4673339" cy="2409137"/>
          </a:xfrm>
        </p:spPr>
        <p:txBody>
          <a:bodyPr/>
          <a:lstStyle>
            <a:lvl1pPr>
              <a:defRPr baseline="0"/>
            </a:lvl1pPr>
            <a:lvl3pPr marL="2020047" indent="-457127">
              <a:buFont typeface="Arial"/>
              <a:buChar char="•"/>
              <a:defRPr/>
            </a:lvl3pPr>
            <a:lvl4pPr>
              <a:spcBef>
                <a:spcPts val="1104"/>
              </a:spcBef>
              <a:defRPr/>
            </a:lvl4pPr>
          </a:lstStyle>
          <a:p>
            <a:pPr lvl="0"/>
            <a:r>
              <a:rPr lang="en-CA" dirty="0"/>
              <a:t>Click to edit content. Use this slide for very brief points about one subject.</a:t>
            </a:r>
          </a:p>
        </p:txBody>
      </p:sp>
      <p:sp>
        <p:nvSpPr>
          <p:cNvPr id="16" name="Text Placeholder 5"/>
          <p:cNvSpPr>
            <a:spLocks noGrp="1"/>
          </p:cNvSpPr>
          <p:nvPr>
            <p:ph type="body" sz="quarter" idx="16" hasCustomPrompt="1"/>
          </p:nvPr>
        </p:nvSpPr>
        <p:spPr>
          <a:xfrm>
            <a:off x="5807945" y="2404535"/>
            <a:ext cx="4644000" cy="2409137"/>
          </a:xfrm>
        </p:spPr>
        <p:txBody>
          <a:bodyPr/>
          <a:lstStyle>
            <a:lvl1pPr>
              <a:defRPr baseline="0"/>
            </a:lvl1pPr>
            <a:lvl3pPr marL="2020047" indent="-457127">
              <a:buFont typeface="Arial"/>
              <a:buChar char="•"/>
              <a:defRPr/>
            </a:lvl3pPr>
            <a:lvl4pPr>
              <a:spcBef>
                <a:spcPts val="1104"/>
              </a:spcBef>
              <a:defRPr/>
            </a:lvl4pPr>
          </a:lstStyle>
          <a:p>
            <a:pPr lvl="0"/>
            <a:r>
              <a:rPr lang="en-CA" dirty="0"/>
              <a:t>Click to edit content. Use this slide for very brief points about one subject</a:t>
            </a:r>
          </a:p>
        </p:txBody>
      </p:sp>
      <p:sp>
        <p:nvSpPr>
          <p:cNvPr id="10" name="Text Placeholder 5"/>
          <p:cNvSpPr>
            <a:spLocks noGrp="1"/>
          </p:cNvSpPr>
          <p:nvPr>
            <p:ph type="body" sz="quarter" idx="17" hasCustomPrompt="1"/>
          </p:nvPr>
        </p:nvSpPr>
        <p:spPr>
          <a:xfrm>
            <a:off x="10786183" y="2404535"/>
            <a:ext cx="4673448" cy="2409137"/>
          </a:xfrm>
        </p:spPr>
        <p:txBody>
          <a:bodyPr/>
          <a:lstStyle>
            <a:lvl1pPr>
              <a:defRPr baseline="0"/>
            </a:lvl1pPr>
            <a:lvl3pPr marL="2020047" indent="-457127">
              <a:buFont typeface="Arial"/>
              <a:buChar char="•"/>
              <a:defRPr/>
            </a:lvl3pPr>
            <a:lvl4pPr>
              <a:spcBef>
                <a:spcPts val="1104"/>
              </a:spcBef>
              <a:defRPr/>
            </a:lvl4pPr>
          </a:lstStyle>
          <a:p>
            <a:pPr lvl="0"/>
            <a:r>
              <a:rPr lang="en-CA" dirty="0"/>
              <a:t>Click to edit content. Use this slide for very brief points about one subject</a:t>
            </a:r>
          </a:p>
        </p:txBody>
      </p:sp>
      <p:sp>
        <p:nvSpPr>
          <p:cNvPr id="11" name="Text Placeholder 5"/>
          <p:cNvSpPr>
            <a:spLocks noGrp="1"/>
          </p:cNvSpPr>
          <p:nvPr>
            <p:ph type="body" sz="quarter" idx="18" hasCustomPrompt="1"/>
          </p:nvPr>
        </p:nvSpPr>
        <p:spPr>
          <a:xfrm>
            <a:off x="812882" y="5130802"/>
            <a:ext cx="4673339" cy="2409137"/>
          </a:xfrm>
        </p:spPr>
        <p:txBody>
          <a:bodyPr/>
          <a:lstStyle>
            <a:lvl1pPr>
              <a:defRPr baseline="0"/>
            </a:lvl1pPr>
            <a:lvl3pPr marL="2020047" indent="-457127">
              <a:buFont typeface="Arial"/>
              <a:buChar char="•"/>
              <a:defRPr/>
            </a:lvl3pPr>
            <a:lvl4pPr>
              <a:spcBef>
                <a:spcPts val="1104"/>
              </a:spcBef>
              <a:defRPr/>
            </a:lvl4pPr>
          </a:lstStyle>
          <a:p>
            <a:pPr lvl="0"/>
            <a:r>
              <a:rPr lang="en-CA" dirty="0"/>
              <a:t>Click to edit content. Use this slide for very brief points about one subject.</a:t>
            </a:r>
          </a:p>
        </p:txBody>
      </p:sp>
      <p:sp>
        <p:nvSpPr>
          <p:cNvPr id="12" name="Text Placeholder 5"/>
          <p:cNvSpPr>
            <a:spLocks noGrp="1"/>
          </p:cNvSpPr>
          <p:nvPr>
            <p:ph type="body" sz="quarter" idx="19" hasCustomPrompt="1"/>
          </p:nvPr>
        </p:nvSpPr>
        <p:spPr>
          <a:xfrm>
            <a:off x="5807945" y="5130802"/>
            <a:ext cx="4644000" cy="2409137"/>
          </a:xfrm>
        </p:spPr>
        <p:txBody>
          <a:bodyPr/>
          <a:lstStyle>
            <a:lvl1pPr>
              <a:defRPr baseline="0"/>
            </a:lvl1pPr>
            <a:lvl3pPr marL="2020047" indent="-457127">
              <a:buFont typeface="Arial"/>
              <a:buChar char="•"/>
              <a:defRPr/>
            </a:lvl3pPr>
            <a:lvl4pPr>
              <a:spcBef>
                <a:spcPts val="1104"/>
              </a:spcBef>
              <a:defRPr/>
            </a:lvl4pPr>
          </a:lstStyle>
          <a:p>
            <a:pPr lvl="0"/>
            <a:r>
              <a:rPr lang="en-CA" dirty="0"/>
              <a:t>Click to edit content. Use this slide for very brief points about one subject</a:t>
            </a:r>
          </a:p>
        </p:txBody>
      </p:sp>
      <p:sp>
        <p:nvSpPr>
          <p:cNvPr id="13" name="Text Placeholder 5"/>
          <p:cNvSpPr>
            <a:spLocks noGrp="1"/>
          </p:cNvSpPr>
          <p:nvPr>
            <p:ph type="body" sz="quarter" idx="20" hasCustomPrompt="1"/>
          </p:nvPr>
        </p:nvSpPr>
        <p:spPr>
          <a:xfrm>
            <a:off x="10786183" y="5130802"/>
            <a:ext cx="4673448" cy="2409137"/>
          </a:xfrm>
        </p:spPr>
        <p:txBody>
          <a:bodyPr/>
          <a:lstStyle>
            <a:lvl1pPr>
              <a:defRPr baseline="0"/>
            </a:lvl1pPr>
            <a:lvl3pPr marL="2020047" indent="-457127">
              <a:buFont typeface="Arial"/>
              <a:buChar char="•"/>
              <a:defRPr/>
            </a:lvl3pPr>
            <a:lvl4pPr>
              <a:spcBef>
                <a:spcPts val="1104"/>
              </a:spcBef>
              <a:defRPr/>
            </a:lvl4pPr>
          </a:lstStyle>
          <a:p>
            <a:pPr lvl="0"/>
            <a:r>
              <a:rPr lang="en-CA" dirty="0"/>
              <a:t>Click to edit content. Use this slide for very brief points about one subject</a:t>
            </a:r>
          </a:p>
        </p:txBody>
      </p:sp>
      <p:pic>
        <p:nvPicPr>
          <p:cNvPr id="15" name="Picture 14"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8331202"/>
            <a:ext cx="16256000" cy="819343"/>
          </a:xfrm>
          <a:prstGeom prst="rect">
            <a:avLst/>
          </a:prstGeom>
        </p:spPr>
      </p:pic>
      <p:pic>
        <p:nvPicPr>
          <p:cNvPr id="17" name="Picture 16"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9" y="8595469"/>
            <a:ext cx="394669" cy="290809"/>
          </a:xfrm>
          <a:prstGeom prst="rect">
            <a:avLst/>
          </a:prstGeom>
        </p:spPr>
      </p:pic>
      <p:sp>
        <p:nvSpPr>
          <p:cNvPr id="18" name="Slide Number Placeholder 8"/>
          <p:cNvSpPr>
            <a:spLocks noGrp="1"/>
          </p:cNvSpPr>
          <p:nvPr>
            <p:ph type="sldNum" sz="quarter" idx="21"/>
          </p:nvPr>
        </p:nvSpPr>
        <p:spPr>
          <a:xfrm>
            <a:off x="199082" y="8497455"/>
            <a:ext cx="529132" cy="486835"/>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92920257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Point Key Point w/ 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6"/>
            <a:ext cx="9475914" cy="1335973"/>
          </a:xfrm>
        </p:spPr>
        <p:txBody>
          <a:bodyPr anchor="t">
            <a:noAutofit/>
          </a:bodyPr>
          <a:lstStyle>
            <a:lvl1pPr>
              <a:defRPr sz="4800" b="1" baseline="0">
                <a:solidFill>
                  <a:srgbClr val="00673E"/>
                </a:solidFill>
              </a:defRPr>
            </a:lvl1pPr>
          </a:lstStyle>
          <a:p>
            <a:r>
              <a:rPr lang="en-CA" dirty="0"/>
              <a:t>This is a 6-point key point slide with subtitles</a:t>
            </a:r>
            <a:endParaRPr lang="en-US" dirty="0"/>
          </a:p>
        </p:txBody>
      </p:sp>
      <p:sp>
        <p:nvSpPr>
          <p:cNvPr id="14" name="Text Placeholder 5"/>
          <p:cNvSpPr>
            <a:spLocks noGrp="1"/>
          </p:cNvSpPr>
          <p:nvPr>
            <p:ph type="body" sz="quarter" idx="15" hasCustomPrompt="1"/>
          </p:nvPr>
        </p:nvSpPr>
        <p:spPr>
          <a:xfrm>
            <a:off x="812882" y="3115733"/>
            <a:ext cx="4673339" cy="1697939"/>
          </a:xfrm>
        </p:spPr>
        <p:txBody>
          <a:bodyPr/>
          <a:lstStyle>
            <a:lvl1pPr>
              <a:defRPr baseline="0"/>
            </a:lvl1pPr>
            <a:lvl3pPr marL="2020047" indent="-457127">
              <a:buFont typeface="Arial"/>
              <a:buChar char="•"/>
              <a:defRPr/>
            </a:lvl3pPr>
            <a:lvl4pPr>
              <a:spcBef>
                <a:spcPts val="1104"/>
              </a:spcBef>
              <a:defRPr/>
            </a:lvl4pPr>
          </a:lstStyle>
          <a:p>
            <a:pPr lvl="0"/>
            <a:r>
              <a:rPr lang="en-CA" dirty="0"/>
              <a:t>Click to edit content. Use this slide for very brief points about one subject.</a:t>
            </a:r>
          </a:p>
        </p:txBody>
      </p:sp>
      <p:sp>
        <p:nvSpPr>
          <p:cNvPr id="16" name="Text Placeholder 5"/>
          <p:cNvSpPr>
            <a:spLocks noGrp="1"/>
          </p:cNvSpPr>
          <p:nvPr>
            <p:ph type="body" sz="quarter" idx="16" hasCustomPrompt="1"/>
          </p:nvPr>
        </p:nvSpPr>
        <p:spPr>
          <a:xfrm>
            <a:off x="5807945" y="3115733"/>
            <a:ext cx="4644000" cy="1697939"/>
          </a:xfrm>
        </p:spPr>
        <p:txBody>
          <a:bodyPr/>
          <a:lstStyle>
            <a:lvl1pPr>
              <a:defRPr baseline="0"/>
            </a:lvl1pPr>
            <a:lvl3pPr marL="2020047" indent="-457127">
              <a:buFont typeface="Arial"/>
              <a:buChar char="•"/>
              <a:defRPr/>
            </a:lvl3pPr>
            <a:lvl4pPr>
              <a:spcBef>
                <a:spcPts val="1104"/>
              </a:spcBef>
              <a:defRPr/>
            </a:lvl4pPr>
          </a:lstStyle>
          <a:p>
            <a:pPr lvl="0"/>
            <a:r>
              <a:rPr lang="en-CA" dirty="0"/>
              <a:t>Click to edit content. Use this slide for very brief points about one subject</a:t>
            </a:r>
          </a:p>
        </p:txBody>
      </p:sp>
      <p:sp>
        <p:nvSpPr>
          <p:cNvPr id="10" name="Text Placeholder 5"/>
          <p:cNvSpPr>
            <a:spLocks noGrp="1"/>
          </p:cNvSpPr>
          <p:nvPr>
            <p:ph type="body" sz="quarter" idx="17" hasCustomPrompt="1"/>
          </p:nvPr>
        </p:nvSpPr>
        <p:spPr>
          <a:xfrm>
            <a:off x="10786183" y="3115733"/>
            <a:ext cx="4673448" cy="1697939"/>
          </a:xfrm>
        </p:spPr>
        <p:txBody>
          <a:bodyPr/>
          <a:lstStyle>
            <a:lvl1pPr>
              <a:defRPr baseline="0"/>
            </a:lvl1pPr>
            <a:lvl3pPr marL="2020047" indent="-457127">
              <a:buFont typeface="Arial"/>
              <a:buChar char="•"/>
              <a:defRPr/>
            </a:lvl3pPr>
            <a:lvl4pPr>
              <a:spcBef>
                <a:spcPts val="1104"/>
              </a:spcBef>
              <a:defRPr/>
            </a:lvl4pPr>
          </a:lstStyle>
          <a:p>
            <a:pPr lvl="0"/>
            <a:r>
              <a:rPr lang="en-CA" dirty="0"/>
              <a:t>Click to edit content. Use this slide for very brief points about one subject</a:t>
            </a:r>
          </a:p>
        </p:txBody>
      </p:sp>
      <p:sp>
        <p:nvSpPr>
          <p:cNvPr id="11" name="Text Placeholder 5"/>
          <p:cNvSpPr>
            <a:spLocks noGrp="1"/>
          </p:cNvSpPr>
          <p:nvPr>
            <p:ph type="body" sz="quarter" idx="18" hasCustomPrompt="1"/>
          </p:nvPr>
        </p:nvSpPr>
        <p:spPr>
          <a:xfrm>
            <a:off x="812882" y="5858407"/>
            <a:ext cx="4673339" cy="1681532"/>
          </a:xfrm>
        </p:spPr>
        <p:txBody>
          <a:bodyPr/>
          <a:lstStyle>
            <a:lvl1pPr>
              <a:defRPr baseline="0"/>
            </a:lvl1pPr>
            <a:lvl3pPr marL="2020047" indent="-457127">
              <a:buFont typeface="Arial"/>
              <a:buChar char="•"/>
              <a:defRPr/>
            </a:lvl3pPr>
            <a:lvl4pPr>
              <a:spcBef>
                <a:spcPts val="1104"/>
              </a:spcBef>
              <a:defRPr/>
            </a:lvl4pPr>
          </a:lstStyle>
          <a:p>
            <a:pPr lvl="0"/>
            <a:r>
              <a:rPr lang="en-CA" dirty="0"/>
              <a:t>Click to edit content. Use this slide for very brief points about one subject.</a:t>
            </a:r>
          </a:p>
        </p:txBody>
      </p:sp>
      <p:sp>
        <p:nvSpPr>
          <p:cNvPr id="12" name="Text Placeholder 5"/>
          <p:cNvSpPr>
            <a:spLocks noGrp="1"/>
          </p:cNvSpPr>
          <p:nvPr>
            <p:ph type="body" sz="quarter" idx="19" hasCustomPrompt="1"/>
          </p:nvPr>
        </p:nvSpPr>
        <p:spPr>
          <a:xfrm>
            <a:off x="5807945" y="5858407"/>
            <a:ext cx="4644000" cy="1681532"/>
          </a:xfrm>
        </p:spPr>
        <p:txBody>
          <a:bodyPr/>
          <a:lstStyle>
            <a:lvl1pPr>
              <a:defRPr baseline="0"/>
            </a:lvl1pPr>
            <a:lvl3pPr marL="2020047" indent="-457127">
              <a:buFont typeface="Arial"/>
              <a:buChar char="•"/>
              <a:defRPr/>
            </a:lvl3pPr>
            <a:lvl4pPr>
              <a:spcBef>
                <a:spcPts val="1104"/>
              </a:spcBef>
              <a:defRPr/>
            </a:lvl4pPr>
          </a:lstStyle>
          <a:p>
            <a:pPr lvl="0"/>
            <a:r>
              <a:rPr lang="en-CA" dirty="0"/>
              <a:t>Click to edit content. Use this slide for very brief points about one subject</a:t>
            </a:r>
          </a:p>
        </p:txBody>
      </p:sp>
      <p:sp>
        <p:nvSpPr>
          <p:cNvPr id="13" name="Text Placeholder 5"/>
          <p:cNvSpPr>
            <a:spLocks noGrp="1"/>
          </p:cNvSpPr>
          <p:nvPr>
            <p:ph type="body" sz="quarter" idx="20" hasCustomPrompt="1"/>
          </p:nvPr>
        </p:nvSpPr>
        <p:spPr>
          <a:xfrm>
            <a:off x="10786183" y="5858407"/>
            <a:ext cx="4673448" cy="1681532"/>
          </a:xfrm>
        </p:spPr>
        <p:txBody>
          <a:bodyPr/>
          <a:lstStyle>
            <a:lvl1pPr>
              <a:defRPr baseline="0"/>
            </a:lvl1pPr>
            <a:lvl3pPr marL="2020047" indent="-457127">
              <a:buFont typeface="Arial"/>
              <a:buChar char="•"/>
              <a:defRPr/>
            </a:lvl3pPr>
            <a:lvl4pPr>
              <a:spcBef>
                <a:spcPts val="1104"/>
              </a:spcBef>
              <a:defRPr/>
            </a:lvl4pPr>
          </a:lstStyle>
          <a:p>
            <a:pPr lvl="0"/>
            <a:r>
              <a:rPr lang="en-CA" dirty="0"/>
              <a:t>Click to edit content. Use this slide for very brief points about one subject</a:t>
            </a:r>
          </a:p>
        </p:txBody>
      </p:sp>
      <p:sp>
        <p:nvSpPr>
          <p:cNvPr id="17" name="Text Placeholder 6"/>
          <p:cNvSpPr>
            <a:spLocks noGrp="1"/>
          </p:cNvSpPr>
          <p:nvPr>
            <p:ph type="body" sz="quarter" idx="21" hasCustomPrompt="1"/>
          </p:nvPr>
        </p:nvSpPr>
        <p:spPr>
          <a:xfrm>
            <a:off x="812884" y="2405063"/>
            <a:ext cx="4673338" cy="710671"/>
          </a:xfrm>
        </p:spPr>
        <p:txBody>
          <a:bodyPr/>
          <a:lstStyle>
            <a:lvl1pPr>
              <a:defRPr b="1">
                <a:solidFill>
                  <a:srgbClr val="599A83"/>
                </a:solidFill>
              </a:defRPr>
            </a:lvl1pPr>
          </a:lstStyle>
          <a:p>
            <a:pPr lvl="0"/>
            <a:r>
              <a:rPr lang="en-CA" dirty="0"/>
              <a:t>Subtitle</a:t>
            </a:r>
          </a:p>
        </p:txBody>
      </p:sp>
      <p:sp>
        <p:nvSpPr>
          <p:cNvPr id="18" name="Text Placeholder 6"/>
          <p:cNvSpPr>
            <a:spLocks noGrp="1"/>
          </p:cNvSpPr>
          <p:nvPr>
            <p:ph type="body" sz="quarter" idx="22" hasCustomPrompt="1"/>
          </p:nvPr>
        </p:nvSpPr>
        <p:spPr>
          <a:xfrm>
            <a:off x="5807945" y="2405063"/>
            <a:ext cx="4644000" cy="710671"/>
          </a:xfrm>
        </p:spPr>
        <p:txBody>
          <a:bodyPr/>
          <a:lstStyle>
            <a:lvl1pPr>
              <a:defRPr b="1">
                <a:solidFill>
                  <a:srgbClr val="599A83"/>
                </a:solidFill>
              </a:defRPr>
            </a:lvl1pPr>
          </a:lstStyle>
          <a:p>
            <a:pPr lvl="0"/>
            <a:r>
              <a:rPr lang="en-CA" dirty="0"/>
              <a:t>Subtitle</a:t>
            </a:r>
          </a:p>
        </p:txBody>
      </p:sp>
      <p:sp>
        <p:nvSpPr>
          <p:cNvPr id="19" name="Text Placeholder 6"/>
          <p:cNvSpPr>
            <a:spLocks noGrp="1"/>
          </p:cNvSpPr>
          <p:nvPr>
            <p:ph type="body" sz="quarter" idx="23" hasCustomPrompt="1"/>
          </p:nvPr>
        </p:nvSpPr>
        <p:spPr>
          <a:xfrm>
            <a:off x="10786183" y="2405063"/>
            <a:ext cx="4673338" cy="710671"/>
          </a:xfrm>
        </p:spPr>
        <p:txBody>
          <a:bodyPr/>
          <a:lstStyle>
            <a:lvl1pPr>
              <a:defRPr b="1">
                <a:solidFill>
                  <a:srgbClr val="599A83"/>
                </a:solidFill>
              </a:defRPr>
            </a:lvl1pPr>
          </a:lstStyle>
          <a:p>
            <a:pPr lvl="0"/>
            <a:r>
              <a:rPr lang="en-CA" dirty="0"/>
              <a:t>Subtitle</a:t>
            </a:r>
          </a:p>
        </p:txBody>
      </p:sp>
      <p:sp>
        <p:nvSpPr>
          <p:cNvPr id="20" name="Text Placeholder 6"/>
          <p:cNvSpPr>
            <a:spLocks noGrp="1"/>
          </p:cNvSpPr>
          <p:nvPr>
            <p:ph type="body" sz="quarter" idx="24" hasCustomPrompt="1"/>
          </p:nvPr>
        </p:nvSpPr>
        <p:spPr>
          <a:xfrm>
            <a:off x="812884" y="5147737"/>
            <a:ext cx="4673338" cy="710671"/>
          </a:xfrm>
        </p:spPr>
        <p:txBody>
          <a:bodyPr/>
          <a:lstStyle>
            <a:lvl1pPr>
              <a:defRPr b="1">
                <a:solidFill>
                  <a:srgbClr val="599A83"/>
                </a:solidFill>
              </a:defRPr>
            </a:lvl1pPr>
          </a:lstStyle>
          <a:p>
            <a:pPr lvl="0"/>
            <a:r>
              <a:rPr lang="en-CA" dirty="0"/>
              <a:t>Subtitle</a:t>
            </a:r>
          </a:p>
        </p:txBody>
      </p:sp>
      <p:sp>
        <p:nvSpPr>
          <p:cNvPr id="21" name="Text Placeholder 6"/>
          <p:cNvSpPr>
            <a:spLocks noGrp="1"/>
          </p:cNvSpPr>
          <p:nvPr>
            <p:ph type="body" sz="quarter" idx="25" hasCustomPrompt="1"/>
          </p:nvPr>
        </p:nvSpPr>
        <p:spPr>
          <a:xfrm>
            <a:off x="5807945" y="5147737"/>
            <a:ext cx="4644000" cy="710671"/>
          </a:xfrm>
        </p:spPr>
        <p:txBody>
          <a:bodyPr/>
          <a:lstStyle>
            <a:lvl1pPr>
              <a:defRPr b="1">
                <a:solidFill>
                  <a:srgbClr val="599A83"/>
                </a:solidFill>
              </a:defRPr>
            </a:lvl1pPr>
          </a:lstStyle>
          <a:p>
            <a:pPr lvl="0"/>
            <a:r>
              <a:rPr lang="en-CA" dirty="0"/>
              <a:t>Subtitle</a:t>
            </a:r>
          </a:p>
        </p:txBody>
      </p:sp>
      <p:sp>
        <p:nvSpPr>
          <p:cNvPr id="22" name="Text Placeholder 6"/>
          <p:cNvSpPr>
            <a:spLocks noGrp="1"/>
          </p:cNvSpPr>
          <p:nvPr>
            <p:ph type="body" sz="quarter" idx="26" hasCustomPrompt="1"/>
          </p:nvPr>
        </p:nvSpPr>
        <p:spPr>
          <a:xfrm>
            <a:off x="10786183" y="5147737"/>
            <a:ext cx="4673338" cy="710671"/>
          </a:xfrm>
        </p:spPr>
        <p:txBody>
          <a:bodyPr/>
          <a:lstStyle>
            <a:lvl1pPr>
              <a:defRPr b="1">
                <a:solidFill>
                  <a:srgbClr val="599A83"/>
                </a:solidFill>
              </a:defRPr>
            </a:lvl1pPr>
          </a:lstStyle>
          <a:p>
            <a:pPr lvl="0"/>
            <a:r>
              <a:rPr lang="en-CA" dirty="0"/>
              <a:t>Subtitle</a:t>
            </a:r>
          </a:p>
        </p:txBody>
      </p:sp>
      <p:pic>
        <p:nvPicPr>
          <p:cNvPr id="23" name="Picture 22"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8331202"/>
            <a:ext cx="16256000" cy="819343"/>
          </a:xfrm>
          <a:prstGeom prst="rect">
            <a:avLst/>
          </a:prstGeom>
        </p:spPr>
      </p:pic>
      <p:pic>
        <p:nvPicPr>
          <p:cNvPr id="24" name="Picture 23"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9" y="8595469"/>
            <a:ext cx="394669" cy="290809"/>
          </a:xfrm>
          <a:prstGeom prst="rect">
            <a:avLst/>
          </a:prstGeom>
        </p:spPr>
      </p:pic>
      <p:sp>
        <p:nvSpPr>
          <p:cNvPr id="25" name="Slide Number Placeholder 8"/>
          <p:cNvSpPr>
            <a:spLocks noGrp="1"/>
          </p:cNvSpPr>
          <p:nvPr>
            <p:ph type="sldNum" sz="quarter" idx="27"/>
          </p:nvPr>
        </p:nvSpPr>
        <p:spPr>
          <a:xfrm>
            <a:off x="199082" y="8497455"/>
            <a:ext cx="529132" cy="486835"/>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49000457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Col Bulk Content w/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6"/>
            <a:ext cx="9475914" cy="1335973"/>
          </a:xfrm>
        </p:spPr>
        <p:txBody>
          <a:bodyPr anchor="t">
            <a:noAutofit/>
          </a:bodyPr>
          <a:lstStyle>
            <a:lvl1pPr>
              <a:defRPr sz="4800" b="1" baseline="0">
                <a:solidFill>
                  <a:srgbClr val="00673E"/>
                </a:solidFill>
              </a:defRPr>
            </a:lvl1pPr>
          </a:lstStyle>
          <a:p>
            <a:r>
              <a:rPr lang="en-CA" dirty="0"/>
              <a:t>This is a 1-column bulk content slide for long content.</a:t>
            </a:r>
            <a:endParaRPr lang="en-US" dirty="0"/>
          </a:p>
        </p:txBody>
      </p:sp>
      <p:sp>
        <p:nvSpPr>
          <p:cNvPr id="12" name="Text Placeholder 5"/>
          <p:cNvSpPr>
            <a:spLocks noGrp="1"/>
          </p:cNvSpPr>
          <p:nvPr>
            <p:ph type="body" sz="quarter" idx="15" hasCustomPrompt="1"/>
          </p:nvPr>
        </p:nvSpPr>
        <p:spPr>
          <a:xfrm>
            <a:off x="812882" y="2404535"/>
            <a:ext cx="11615780" cy="5130800"/>
          </a:xfrm>
        </p:spPr>
        <p:txBody>
          <a:bodyPr/>
          <a:lstStyle>
            <a:lvl1pPr>
              <a:spcBef>
                <a:spcPts val="1704"/>
              </a:spcBef>
              <a:defRPr sz="2100" baseline="0"/>
            </a:lvl1pPr>
            <a:lvl2pPr>
              <a:defRPr sz="2100"/>
            </a:lvl2pPr>
            <a:lvl3pPr marL="2020047" indent="-457127">
              <a:buFont typeface="Arial"/>
              <a:buChar char="•"/>
              <a:defRPr sz="2100"/>
            </a:lvl3pPr>
            <a:lvl4pPr>
              <a:spcBef>
                <a:spcPts val="900"/>
              </a:spcBef>
              <a:defRPr sz="1600">
                <a:solidFill>
                  <a:srgbClr val="599A83"/>
                </a:solidFill>
              </a:defRPr>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9"/>
          <p:cNvSpPr>
            <a:spLocks noGrp="1"/>
          </p:cNvSpPr>
          <p:nvPr>
            <p:ph type="body" sz="quarter" idx="14" hasCustomPrompt="1"/>
          </p:nvPr>
        </p:nvSpPr>
        <p:spPr>
          <a:xfrm>
            <a:off x="13104841" y="735010"/>
            <a:ext cx="2339869" cy="6800323"/>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pic>
        <p:nvPicPr>
          <p:cNvPr id="13" name="Picture 12"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8331202"/>
            <a:ext cx="16256000" cy="819343"/>
          </a:xfrm>
          <a:prstGeom prst="rect">
            <a:avLst/>
          </a:prstGeom>
        </p:spPr>
      </p:pic>
      <p:pic>
        <p:nvPicPr>
          <p:cNvPr id="14" name="Picture 13"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9" y="8595469"/>
            <a:ext cx="394669" cy="290809"/>
          </a:xfrm>
          <a:prstGeom prst="rect">
            <a:avLst/>
          </a:prstGeom>
        </p:spPr>
      </p:pic>
      <p:sp>
        <p:nvSpPr>
          <p:cNvPr id="15" name="Slide Number Placeholder 8"/>
          <p:cNvSpPr>
            <a:spLocks noGrp="1"/>
          </p:cNvSpPr>
          <p:nvPr>
            <p:ph type="sldNum" sz="quarter" idx="19"/>
          </p:nvPr>
        </p:nvSpPr>
        <p:spPr>
          <a:xfrm>
            <a:off x="199082" y="8497455"/>
            <a:ext cx="529132" cy="486835"/>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323210676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Col Bulk Content, No Title">
    <p:bg>
      <p:bgPr>
        <a:solidFill>
          <a:schemeClr val="bg1"/>
        </a:solidFill>
        <a:effectLst/>
      </p:bgPr>
    </p:bg>
    <p:spTree>
      <p:nvGrpSpPr>
        <p:cNvPr id="1" name=""/>
        <p:cNvGrpSpPr/>
        <p:nvPr/>
      </p:nvGrpSpPr>
      <p:grpSpPr>
        <a:xfrm>
          <a:off x="0" y="0"/>
          <a:ext cx="0" cy="0"/>
          <a:chOff x="0" y="0"/>
          <a:chExt cx="0" cy="0"/>
        </a:xfrm>
      </p:grpSpPr>
      <p:sp>
        <p:nvSpPr>
          <p:cNvPr id="11" name="Text Placeholder 5"/>
          <p:cNvSpPr>
            <a:spLocks noGrp="1"/>
          </p:cNvSpPr>
          <p:nvPr>
            <p:ph type="body" sz="quarter" idx="15" hasCustomPrompt="1"/>
          </p:nvPr>
        </p:nvSpPr>
        <p:spPr>
          <a:xfrm>
            <a:off x="812882" y="660399"/>
            <a:ext cx="11615780" cy="6874936"/>
          </a:xfrm>
        </p:spPr>
        <p:txBody>
          <a:bodyPr/>
          <a:lstStyle>
            <a:lvl1pPr>
              <a:spcBef>
                <a:spcPts val="1704"/>
              </a:spcBef>
              <a:defRPr sz="2100" baseline="0"/>
            </a:lvl1pPr>
            <a:lvl2pPr>
              <a:defRPr sz="2100"/>
            </a:lvl2pPr>
            <a:lvl3pPr marL="2020047" indent="-457127">
              <a:buFont typeface="Arial"/>
              <a:buChar char="•"/>
              <a:defRPr sz="2100"/>
            </a:lvl3pPr>
            <a:lvl4pPr>
              <a:spcBef>
                <a:spcPts val="900"/>
              </a:spcBef>
              <a:defRPr sz="1600">
                <a:solidFill>
                  <a:srgbClr val="599A83"/>
                </a:solidFill>
              </a:defRPr>
            </a:lvl4pPr>
          </a:lstStyle>
          <a:p>
            <a:pPr lvl="0"/>
            <a:r>
              <a:rPr lang="en-CA" dirty="0"/>
              <a:t>This is a 1-column bulk content slide without a title. 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3" name="Text Placeholder 9"/>
          <p:cNvSpPr>
            <a:spLocks noGrp="1"/>
          </p:cNvSpPr>
          <p:nvPr>
            <p:ph type="body" sz="quarter" idx="14" hasCustomPrompt="1"/>
          </p:nvPr>
        </p:nvSpPr>
        <p:spPr>
          <a:xfrm>
            <a:off x="13104841" y="735010"/>
            <a:ext cx="2339869" cy="6800323"/>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pic>
        <p:nvPicPr>
          <p:cNvPr id="14" name="Picture 13"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8331202"/>
            <a:ext cx="16256000" cy="819343"/>
          </a:xfrm>
          <a:prstGeom prst="rect">
            <a:avLst/>
          </a:prstGeom>
        </p:spPr>
      </p:pic>
      <p:pic>
        <p:nvPicPr>
          <p:cNvPr id="15" name="Picture 14"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9" y="8595469"/>
            <a:ext cx="394669" cy="290809"/>
          </a:xfrm>
          <a:prstGeom prst="rect">
            <a:avLst/>
          </a:prstGeom>
        </p:spPr>
      </p:pic>
      <p:sp>
        <p:nvSpPr>
          <p:cNvPr id="16" name="Slide Number Placeholder 8"/>
          <p:cNvSpPr>
            <a:spLocks noGrp="1"/>
          </p:cNvSpPr>
          <p:nvPr>
            <p:ph type="sldNum" sz="quarter" idx="19"/>
          </p:nvPr>
        </p:nvSpPr>
        <p:spPr>
          <a:xfrm>
            <a:off x="199082" y="8497455"/>
            <a:ext cx="529132" cy="486835"/>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419167068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Col Bulk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6"/>
            <a:ext cx="9475914" cy="1335973"/>
          </a:xfrm>
        </p:spPr>
        <p:txBody>
          <a:bodyPr anchor="t">
            <a:noAutofit/>
          </a:bodyPr>
          <a:lstStyle>
            <a:lvl1pPr>
              <a:defRPr sz="4800" b="1" baseline="0">
                <a:solidFill>
                  <a:srgbClr val="00673E"/>
                </a:solidFill>
              </a:defRPr>
            </a:lvl1pPr>
          </a:lstStyle>
          <a:p>
            <a:r>
              <a:rPr lang="en-CA" dirty="0"/>
              <a:t>This is a 2-column bulk content slide for long content.</a:t>
            </a:r>
            <a:endParaRPr lang="en-US" dirty="0"/>
          </a:p>
        </p:txBody>
      </p:sp>
      <p:sp>
        <p:nvSpPr>
          <p:cNvPr id="12" name="Text Placeholder 5"/>
          <p:cNvSpPr>
            <a:spLocks noGrp="1"/>
          </p:cNvSpPr>
          <p:nvPr>
            <p:ph type="body" sz="quarter" idx="15" hasCustomPrompt="1"/>
          </p:nvPr>
        </p:nvSpPr>
        <p:spPr>
          <a:xfrm>
            <a:off x="812883" y="3115733"/>
            <a:ext cx="7162458" cy="4419601"/>
          </a:xfrm>
        </p:spPr>
        <p:txBody>
          <a:bodyPr/>
          <a:lstStyle>
            <a:lvl1pPr>
              <a:spcBef>
                <a:spcPts val="1704"/>
              </a:spcBef>
              <a:defRPr sz="2100" baseline="0"/>
            </a:lvl1pPr>
            <a:lvl2pPr>
              <a:defRPr sz="2100"/>
            </a:lvl2pPr>
            <a:lvl3pPr marL="2020047" indent="-457127">
              <a:buFont typeface="Arial"/>
              <a:buChar char="•"/>
              <a:defRPr sz="2100"/>
            </a:lvl3pPr>
            <a:lvl4pPr>
              <a:spcBef>
                <a:spcPts val="900"/>
              </a:spcBef>
              <a:defRPr sz="16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4" name="Text Placeholder 5"/>
          <p:cNvSpPr>
            <a:spLocks noGrp="1"/>
          </p:cNvSpPr>
          <p:nvPr>
            <p:ph type="body" sz="quarter" idx="18" hasCustomPrompt="1"/>
          </p:nvPr>
        </p:nvSpPr>
        <p:spPr>
          <a:xfrm>
            <a:off x="8297170" y="3115733"/>
            <a:ext cx="7147539" cy="4419601"/>
          </a:xfrm>
        </p:spPr>
        <p:txBody>
          <a:bodyPr/>
          <a:lstStyle>
            <a:lvl1pPr>
              <a:spcBef>
                <a:spcPts val="1704"/>
              </a:spcBef>
              <a:defRPr sz="2100" baseline="0"/>
            </a:lvl1pPr>
            <a:lvl2pPr>
              <a:defRPr sz="2100"/>
            </a:lvl2pPr>
            <a:lvl3pPr marL="2020047" indent="-457127">
              <a:buFont typeface="Arial"/>
              <a:buChar char="•"/>
              <a:defRPr sz="2100"/>
            </a:lvl3pPr>
            <a:lvl4pPr>
              <a:spcBef>
                <a:spcPts val="900"/>
              </a:spcBef>
              <a:defRPr sz="16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5" name="Text Placeholder 6"/>
          <p:cNvSpPr>
            <a:spLocks noGrp="1"/>
          </p:cNvSpPr>
          <p:nvPr>
            <p:ph type="body" sz="quarter" idx="21" hasCustomPrompt="1"/>
          </p:nvPr>
        </p:nvSpPr>
        <p:spPr>
          <a:xfrm>
            <a:off x="812882" y="2405063"/>
            <a:ext cx="7162457" cy="710671"/>
          </a:xfrm>
        </p:spPr>
        <p:txBody>
          <a:bodyPr/>
          <a:lstStyle>
            <a:lvl1pPr>
              <a:defRPr sz="2100"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8297169" y="2405063"/>
            <a:ext cx="7147539" cy="710671"/>
          </a:xfrm>
        </p:spPr>
        <p:txBody>
          <a:bodyPr/>
          <a:lstStyle>
            <a:lvl1pPr>
              <a:defRPr sz="2100" b="1">
                <a:solidFill>
                  <a:srgbClr val="599A83"/>
                </a:solidFill>
              </a:defRPr>
            </a:lvl1pPr>
          </a:lstStyle>
          <a:p>
            <a:pPr lvl="0"/>
            <a:r>
              <a:rPr lang="en-CA" dirty="0"/>
              <a:t>Bulk content columns always have subtitles</a:t>
            </a:r>
          </a:p>
        </p:txBody>
      </p:sp>
      <p:pic>
        <p:nvPicPr>
          <p:cNvPr id="17" name="Picture 16"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8331202"/>
            <a:ext cx="16256000" cy="819343"/>
          </a:xfrm>
          <a:prstGeom prst="rect">
            <a:avLst/>
          </a:prstGeom>
        </p:spPr>
      </p:pic>
      <p:pic>
        <p:nvPicPr>
          <p:cNvPr id="18" name="Picture 17"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9" y="8595469"/>
            <a:ext cx="394669" cy="290809"/>
          </a:xfrm>
          <a:prstGeom prst="rect">
            <a:avLst/>
          </a:prstGeom>
        </p:spPr>
      </p:pic>
      <p:sp>
        <p:nvSpPr>
          <p:cNvPr id="19" name="Slide Number Placeholder 8"/>
          <p:cNvSpPr>
            <a:spLocks noGrp="1"/>
          </p:cNvSpPr>
          <p:nvPr>
            <p:ph type="sldNum" sz="quarter" idx="19"/>
          </p:nvPr>
        </p:nvSpPr>
        <p:spPr>
          <a:xfrm>
            <a:off x="199082" y="8497455"/>
            <a:ext cx="529132" cy="486835"/>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17688211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3-Col Bulk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6"/>
            <a:ext cx="9475914" cy="1335973"/>
          </a:xfrm>
        </p:spPr>
        <p:txBody>
          <a:bodyPr anchor="t">
            <a:noAutofit/>
          </a:bodyPr>
          <a:lstStyle>
            <a:lvl1pPr>
              <a:defRPr sz="4800" b="1" baseline="0">
                <a:solidFill>
                  <a:srgbClr val="00673E"/>
                </a:solidFill>
              </a:defRPr>
            </a:lvl1pPr>
          </a:lstStyle>
          <a:p>
            <a:r>
              <a:rPr lang="en-CA" dirty="0"/>
              <a:t>This is a 3-column bulk content slide for long content.</a:t>
            </a:r>
            <a:endParaRPr lang="en-US" dirty="0"/>
          </a:p>
        </p:txBody>
      </p:sp>
      <p:sp>
        <p:nvSpPr>
          <p:cNvPr id="12" name="Text Placeholder 5"/>
          <p:cNvSpPr>
            <a:spLocks noGrp="1"/>
          </p:cNvSpPr>
          <p:nvPr>
            <p:ph type="body" sz="quarter" idx="15" hasCustomPrompt="1"/>
          </p:nvPr>
        </p:nvSpPr>
        <p:spPr>
          <a:xfrm>
            <a:off x="812882" y="3115733"/>
            <a:ext cx="4673339" cy="4419601"/>
          </a:xfrm>
        </p:spPr>
        <p:txBody>
          <a:bodyPr/>
          <a:lstStyle>
            <a:lvl1pPr>
              <a:spcBef>
                <a:spcPts val="1704"/>
              </a:spcBef>
              <a:defRPr sz="2100" baseline="0"/>
            </a:lvl1pPr>
            <a:lvl2pPr>
              <a:defRPr sz="2100"/>
            </a:lvl2pPr>
            <a:lvl3pPr marL="2020047" indent="-457127">
              <a:buFont typeface="Arial"/>
              <a:buChar char="•"/>
              <a:defRPr sz="2100"/>
            </a:lvl3pPr>
            <a:lvl4pPr>
              <a:spcBef>
                <a:spcPts val="900"/>
              </a:spcBef>
              <a:defRPr sz="16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4" name="Text Placeholder 5"/>
          <p:cNvSpPr>
            <a:spLocks noGrp="1"/>
          </p:cNvSpPr>
          <p:nvPr>
            <p:ph type="body" sz="quarter" idx="18" hasCustomPrompt="1"/>
          </p:nvPr>
        </p:nvSpPr>
        <p:spPr>
          <a:xfrm>
            <a:off x="10786184" y="3115733"/>
            <a:ext cx="4658524" cy="4419601"/>
          </a:xfrm>
        </p:spPr>
        <p:txBody>
          <a:bodyPr/>
          <a:lstStyle>
            <a:lvl1pPr>
              <a:spcBef>
                <a:spcPts val="1704"/>
              </a:spcBef>
              <a:defRPr sz="2100" baseline="0"/>
            </a:lvl1pPr>
            <a:lvl2pPr>
              <a:defRPr sz="2100"/>
            </a:lvl2pPr>
            <a:lvl3pPr marL="2020047" indent="-457127">
              <a:buFont typeface="Arial"/>
              <a:buChar char="•"/>
              <a:defRPr sz="2100"/>
            </a:lvl3pPr>
            <a:lvl4pPr>
              <a:spcBef>
                <a:spcPts val="900"/>
              </a:spcBef>
              <a:defRPr sz="16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5" name="Text Placeholder 6"/>
          <p:cNvSpPr>
            <a:spLocks noGrp="1"/>
          </p:cNvSpPr>
          <p:nvPr>
            <p:ph type="body" sz="quarter" idx="21" hasCustomPrompt="1"/>
          </p:nvPr>
        </p:nvSpPr>
        <p:spPr>
          <a:xfrm>
            <a:off x="812884" y="2405063"/>
            <a:ext cx="4673338" cy="710671"/>
          </a:xfrm>
        </p:spPr>
        <p:txBody>
          <a:bodyPr/>
          <a:lstStyle>
            <a:lvl1pPr>
              <a:defRPr sz="2100"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10786183" y="2405063"/>
            <a:ext cx="4658524" cy="710671"/>
          </a:xfrm>
        </p:spPr>
        <p:txBody>
          <a:bodyPr/>
          <a:lstStyle>
            <a:lvl1pPr>
              <a:defRPr sz="2100" b="1">
                <a:solidFill>
                  <a:srgbClr val="599A83"/>
                </a:solidFill>
              </a:defRPr>
            </a:lvl1pPr>
          </a:lstStyle>
          <a:p>
            <a:pPr lvl="0"/>
            <a:r>
              <a:rPr lang="en-CA" dirty="0"/>
              <a:t>Bulk content columns always have subtitles</a:t>
            </a:r>
          </a:p>
        </p:txBody>
      </p:sp>
      <p:sp>
        <p:nvSpPr>
          <p:cNvPr id="17" name="Text Placeholder 5"/>
          <p:cNvSpPr>
            <a:spLocks noGrp="1"/>
          </p:cNvSpPr>
          <p:nvPr>
            <p:ph type="body" sz="quarter" idx="24" hasCustomPrompt="1"/>
          </p:nvPr>
        </p:nvSpPr>
        <p:spPr>
          <a:xfrm>
            <a:off x="5807947" y="3115733"/>
            <a:ext cx="4643998" cy="4419601"/>
          </a:xfrm>
        </p:spPr>
        <p:txBody>
          <a:bodyPr/>
          <a:lstStyle>
            <a:lvl1pPr>
              <a:spcBef>
                <a:spcPts val="1704"/>
              </a:spcBef>
              <a:defRPr sz="2100" baseline="0"/>
            </a:lvl1pPr>
            <a:lvl2pPr>
              <a:defRPr sz="2100"/>
            </a:lvl2pPr>
            <a:lvl3pPr marL="2020047" indent="-457127">
              <a:buFont typeface="Arial"/>
              <a:buChar char="•"/>
              <a:defRPr sz="2100"/>
            </a:lvl3pPr>
            <a:lvl4pPr>
              <a:spcBef>
                <a:spcPts val="900"/>
              </a:spcBef>
              <a:defRPr sz="16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8" name="Text Placeholder 6"/>
          <p:cNvSpPr>
            <a:spLocks noGrp="1"/>
          </p:cNvSpPr>
          <p:nvPr>
            <p:ph type="body" sz="quarter" idx="25" hasCustomPrompt="1"/>
          </p:nvPr>
        </p:nvSpPr>
        <p:spPr>
          <a:xfrm>
            <a:off x="5807946" y="2405063"/>
            <a:ext cx="4643998" cy="710671"/>
          </a:xfrm>
        </p:spPr>
        <p:txBody>
          <a:bodyPr/>
          <a:lstStyle>
            <a:lvl1pPr>
              <a:defRPr sz="2100" b="1">
                <a:solidFill>
                  <a:srgbClr val="599A83"/>
                </a:solidFill>
              </a:defRPr>
            </a:lvl1pPr>
          </a:lstStyle>
          <a:p>
            <a:pPr lvl="0"/>
            <a:r>
              <a:rPr lang="en-CA" dirty="0"/>
              <a:t>Bulk content columns always have subtitles</a:t>
            </a:r>
          </a:p>
        </p:txBody>
      </p:sp>
      <p:pic>
        <p:nvPicPr>
          <p:cNvPr id="19" name="Picture 18"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8331202"/>
            <a:ext cx="16256000" cy="819343"/>
          </a:xfrm>
          <a:prstGeom prst="rect">
            <a:avLst/>
          </a:prstGeom>
        </p:spPr>
      </p:pic>
      <p:pic>
        <p:nvPicPr>
          <p:cNvPr id="20" name="Picture 19"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9" y="8595469"/>
            <a:ext cx="394669" cy="290809"/>
          </a:xfrm>
          <a:prstGeom prst="rect">
            <a:avLst/>
          </a:prstGeom>
        </p:spPr>
      </p:pic>
      <p:sp>
        <p:nvSpPr>
          <p:cNvPr id="21" name="Slide Number Placeholder 8"/>
          <p:cNvSpPr>
            <a:spLocks noGrp="1"/>
          </p:cNvSpPr>
          <p:nvPr>
            <p:ph type="sldNum" sz="quarter" idx="19"/>
          </p:nvPr>
        </p:nvSpPr>
        <p:spPr>
          <a:xfrm>
            <a:off x="199082" y="8497455"/>
            <a:ext cx="529132" cy="486835"/>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09506432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6-Point Bulk Content">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30" hasCustomPrompt="1"/>
          </p:nvPr>
        </p:nvSpPr>
        <p:spPr>
          <a:xfrm>
            <a:off x="812882" y="5858405"/>
            <a:ext cx="4673339" cy="1697939"/>
          </a:xfrm>
        </p:spPr>
        <p:txBody>
          <a:bodyPr/>
          <a:lstStyle>
            <a:lvl1pPr>
              <a:spcBef>
                <a:spcPts val="1704"/>
              </a:spcBef>
              <a:defRPr sz="2100" baseline="0"/>
            </a:lvl1pPr>
            <a:lvl2pPr>
              <a:defRPr sz="2100"/>
            </a:lvl2pPr>
            <a:lvl3pPr marL="2020047" indent="-457127">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28" name="Text Placeholder 5"/>
          <p:cNvSpPr>
            <a:spLocks noGrp="1"/>
          </p:cNvSpPr>
          <p:nvPr>
            <p:ph type="body" sz="quarter" idx="31" hasCustomPrompt="1"/>
          </p:nvPr>
        </p:nvSpPr>
        <p:spPr>
          <a:xfrm>
            <a:off x="10786184" y="5858405"/>
            <a:ext cx="4658524" cy="1697939"/>
          </a:xfrm>
        </p:spPr>
        <p:txBody>
          <a:bodyPr/>
          <a:lstStyle>
            <a:lvl1pPr>
              <a:spcBef>
                <a:spcPts val="1704"/>
              </a:spcBef>
              <a:defRPr sz="2100" baseline="0"/>
            </a:lvl1pPr>
            <a:lvl2pPr>
              <a:defRPr sz="2100"/>
            </a:lvl2pPr>
            <a:lvl3pPr marL="2020047" indent="-457127">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29" name="Text Placeholder 6"/>
          <p:cNvSpPr>
            <a:spLocks noGrp="1"/>
          </p:cNvSpPr>
          <p:nvPr>
            <p:ph type="body" sz="quarter" idx="32" hasCustomPrompt="1"/>
          </p:nvPr>
        </p:nvSpPr>
        <p:spPr>
          <a:xfrm>
            <a:off x="812884" y="5147737"/>
            <a:ext cx="4673338" cy="710671"/>
          </a:xfrm>
        </p:spPr>
        <p:txBody>
          <a:bodyPr/>
          <a:lstStyle>
            <a:lvl1pPr>
              <a:defRPr sz="2100" b="1" baseline="0">
                <a:solidFill>
                  <a:srgbClr val="599A83"/>
                </a:solidFill>
              </a:defRPr>
            </a:lvl1pPr>
          </a:lstStyle>
          <a:p>
            <a:pPr lvl="0"/>
            <a:r>
              <a:rPr lang="en-CA" dirty="0"/>
              <a:t>Bulk content columns always have subtitles</a:t>
            </a:r>
          </a:p>
        </p:txBody>
      </p:sp>
      <p:sp>
        <p:nvSpPr>
          <p:cNvPr id="30" name="Text Placeholder 6"/>
          <p:cNvSpPr>
            <a:spLocks noGrp="1"/>
          </p:cNvSpPr>
          <p:nvPr>
            <p:ph type="body" sz="quarter" idx="33" hasCustomPrompt="1"/>
          </p:nvPr>
        </p:nvSpPr>
        <p:spPr>
          <a:xfrm>
            <a:off x="10786183" y="5147737"/>
            <a:ext cx="4658524" cy="710671"/>
          </a:xfrm>
        </p:spPr>
        <p:txBody>
          <a:bodyPr/>
          <a:lstStyle>
            <a:lvl1pPr>
              <a:defRPr sz="2100" b="1">
                <a:solidFill>
                  <a:srgbClr val="599A83"/>
                </a:solidFill>
              </a:defRPr>
            </a:lvl1pPr>
          </a:lstStyle>
          <a:p>
            <a:pPr lvl="0"/>
            <a:r>
              <a:rPr lang="en-CA" dirty="0"/>
              <a:t>Bulk content columns always have subtitles</a:t>
            </a:r>
          </a:p>
        </p:txBody>
      </p:sp>
      <p:sp>
        <p:nvSpPr>
          <p:cNvPr id="31" name="Text Placeholder 5"/>
          <p:cNvSpPr>
            <a:spLocks noGrp="1"/>
          </p:cNvSpPr>
          <p:nvPr>
            <p:ph type="body" sz="quarter" idx="34" hasCustomPrompt="1"/>
          </p:nvPr>
        </p:nvSpPr>
        <p:spPr>
          <a:xfrm>
            <a:off x="5807947" y="5858405"/>
            <a:ext cx="4643998" cy="1697939"/>
          </a:xfrm>
        </p:spPr>
        <p:txBody>
          <a:bodyPr/>
          <a:lstStyle>
            <a:lvl1pPr>
              <a:spcBef>
                <a:spcPts val="1704"/>
              </a:spcBef>
              <a:defRPr sz="2100" baseline="0"/>
            </a:lvl1pPr>
            <a:lvl2pPr>
              <a:defRPr sz="2100"/>
            </a:lvl2pPr>
            <a:lvl3pPr marL="2020047" indent="-457127">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32" name="Text Placeholder 6"/>
          <p:cNvSpPr>
            <a:spLocks noGrp="1"/>
          </p:cNvSpPr>
          <p:nvPr>
            <p:ph type="body" sz="quarter" idx="35" hasCustomPrompt="1"/>
          </p:nvPr>
        </p:nvSpPr>
        <p:spPr>
          <a:xfrm>
            <a:off x="5807946" y="5147737"/>
            <a:ext cx="4643998" cy="710671"/>
          </a:xfrm>
        </p:spPr>
        <p:txBody>
          <a:bodyPr/>
          <a:lstStyle>
            <a:lvl1pPr>
              <a:defRPr sz="2100" b="1">
                <a:solidFill>
                  <a:srgbClr val="599A83"/>
                </a:solidFill>
              </a:defRPr>
            </a:lvl1pPr>
          </a:lstStyle>
          <a:p>
            <a:pPr lvl="0"/>
            <a:r>
              <a:rPr lang="en-CA" dirty="0"/>
              <a:t>Bulk content columns always have subtitles</a:t>
            </a:r>
          </a:p>
        </p:txBody>
      </p:sp>
      <p:sp>
        <p:nvSpPr>
          <p:cNvPr id="2" name="Title 1"/>
          <p:cNvSpPr>
            <a:spLocks noGrp="1"/>
          </p:cNvSpPr>
          <p:nvPr>
            <p:ph type="title" hasCustomPrompt="1"/>
          </p:nvPr>
        </p:nvSpPr>
        <p:spPr>
          <a:xfrm>
            <a:off x="812881" y="768366"/>
            <a:ext cx="9475914" cy="1335973"/>
          </a:xfrm>
        </p:spPr>
        <p:txBody>
          <a:bodyPr anchor="t">
            <a:noAutofit/>
          </a:bodyPr>
          <a:lstStyle>
            <a:lvl1pPr>
              <a:defRPr sz="4800" b="1" baseline="0">
                <a:solidFill>
                  <a:srgbClr val="00673E"/>
                </a:solidFill>
              </a:defRPr>
            </a:lvl1pPr>
          </a:lstStyle>
          <a:p>
            <a:r>
              <a:rPr lang="en-CA" dirty="0"/>
              <a:t>This is a 6-point bulk content slide for long content.</a:t>
            </a:r>
            <a:endParaRPr lang="en-US" dirty="0"/>
          </a:p>
        </p:txBody>
      </p:sp>
      <p:sp>
        <p:nvSpPr>
          <p:cNvPr id="12" name="Text Placeholder 5"/>
          <p:cNvSpPr>
            <a:spLocks noGrp="1"/>
          </p:cNvSpPr>
          <p:nvPr>
            <p:ph type="body" sz="quarter" idx="15" hasCustomPrompt="1"/>
          </p:nvPr>
        </p:nvSpPr>
        <p:spPr>
          <a:xfrm>
            <a:off x="812882" y="3115733"/>
            <a:ext cx="4673339" cy="1697939"/>
          </a:xfrm>
        </p:spPr>
        <p:txBody>
          <a:bodyPr/>
          <a:lstStyle>
            <a:lvl1pPr>
              <a:spcBef>
                <a:spcPts val="1704"/>
              </a:spcBef>
              <a:defRPr sz="2100" baseline="0"/>
            </a:lvl1pPr>
            <a:lvl2pPr>
              <a:defRPr sz="2100"/>
            </a:lvl2pPr>
            <a:lvl3pPr marL="2020047" indent="-457127">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14" name="Text Placeholder 5"/>
          <p:cNvSpPr>
            <a:spLocks noGrp="1"/>
          </p:cNvSpPr>
          <p:nvPr>
            <p:ph type="body" sz="quarter" idx="18" hasCustomPrompt="1"/>
          </p:nvPr>
        </p:nvSpPr>
        <p:spPr>
          <a:xfrm>
            <a:off x="10786184" y="3115733"/>
            <a:ext cx="4658524" cy="1697939"/>
          </a:xfrm>
        </p:spPr>
        <p:txBody>
          <a:bodyPr/>
          <a:lstStyle>
            <a:lvl1pPr>
              <a:spcBef>
                <a:spcPts val="1704"/>
              </a:spcBef>
              <a:defRPr sz="2100" baseline="0"/>
            </a:lvl1pPr>
            <a:lvl2pPr>
              <a:defRPr sz="2100"/>
            </a:lvl2pPr>
            <a:lvl3pPr marL="2020047" indent="-457127">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15" name="Text Placeholder 6"/>
          <p:cNvSpPr>
            <a:spLocks noGrp="1"/>
          </p:cNvSpPr>
          <p:nvPr>
            <p:ph type="body" sz="quarter" idx="21" hasCustomPrompt="1"/>
          </p:nvPr>
        </p:nvSpPr>
        <p:spPr>
          <a:xfrm>
            <a:off x="812884" y="2405063"/>
            <a:ext cx="4673338" cy="710671"/>
          </a:xfrm>
        </p:spPr>
        <p:txBody>
          <a:bodyPr/>
          <a:lstStyle>
            <a:lvl1pPr>
              <a:defRPr sz="2100"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10786183" y="2405063"/>
            <a:ext cx="4658524" cy="710671"/>
          </a:xfrm>
        </p:spPr>
        <p:txBody>
          <a:bodyPr/>
          <a:lstStyle>
            <a:lvl1pPr>
              <a:defRPr sz="2100" b="1">
                <a:solidFill>
                  <a:srgbClr val="599A83"/>
                </a:solidFill>
              </a:defRPr>
            </a:lvl1pPr>
          </a:lstStyle>
          <a:p>
            <a:pPr lvl="0"/>
            <a:r>
              <a:rPr lang="en-CA" dirty="0"/>
              <a:t>Bulk content columns always have subtitles</a:t>
            </a:r>
          </a:p>
        </p:txBody>
      </p:sp>
      <p:sp>
        <p:nvSpPr>
          <p:cNvPr id="17" name="Text Placeholder 5"/>
          <p:cNvSpPr>
            <a:spLocks noGrp="1"/>
          </p:cNvSpPr>
          <p:nvPr>
            <p:ph type="body" sz="quarter" idx="24" hasCustomPrompt="1"/>
          </p:nvPr>
        </p:nvSpPr>
        <p:spPr>
          <a:xfrm>
            <a:off x="5807947" y="3115733"/>
            <a:ext cx="4643998" cy="1697939"/>
          </a:xfrm>
        </p:spPr>
        <p:txBody>
          <a:bodyPr/>
          <a:lstStyle>
            <a:lvl1pPr>
              <a:spcBef>
                <a:spcPts val="1704"/>
              </a:spcBef>
              <a:defRPr sz="2100" baseline="0"/>
            </a:lvl1pPr>
            <a:lvl2pPr>
              <a:defRPr sz="2100"/>
            </a:lvl2pPr>
            <a:lvl3pPr marL="2020047" indent="-457127">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18" name="Text Placeholder 6"/>
          <p:cNvSpPr>
            <a:spLocks noGrp="1"/>
          </p:cNvSpPr>
          <p:nvPr>
            <p:ph type="body" sz="quarter" idx="25" hasCustomPrompt="1"/>
          </p:nvPr>
        </p:nvSpPr>
        <p:spPr>
          <a:xfrm>
            <a:off x="5807946" y="2405063"/>
            <a:ext cx="4643998" cy="710671"/>
          </a:xfrm>
        </p:spPr>
        <p:txBody>
          <a:bodyPr/>
          <a:lstStyle>
            <a:lvl1pPr>
              <a:defRPr sz="2100" b="1">
                <a:solidFill>
                  <a:srgbClr val="599A83"/>
                </a:solidFill>
              </a:defRPr>
            </a:lvl1pPr>
          </a:lstStyle>
          <a:p>
            <a:pPr lvl="0"/>
            <a:r>
              <a:rPr lang="en-CA" dirty="0"/>
              <a:t>Bulk content columns always have subtitles</a:t>
            </a:r>
          </a:p>
        </p:txBody>
      </p:sp>
      <p:pic>
        <p:nvPicPr>
          <p:cNvPr id="33" name="Picture 32"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8331202"/>
            <a:ext cx="16256000" cy="819343"/>
          </a:xfrm>
          <a:prstGeom prst="rect">
            <a:avLst/>
          </a:prstGeom>
        </p:spPr>
      </p:pic>
      <p:pic>
        <p:nvPicPr>
          <p:cNvPr id="34" name="Picture 33"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9" y="8595469"/>
            <a:ext cx="394669" cy="290809"/>
          </a:xfrm>
          <a:prstGeom prst="rect">
            <a:avLst/>
          </a:prstGeom>
        </p:spPr>
      </p:pic>
      <p:sp>
        <p:nvSpPr>
          <p:cNvPr id="35" name="Slide Number Placeholder 8"/>
          <p:cNvSpPr>
            <a:spLocks noGrp="1"/>
          </p:cNvSpPr>
          <p:nvPr>
            <p:ph type="sldNum" sz="quarter" idx="19"/>
          </p:nvPr>
        </p:nvSpPr>
        <p:spPr>
          <a:xfrm>
            <a:off x="199082" y="8497455"/>
            <a:ext cx="529132" cy="486835"/>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407890009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Key Numbers Large">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812882" y="3860800"/>
            <a:ext cx="4673339" cy="3679139"/>
          </a:xfrm>
        </p:spPr>
        <p:txBody>
          <a:bodyPr/>
          <a:lstStyle>
            <a:lvl1pPr>
              <a:defRPr baseline="0"/>
            </a:lvl1pPr>
            <a:lvl3pPr marL="2020047" indent="-457127">
              <a:buFont typeface="Arial"/>
              <a:buChar char="•"/>
              <a:defRPr/>
            </a:lvl3pPr>
            <a:lvl4pPr>
              <a:spcBef>
                <a:spcPts val="1104"/>
              </a:spcBef>
              <a:defRPr/>
            </a:lvl4pPr>
          </a:lstStyle>
          <a:p>
            <a:pPr lvl="0"/>
            <a:r>
              <a:rPr lang="en-CA" dirty="0"/>
              <a:t>Click to edit content. Use this slide for very brief points about the figure above.</a:t>
            </a:r>
          </a:p>
        </p:txBody>
      </p:sp>
      <p:sp>
        <p:nvSpPr>
          <p:cNvPr id="23" name="Text Placeholder 5"/>
          <p:cNvSpPr>
            <a:spLocks noGrp="1"/>
          </p:cNvSpPr>
          <p:nvPr>
            <p:ph type="body" sz="quarter" idx="19" hasCustomPrompt="1"/>
          </p:nvPr>
        </p:nvSpPr>
        <p:spPr>
          <a:xfrm>
            <a:off x="5807945" y="3860800"/>
            <a:ext cx="4644000" cy="3679139"/>
          </a:xfrm>
        </p:spPr>
        <p:txBody>
          <a:bodyPr/>
          <a:lstStyle>
            <a:lvl1pPr>
              <a:defRPr baseline="0"/>
            </a:lvl1pPr>
            <a:lvl3pPr marL="2020047" indent="-457127">
              <a:buFont typeface="Arial"/>
              <a:buChar char="•"/>
              <a:defRPr/>
            </a:lvl3pPr>
            <a:lvl4pPr>
              <a:spcBef>
                <a:spcPts val="1104"/>
              </a:spcBef>
              <a:defRPr/>
            </a:lvl4pPr>
          </a:lstStyle>
          <a:p>
            <a:pPr lvl="0"/>
            <a:r>
              <a:rPr lang="en-CA" dirty="0"/>
              <a:t>Click to edit content. Use this slide for very brief points about the figure above.</a:t>
            </a:r>
          </a:p>
        </p:txBody>
      </p:sp>
      <p:sp>
        <p:nvSpPr>
          <p:cNvPr id="26" name="Text Placeholder 5"/>
          <p:cNvSpPr>
            <a:spLocks noGrp="1"/>
          </p:cNvSpPr>
          <p:nvPr>
            <p:ph type="body" sz="quarter" idx="23" hasCustomPrompt="1"/>
          </p:nvPr>
        </p:nvSpPr>
        <p:spPr>
          <a:xfrm>
            <a:off x="10786183" y="3860800"/>
            <a:ext cx="4673448" cy="3679139"/>
          </a:xfrm>
        </p:spPr>
        <p:txBody>
          <a:bodyPr/>
          <a:lstStyle>
            <a:lvl1pPr>
              <a:spcBef>
                <a:spcPts val="1600"/>
              </a:spcBef>
              <a:defRPr baseline="0"/>
            </a:lvl1pPr>
            <a:lvl3pPr marL="2020047" indent="-457127">
              <a:buFont typeface="Arial"/>
              <a:buChar char="•"/>
              <a:defRPr/>
            </a:lvl3pPr>
            <a:lvl4pPr>
              <a:spcBef>
                <a:spcPts val="1104"/>
              </a:spcBef>
              <a:defRPr/>
            </a:lvl4pPr>
          </a:lstStyle>
          <a:p>
            <a:pPr lvl="0"/>
            <a:r>
              <a:rPr lang="en-CA" dirty="0"/>
              <a:t>Click to edit content. Use this slide for very brief points about one the figure above.</a:t>
            </a:r>
          </a:p>
        </p:txBody>
      </p:sp>
      <p:sp>
        <p:nvSpPr>
          <p:cNvPr id="10" name="Text Placeholder 9"/>
          <p:cNvSpPr>
            <a:spLocks noGrp="1"/>
          </p:cNvSpPr>
          <p:nvPr>
            <p:ph type="body" sz="quarter" idx="16" hasCustomPrompt="1"/>
          </p:nvPr>
        </p:nvSpPr>
        <p:spPr>
          <a:xfrm>
            <a:off x="812882" y="2475442"/>
            <a:ext cx="4673340" cy="1226329"/>
          </a:xfrm>
        </p:spPr>
        <p:txBody>
          <a:bodyPr anchor="b"/>
          <a:lstStyle>
            <a:lvl1pPr>
              <a:lnSpc>
                <a:spcPct val="80000"/>
              </a:lnSpc>
              <a:defRPr sz="11198">
                <a:solidFill>
                  <a:srgbClr val="599A83"/>
                </a:solidFill>
              </a:defRPr>
            </a:lvl1pPr>
          </a:lstStyle>
          <a:p>
            <a:pPr lvl="0"/>
            <a:r>
              <a:rPr lang="en-CA" dirty="0"/>
              <a:t>##</a:t>
            </a:r>
          </a:p>
        </p:txBody>
      </p:sp>
      <p:sp>
        <p:nvSpPr>
          <p:cNvPr id="21" name="Text Placeholder 9"/>
          <p:cNvSpPr>
            <a:spLocks noGrp="1"/>
          </p:cNvSpPr>
          <p:nvPr>
            <p:ph type="body" sz="quarter" idx="20" hasCustomPrompt="1"/>
          </p:nvPr>
        </p:nvSpPr>
        <p:spPr>
          <a:xfrm>
            <a:off x="5807947" y="2475442"/>
            <a:ext cx="4643999" cy="1226329"/>
          </a:xfrm>
        </p:spPr>
        <p:txBody>
          <a:bodyPr anchor="b"/>
          <a:lstStyle>
            <a:lvl1pPr>
              <a:lnSpc>
                <a:spcPct val="80000"/>
              </a:lnSpc>
              <a:defRPr sz="11198">
                <a:solidFill>
                  <a:srgbClr val="599A83"/>
                </a:solidFill>
              </a:defRPr>
            </a:lvl1pPr>
          </a:lstStyle>
          <a:p>
            <a:pPr lvl="0"/>
            <a:r>
              <a:rPr lang="en-CA" dirty="0"/>
              <a:t>##%</a:t>
            </a:r>
          </a:p>
        </p:txBody>
      </p:sp>
      <p:sp>
        <p:nvSpPr>
          <p:cNvPr id="24" name="Text Placeholder 9"/>
          <p:cNvSpPr>
            <a:spLocks noGrp="1"/>
          </p:cNvSpPr>
          <p:nvPr>
            <p:ph type="body" sz="quarter" idx="22" hasCustomPrompt="1"/>
          </p:nvPr>
        </p:nvSpPr>
        <p:spPr>
          <a:xfrm>
            <a:off x="10786183" y="2475442"/>
            <a:ext cx="4673448" cy="1226329"/>
          </a:xfrm>
        </p:spPr>
        <p:txBody>
          <a:bodyPr anchor="b"/>
          <a:lstStyle>
            <a:lvl1pPr>
              <a:lnSpc>
                <a:spcPct val="80000"/>
              </a:lnSpc>
              <a:defRPr sz="11198">
                <a:solidFill>
                  <a:srgbClr val="599A83"/>
                </a:solidFill>
              </a:defRPr>
            </a:lvl1pPr>
          </a:lstStyle>
          <a:p>
            <a:pPr lvl="0"/>
            <a:r>
              <a:rPr lang="en-CA" dirty="0"/>
              <a:t>#,###</a:t>
            </a:r>
          </a:p>
        </p:txBody>
      </p:sp>
      <p:sp>
        <p:nvSpPr>
          <p:cNvPr id="28" name="Title 1"/>
          <p:cNvSpPr>
            <a:spLocks noGrp="1"/>
          </p:cNvSpPr>
          <p:nvPr>
            <p:ph type="title" hasCustomPrompt="1"/>
          </p:nvPr>
        </p:nvSpPr>
        <p:spPr>
          <a:xfrm>
            <a:off x="812881" y="768366"/>
            <a:ext cx="9475914" cy="1335973"/>
          </a:xfrm>
        </p:spPr>
        <p:txBody>
          <a:bodyPr anchor="t">
            <a:noAutofit/>
          </a:bodyPr>
          <a:lstStyle>
            <a:lvl1pPr>
              <a:defRPr sz="4800" b="1" baseline="0">
                <a:solidFill>
                  <a:srgbClr val="00673E"/>
                </a:solidFill>
              </a:defRPr>
            </a:lvl1pPr>
          </a:lstStyle>
          <a:p>
            <a:r>
              <a:rPr lang="en-CA" dirty="0"/>
              <a:t>This is a key numbers slide for short numbers.</a:t>
            </a:r>
            <a:endParaRPr lang="en-US" dirty="0"/>
          </a:p>
        </p:txBody>
      </p:sp>
      <p:pic>
        <p:nvPicPr>
          <p:cNvPr id="33" name="Picture 32"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8331202"/>
            <a:ext cx="16256000" cy="819343"/>
          </a:xfrm>
          <a:prstGeom prst="rect">
            <a:avLst/>
          </a:prstGeom>
        </p:spPr>
      </p:pic>
      <p:pic>
        <p:nvPicPr>
          <p:cNvPr id="34" name="Picture 33"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9" y="8595469"/>
            <a:ext cx="394669" cy="290809"/>
          </a:xfrm>
          <a:prstGeom prst="rect">
            <a:avLst/>
          </a:prstGeom>
        </p:spPr>
      </p:pic>
      <p:sp>
        <p:nvSpPr>
          <p:cNvPr id="35" name="Slide Number Placeholder 8"/>
          <p:cNvSpPr>
            <a:spLocks noGrp="1"/>
          </p:cNvSpPr>
          <p:nvPr>
            <p:ph type="sldNum" sz="quarter" idx="24"/>
          </p:nvPr>
        </p:nvSpPr>
        <p:spPr>
          <a:xfrm>
            <a:off x="199082" y="8497455"/>
            <a:ext cx="529132" cy="486835"/>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62694571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Key Numbers Medium">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812882" y="3701770"/>
            <a:ext cx="4673339" cy="3838169"/>
          </a:xfrm>
        </p:spPr>
        <p:txBody>
          <a:bodyPr/>
          <a:lstStyle>
            <a:lvl1pPr>
              <a:defRPr baseline="0"/>
            </a:lvl1pPr>
            <a:lvl3pPr marL="2020047" indent="-457127">
              <a:buFont typeface="Arial"/>
              <a:buChar char="•"/>
              <a:defRPr/>
            </a:lvl3pPr>
            <a:lvl4pPr>
              <a:spcBef>
                <a:spcPts val="1104"/>
              </a:spcBef>
              <a:defRPr/>
            </a:lvl4pPr>
          </a:lstStyle>
          <a:p>
            <a:pPr lvl="0"/>
            <a:r>
              <a:rPr lang="en-CA" dirty="0"/>
              <a:t>Click to edit content. Use this slide for very brief points about the figure above.</a:t>
            </a:r>
          </a:p>
        </p:txBody>
      </p:sp>
      <p:sp>
        <p:nvSpPr>
          <p:cNvPr id="23" name="Text Placeholder 5"/>
          <p:cNvSpPr>
            <a:spLocks noGrp="1"/>
          </p:cNvSpPr>
          <p:nvPr>
            <p:ph type="body" sz="quarter" idx="19" hasCustomPrompt="1"/>
          </p:nvPr>
        </p:nvSpPr>
        <p:spPr>
          <a:xfrm>
            <a:off x="5807945" y="3701770"/>
            <a:ext cx="4644000" cy="3838169"/>
          </a:xfrm>
        </p:spPr>
        <p:txBody>
          <a:bodyPr/>
          <a:lstStyle>
            <a:lvl1pPr>
              <a:defRPr baseline="0"/>
            </a:lvl1pPr>
            <a:lvl3pPr marL="2020047" indent="-457127">
              <a:buFont typeface="Arial"/>
              <a:buChar char="•"/>
              <a:defRPr/>
            </a:lvl3pPr>
            <a:lvl4pPr>
              <a:spcBef>
                <a:spcPts val="1104"/>
              </a:spcBef>
              <a:defRPr/>
            </a:lvl4pPr>
          </a:lstStyle>
          <a:p>
            <a:pPr lvl="0"/>
            <a:r>
              <a:rPr lang="en-CA" dirty="0"/>
              <a:t>Click to edit content. Use this slide for very brief points about the figure above.</a:t>
            </a:r>
          </a:p>
        </p:txBody>
      </p:sp>
      <p:sp>
        <p:nvSpPr>
          <p:cNvPr id="26" name="Text Placeholder 5"/>
          <p:cNvSpPr>
            <a:spLocks noGrp="1"/>
          </p:cNvSpPr>
          <p:nvPr>
            <p:ph type="body" sz="quarter" idx="23" hasCustomPrompt="1"/>
          </p:nvPr>
        </p:nvSpPr>
        <p:spPr>
          <a:xfrm>
            <a:off x="10786183" y="3701770"/>
            <a:ext cx="4673448" cy="3838169"/>
          </a:xfrm>
        </p:spPr>
        <p:txBody>
          <a:bodyPr/>
          <a:lstStyle>
            <a:lvl1pPr>
              <a:spcBef>
                <a:spcPts val="1600"/>
              </a:spcBef>
              <a:defRPr baseline="0"/>
            </a:lvl1pPr>
            <a:lvl3pPr marL="2020047" indent="-457127">
              <a:buFont typeface="Arial"/>
              <a:buChar char="•"/>
              <a:defRPr/>
            </a:lvl3pPr>
            <a:lvl4pPr>
              <a:spcBef>
                <a:spcPts val="1104"/>
              </a:spcBef>
              <a:defRPr/>
            </a:lvl4pPr>
          </a:lstStyle>
          <a:p>
            <a:pPr lvl="0"/>
            <a:r>
              <a:rPr lang="en-CA" dirty="0"/>
              <a:t>Click to edit content. Use this slide for very brief points about one the figure above.</a:t>
            </a:r>
          </a:p>
        </p:txBody>
      </p:sp>
      <p:sp>
        <p:nvSpPr>
          <p:cNvPr id="10" name="Text Placeholder 9"/>
          <p:cNvSpPr>
            <a:spLocks noGrp="1"/>
          </p:cNvSpPr>
          <p:nvPr>
            <p:ph type="body" sz="quarter" idx="16" hasCustomPrompt="1"/>
          </p:nvPr>
        </p:nvSpPr>
        <p:spPr>
          <a:xfrm>
            <a:off x="812882" y="2441576"/>
            <a:ext cx="4673340" cy="1260195"/>
          </a:xfrm>
        </p:spPr>
        <p:txBody>
          <a:bodyPr anchor="t"/>
          <a:lstStyle>
            <a:lvl1pPr>
              <a:lnSpc>
                <a:spcPct val="80000"/>
              </a:lnSpc>
              <a:defRPr sz="7198">
                <a:solidFill>
                  <a:srgbClr val="599A83"/>
                </a:solidFill>
              </a:defRPr>
            </a:lvl1pPr>
          </a:lstStyle>
          <a:p>
            <a:pPr lvl="0"/>
            <a:r>
              <a:rPr lang="en-CA" dirty="0"/>
              <a:t>$##,###</a:t>
            </a:r>
          </a:p>
        </p:txBody>
      </p:sp>
      <p:sp>
        <p:nvSpPr>
          <p:cNvPr id="21" name="Text Placeholder 9"/>
          <p:cNvSpPr>
            <a:spLocks noGrp="1"/>
          </p:cNvSpPr>
          <p:nvPr>
            <p:ph type="body" sz="quarter" idx="20" hasCustomPrompt="1"/>
          </p:nvPr>
        </p:nvSpPr>
        <p:spPr>
          <a:xfrm>
            <a:off x="5807947" y="2475442"/>
            <a:ext cx="4643999" cy="1226329"/>
          </a:xfrm>
        </p:spPr>
        <p:txBody>
          <a:bodyPr anchor="t"/>
          <a:lstStyle>
            <a:lvl1pPr>
              <a:lnSpc>
                <a:spcPct val="80000"/>
              </a:lnSpc>
              <a:defRPr sz="7198">
                <a:solidFill>
                  <a:srgbClr val="599A83"/>
                </a:solidFill>
              </a:defRPr>
            </a:lvl1pPr>
          </a:lstStyle>
          <a:p>
            <a:pPr lvl="0"/>
            <a:r>
              <a:rPr lang="en-CA" dirty="0"/>
              <a:t>#,####%</a:t>
            </a:r>
          </a:p>
        </p:txBody>
      </p:sp>
      <p:sp>
        <p:nvSpPr>
          <p:cNvPr id="24" name="Text Placeholder 9"/>
          <p:cNvSpPr>
            <a:spLocks noGrp="1"/>
          </p:cNvSpPr>
          <p:nvPr>
            <p:ph type="body" sz="quarter" idx="22" hasCustomPrompt="1"/>
          </p:nvPr>
        </p:nvSpPr>
        <p:spPr>
          <a:xfrm>
            <a:off x="10786183" y="2475442"/>
            <a:ext cx="4673448" cy="1226329"/>
          </a:xfrm>
        </p:spPr>
        <p:txBody>
          <a:bodyPr anchor="t"/>
          <a:lstStyle>
            <a:lvl1pPr>
              <a:lnSpc>
                <a:spcPct val="80000"/>
              </a:lnSpc>
              <a:defRPr sz="7198">
                <a:solidFill>
                  <a:srgbClr val="599A83"/>
                </a:solidFill>
              </a:defRPr>
            </a:lvl1pPr>
          </a:lstStyle>
          <a:p>
            <a:pPr lvl="0"/>
            <a:r>
              <a:rPr lang="en-CA" dirty="0"/>
              <a:t>#,###,####</a:t>
            </a:r>
          </a:p>
        </p:txBody>
      </p:sp>
      <p:sp>
        <p:nvSpPr>
          <p:cNvPr id="28" name="Title 1"/>
          <p:cNvSpPr>
            <a:spLocks noGrp="1"/>
          </p:cNvSpPr>
          <p:nvPr>
            <p:ph type="title" hasCustomPrompt="1"/>
          </p:nvPr>
        </p:nvSpPr>
        <p:spPr>
          <a:xfrm>
            <a:off x="812881" y="768366"/>
            <a:ext cx="9475914" cy="1335973"/>
          </a:xfrm>
        </p:spPr>
        <p:txBody>
          <a:bodyPr anchor="t">
            <a:noAutofit/>
          </a:bodyPr>
          <a:lstStyle>
            <a:lvl1pPr>
              <a:defRPr sz="4800" b="1" baseline="0">
                <a:solidFill>
                  <a:srgbClr val="00673E"/>
                </a:solidFill>
              </a:defRPr>
            </a:lvl1pPr>
          </a:lstStyle>
          <a:p>
            <a:r>
              <a:rPr lang="en-CA" dirty="0"/>
              <a:t>This is a key numbers slide for long numbers.</a:t>
            </a:r>
            <a:endParaRPr lang="en-US" dirty="0"/>
          </a:p>
        </p:txBody>
      </p:sp>
      <p:pic>
        <p:nvPicPr>
          <p:cNvPr id="15" name="Picture 14"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8331202"/>
            <a:ext cx="16256000" cy="819343"/>
          </a:xfrm>
          <a:prstGeom prst="rect">
            <a:avLst/>
          </a:prstGeom>
        </p:spPr>
      </p:pic>
      <p:pic>
        <p:nvPicPr>
          <p:cNvPr id="16" name="Picture 15"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9" y="8595469"/>
            <a:ext cx="394669" cy="290809"/>
          </a:xfrm>
          <a:prstGeom prst="rect">
            <a:avLst/>
          </a:prstGeom>
        </p:spPr>
      </p:pic>
      <p:sp>
        <p:nvSpPr>
          <p:cNvPr id="17" name="Slide Number Placeholder 8"/>
          <p:cNvSpPr>
            <a:spLocks noGrp="1"/>
          </p:cNvSpPr>
          <p:nvPr>
            <p:ph type="sldNum" sz="quarter" idx="24"/>
          </p:nvPr>
        </p:nvSpPr>
        <p:spPr>
          <a:xfrm>
            <a:off x="199082" y="8497455"/>
            <a:ext cx="529132" cy="486835"/>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81616707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Key Points with Icons">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812882" y="4538134"/>
            <a:ext cx="4673339" cy="3001805"/>
          </a:xfrm>
        </p:spPr>
        <p:txBody>
          <a:bodyPr/>
          <a:lstStyle>
            <a:lvl1pPr>
              <a:defRPr baseline="0"/>
            </a:lvl1pPr>
            <a:lvl3pPr marL="2020047" indent="-457127">
              <a:buFont typeface="Arial"/>
              <a:buChar char="•"/>
              <a:defRPr/>
            </a:lvl3pPr>
            <a:lvl4pPr>
              <a:spcBef>
                <a:spcPts val="1104"/>
              </a:spcBef>
              <a:defRPr/>
            </a:lvl4pPr>
          </a:lstStyle>
          <a:p>
            <a:pPr lvl="0"/>
            <a:r>
              <a:rPr lang="en-CA" dirty="0"/>
              <a:t>Click to edit content. Use this slide for a brief point, illustrated by the icon above.</a:t>
            </a:r>
          </a:p>
        </p:txBody>
      </p:sp>
      <p:sp>
        <p:nvSpPr>
          <p:cNvPr id="23" name="Text Placeholder 5"/>
          <p:cNvSpPr>
            <a:spLocks noGrp="1"/>
          </p:cNvSpPr>
          <p:nvPr>
            <p:ph type="body" sz="quarter" idx="19" hasCustomPrompt="1"/>
          </p:nvPr>
        </p:nvSpPr>
        <p:spPr>
          <a:xfrm>
            <a:off x="5807945" y="4538134"/>
            <a:ext cx="4644000" cy="3001805"/>
          </a:xfrm>
        </p:spPr>
        <p:txBody>
          <a:bodyPr/>
          <a:lstStyle>
            <a:lvl1pPr>
              <a:defRPr baseline="0"/>
            </a:lvl1pPr>
            <a:lvl3pPr marL="2020047" indent="-457127">
              <a:buFont typeface="Arial"/>
              <a:buChar char="•"/>
              <a:defRPr/>
            </a:lvl3pPr>
            <a:lvl4pPr>
              <a:spcBef>
                <a:spcPts val="1104"/>
              </a:spcBef>
              <a:defRPr/>
            </a:lvl4pPr>
          </a:lstStyle>
          <a:p>
            <a:pPr lvl="0"/>
            <a:r>
              <a:rPr lang="en-CA" dirty="0"/>
              <a:t>Click to edit content. Use this slide for a brief point, illustrated by the icon above.</a:t>
            </a:r>
          </a:p>
        </p:txBody>
      </p:sp>
      <p:sp>
        <p:nvSpPr>
          <p:cNvPr id="26" name="Text Placeholder 5"/>
          <p:cNvSpPr>
            <a:spLocks noGrp="1"/>
          </p:cNvSpPr>
          <p:nvPr>
            <p:ph type="body" sz="quarter" idx="23" hasCustomPrompt="1"/>
          </p:nvPr>
        </p:nvSpPr>
        <p:spPr>
          <a:xfrm>
            <a:off x="10786183" y="4538134"/>
            <a:ext cx="4673448" cy="3001805"/>
          </a:xfrm>
        </p:spPr>
        <p:txBody>
          <a:bodyPr/>
          <a:lstStyle>
            <a:lvl1pPr>
              <a:spcBef>
                <a:spcPts val="1600"/>
              </a:spcBef>
              <a:defRPr baseline="0"/>
            </a:lvl1pPr>
            <a:lvl3pPr marL="2020047" indent="-457127">
              <a:buFont typeface="Arial"/>
              <a:buChar char="•"/>
              <a:defRPr/>
            </a:lvl3pPr>
            <a:lvl4pPr>
              <a:spcBef>
                <a:spcPts val="1104"/>
              </a:spcBef>
              <a:defRPr/>
            </a:lvl4pPr>
          </a:lstStyle>
          <a:p>
            <a:pPr lvl="0"/>
            <a:r>
              <a:rPr lang="en-CA" dirty="0"/>
              <a:t>Click to edit content. Use this slide for a brief point, illustrated by the icon above.</a:t>
            </a:r>
          </a:p>
        </p:txBody>
      </p:sp>
      <p:sp>
        <p:nvSpPr>
          <p:cNvPr id="28" name="Title 1"/>
          <p:cNvSpPr>
            <a:spLocks noGrp="1"/>
          </p:cNvSpPr>
          <p:nvPr>
            <p:ph type="title" hasCustomPrompt="1"/>
          </p:nvPr>
        </p:nvSpPr>
        <p:spPr>
          <a:xfrm>
            <a:off x="812881" y="768366"/>
            <a:ext cx="9475914" cy="1335973"/>
          </a:xfrm>
        </p:spPr>
        <p:txBody>
          <a:bodyPr anchor="t">
            <a:noAutofit/>
          </a:bodyPr>
          <a:lstStyle>
            <a:lvl1pPr>
              <a:defRPr sz="4800" b="1" baseline="0">
                <a:solidFill>
                  <a:schemeClr val="accent1"/>
                </a:solidFill>
              </a:defRPr>
            </a:lvl1pPr>
          </a:lstStyle>
          <a:p>
            <a:r>
              <a:rPr lang="en-CA" dirty="0"/>
              <a:t>This is a key point slide with icons to illustrate points.</a:t>
            </a:r>
            <a:endParaRPr lang="en-US" dirty="0"/>
          </a:p>
        </p:txBody>
      </p:sp>
      <p:sp>
        <p:nvSpPr>
          <p:cNvPr id="12" name="Oval 11"/>
          <p:cNvSpPr/>
          <p:nvPr userDrawn="1"/>
        </p:nvSpPr>
        <p:spPr>
          <a:xfrm>
            <a:off x="728136" y="2454807"/>
            <a:ext cx="1755775" cy="1755775"/>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800"/>
          </a:p>
        </p:txBody>
      </p:sp>
      <p:sp>
        <p:nvSpPr>
          <p:cNvPr id="13" name="Picture Placeholder 3"/>
          <p:cNvSpPr>
            <a:spLocks noGrp="1" noChangeAspect="1"/>
          </p:cNvSpPr>
          <p:nvPr>
            <p:ph type="pic" sz="quarter" idx="26" hasCustomPrompt="1"/>
          </p:nvPr>
        </p:nvSpPr>
        <p:spPr>
          <a:xfrm>
            <a:off x="1173632" y="2900693"/>
            <a:ext cx="864783" cy="864000"/>
          </a:xfrm>
        </p:spPr>
        <p:txBody>
          <a:bodyPr/>
          <a:lstStyle>
            <a:lvl1pPr>
              <a:defRPr>
                <a:solidFill>
                  <a:schemeClr val="bg1"/>
                </a:solidFill>
              </a:defRPr>
            </a:lvl1pPr>
          </a:lstStyle>
          <a:p>
            <a:r>
              <a:rPr lang="en-US" dirty="0"/>
              <a:t>Icon</a:t>
            </a:r>
          </a:p>
        </p:txBody>
      </p:sp>
      <p:sp>
        <p:nvSpPr>
          <p:cNvPr id="14" name="Oval 13"/>
          <p:cNvSpPr/>
          <p:nvPr userDrawn="1"/>
        </p:nvSpPr>
        <p:spPr>
          <a:xfrm>
            <a:off x="5723281" y="2454807"/>
            <a:ext cx="1755775" cy="1755775"/>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800"/>
          </a:p>
        </p:txBody>
      </p:sp>
      <p:sp>
        <p:nvSpPr>
          <p:cNvPr id="15" name="Picture Placeholder 3"/>
          <p:cNvSpPr>
            <a:spLocks noGrp="1" noChangeAspect="1"/>
          </p:cNvSpPr>
          <p:nvPr>
            <p:ph type="pic" sz="quarter" idx="27" hasCustomPrompt="1"/>
          </p:nvPr>
        </p:nvSpPr>
        <p:spPr>
          <a:xfrm>
            <a:off x="6168776" y="2900693"/>
            <a:ext cx="864782" cy="864000"/>
          </a:xfrm>
        </p:spPr>
        <p:txBody>
          <a:bodyPr/>
          <a:lstStyle>
            <a:lvl1pPr>
              <a:defRPr>
                <a:solidFill>
                  <a:schemeClr val="bg1"/>
                </a:solidFill>
              </a:defRPr>
            </a:lvl1pPr>
          </a:lstStyle>
          <a:p>
            <a:r>
              <a:rPr lang="en-US" dirty="0"/>
              <a:t>Icon</a:t>
            </a:r>
          </a:p>
        </p:txBody>
      </p:sp>
      <p:sp>
        <p:nvSpPr>
          <p:cNvPr id="16" name="Oval 15"/>
          <p:cNvSpPr/>
          <p:nvPr userDrawn="1"/>
        </p:nvSpPr>
        <p:spPr>
          <a:xfrm>
            <a:off x="10701520" y="2454807"/>
            <a:ext cx="1755775" cy="1755775"/>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800"/>
          </a:p>
        </p:txBody>
      </p:sp>
      <p:sp>
        <p:nvSpPr>
          <p:cNvPr id="17" name="Picture Placeholder 3"/>
          <p:cNvSpPr>
            <a:spLocks noGrp="1" noChangeAspect="1"/>
          </p:cNvSpPr>
          <p:nvPr>
            <p:ph type="pic" sz="quarter" idx="28" hasCustomPrompt="1"/>
          </p:nvPr>
        </p:nvSpPr>
        <p:spPr>
          <a:xfrm>
            <a:off x="11147406" y="2900693"/>
            <a:ext cx="864000" cy="864000"/>
          </a:xfrm>
        </p:spPr>
        <p:txBody>
          <a:bodyPr/>
          <a:lstStyle>
            <a:lvl1pPr>
              <a:defRPr>
                <a:solidFill>
                  <a:schemeClr val="bg1"/>
                </a:solidFill>
              </a:defRPr>
            </a:lvl1pPr>
          </a:lstStyle>
          <a:p>
            <a:r>
              <a:rPr lang="en-US" dirty="0"/>
              <a:t>Icon</a:t>
            </a:r>
          </a:p>
        </p:txBody>
      </p:sp>
      <p:pic>
        <p:nvPicPr>
          <p:cNvPr id="18" name="Picture 17"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8331202"/>
            <a:ext cx="16256000" cy="819343"/>
          </a:xfrm>
          <a:prstGeom prst="rect">
            <a:avLst/>
          </a:prstGeom>
        </p:spPr>
      </p:pic>
      <p:pic>
        <p:nvPicPr>
          <p:cNvPr id="19" name="Picture 18"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9" y="8595469"/>
            <a:ext cx="394669" cy="290809"/>
          </a:xfrm>
          <a:prstGeom prst="rect">
            <a:avLst/>
          </a:prstGeom>
        </p:spPr>
      </p:pic>
      <p:sp>
        <p:nvSpPr>
          <p:cNvPr id="20" name="Slide Number Placeholder 8"/>
          <p:cNvSpPr>
            <a:spLocks noGrp="1"/>
          </p:cNvSpPr>
          <p:nvPr>
            <p:ph type="sldNum" sz="quarter" idx="29"/>
          </p:nvPr>
        </p:nvSpPr>
        <p:spPr>
          <a:xfrm>
            <a:off x="199082" y="8497455"/>
            <a:ext cx="529132" cy="486835"/>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388230516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Video Slide">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3" name="Picture 2"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763846"/>
            <a:ext cx="16257588" cy="1739093"/>
          </a:xfrm>
          <a:prstGeom prst="rect">
            <a:avLst/>
          </a:prstGeom>
        </p:spPr>
      </p:pic>
      <p:sp>
        <p:nvSpPr>
          <p:cNvPr id="5" name="Media Placeholder 4"/>
          <p:cNvSpPr>
            <a:spLocks noGrp="1"/>
          </p:cNvSpPr>
          <p:nvPr>
            <p:ph type="media" sz="quarter" idx="10" hasCustomPrompt="1"/>
          </p:nvPr>
        </p:nvSpPr>
        <p:spPr>
          <a:xfrm>
            <a:off x="3287077" y="829733"/>
            <a:ext cx="9683434" cy="7501467"/>
          </a:xfrm>
        </p:spPr>
        <p:txBody>
          <a:bodyPr/>
          <a:lstStyle>
            <a:lvl1pPr>
              <a:defRPr>
                <a:solidFill>
                  <a:schemeClr val="bg1"/>
                </a:solidFill>
              </a:defRPr>
            </a:lvl1pPr>
          </a:lstStyle>
          <a:p>
            <a:r>
              <a:rPr lang="en-US" dirty="0"/>
              <a:t>Click this icon to insert a video</a:t>
            </a:r>
          </a:p>
        </p:txBody>
      </p:sp>
    </p:spTree>
    <p:extLst>
      <p:ext uri="{BB962C8B-B14F-4D97-AF65-F5344CB8AC3E}">
        <p14:creationId xmlns:p14="http://schemas.microsoft.com/office/powerpoint/2010/main" val="173175235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Quotes or Stats V1">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6" name="Picture 5"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763846"/>
            <a:ext cx="16257588" cy="1739093"/>
          </a:xfrm>
          <a:prstGeom prst="rect">
            <a:avLst/>
          </a:prstGeom>
        </p:spPr>
      </p:pic>
      <p:sp>
        <p:nvSpPr>
          <p:cNvPr id="3" name="Rectangle 2"/>
          <p:cNvSpPr/>
          <p:nvPr userDrawn="1"/>
        </p:nvSpPr>
        <p:spPr>
          <a:xfrm>
            <a:off x="805367" y="838200"/>
            <a:ext cx="14646856" cy="74676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800"/>
          </a:p>
        </p:txBody>
      </p:sp>
      <p:sp>
        <p:nvSpPr>
          <p:cNvPr id="2" name="Title 1"/>
          <p:cNvSpPr>
            <a:spLocks noGrp="1"/>
          </p:cNvSpPr>
          <p:nvPr>
            <p:ph type="title" hasCustomPrompt="1"/>
          </p:nvPr>
        </p:nvSpPr>
        <p:spPr>
          <a:xfrm>
            <a:off x="3287077" y="2787076"/>
            <a:ext cx="9683434" cy="3492669"/>
          </a:xfrm>
        </p:spPr>
        <p:txBody>
          <a:bodyPr/>
          <a:lstStyle>
            <a:lvl1pPr algn="ctr">
              <a:lnSpc>
                <a:spcPct val="110000"/>
              </a:lnSpc>
              <a:defRPr sz="4800" baseline="0">
                <a:solidFill>
                  <a:srgbClr val="599A83"/>
                </a:solidFill>
              </a:defRPr>
            </a:lvl1pPr>
          </a:lstStyle>
          <a:p>
            <a:r>
              <a:rPr lang="en-CA" dirty="0"/>
              <a:t>Enter an impressive statistic or fact. e.g. 98% of Algonquin students have been hired immediately after graduation.</a:t>
            </a:r>
            <a:endParaRPr lang="en-US" dirty="0"/>
          </a:p>
        </p:txBody>
      </p:sp>
      <p:sp>
        <p:nvSpPr>
          <p:cNvPr id="7" name="Text Placeholder 6"/>
          <p:cNvSpPr>
            <a:spLocks noGrp="1"/>
          </p:cNvSpPr>
          <p:nvPr>
            <p:ph type="body" sz="quarter" idx="13" hasCustomPrompt="1"/>
          </p:nvPr>
        </p:nvSpPr>
        <p:spPr>
          <a:xfrm>
            <a:off x="3287077" y="2125171"/>
            <a:ext cx="9683434" cy="510712"/>
          </a:xfrm>
        </p:spPr>
        <p:txBody>
          <a:bodyPr anchor="ctr"/>
          <a:lstStyle>
            <a:lvl1pPr algn="ctr">
              <a:lnSpc>
                <a:spcPct val="100000"/>
              </a:lnSpc>
              <a:defRPr sz="2100" b="1">
                <a:solidFill>
                  <a:schemeClr val="tx2"/>
                </a:solidFill>
              </a:defRPr>
            </a:lvl1pPr>
          </a:lstStyle>
          <a:p>
            <a:pPr lvl="0"/>
            <a:r>
              <a:rPr lang="en-CA" dirty="0"/>
              <a:t>THIS IS THE TITLE OF YOUR STATISTIC</a:t>
            </a:r>
            <a:endParaRPr lang="en-US" dirty="0"/>
          </a:p>
        </p:txBody>
      </p:sp>
      <p:sp>
        <p:nvSpPr>
          <p:cNvPr id="9" name="Text Placeholder 8"/>
          <p:cNvSpPr>
            <a:spLocks noGrp="1"/>
          </p:cNvSpPr>
          <p:nvPr>
            <p:ph type="body" sz="quarter" idx="14" hasCustomPrompt="1"/>
          </p:nvPr>
        </p:nvSpPr>
        <p:spPr>
          <a:xfrm>
            <a:off x="3287077" y="6561979"/>
            <a:ext cx="9683434" cy="388804"/>
          </a:xfrm>
        </p:spPr>
        <p:txBody>
          <a:bodyPr anchor="ctr"/>
          <a:lstStyle>
            <a:lvl1pPr algn="ctr">
              <a:defRPr sz="1600"/>
            </a:lvl1pPr>
          </a:lstStyle>
          <a:p>
            <a:pPr lvl="0"/>
            <a:r>
              <a:rPr lang="en-CA" dirty="0"/>
              <a:t>THIS IS A SPACE FOR A CITATION OR SOURCE</a:t>
            </a:r>
            <a:endParaRPr lang="en-US" dirty="0"/>
          </a:p>
        </p:txBody>
      </p:sp>
    </p:spTree>
    <p:extLst>
      <p:ext uri="{BB962C8B-B14F-4D97-AF65-F5344CB8AC3E}">
        <p14:creationId xmlns:p14="http://schemas.microsoft.com/office/powerpoint/2010/main" val="141284433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Quotes or Stats V2">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5" name="Picture 4"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763846"/>
            <a:ext cx="16257588" cy="1739093"/>
          </a:xfrm>
          <a:prstGeom prst="rect">
            <a:avLst/>
          </a:prstGeom>
        </p:spPr>
      </p:pic>
      <p:sp>
        <p:nvSpPr>
          <p:cNvPr id="8" name="Title 1"/>
          <p:cNvSpPr>
            <a:spLocks noGrp="1"/>
          </p:cNvSpPr>
          <p:nvPr>
            <p:ph type="title" hasCustomPrompt="1"/>
          </p:nvPr>
        </p:nvSpPr>
        <p:spPr>
          <a:xfrm>
            <a:off x="3287077" y="2787076"/>
            <a:ext cx="9683434" cy="3492669"/>
          </a:xfrm>
        </p:spPr>
        <p:txBody>
          <a:bodyPr/>
          <a:lstStyle>
            <a:lvl1pPr algn="ctr">
              <a:lnSpc>
                <a:spcPct val="110000"/>
              </a:lnSpc>
              <a:defRPr sz="4800" baseline="0">
                <a:solidFill>
                  <a:srgbClr val="A6C8BC"/>
                </a:solidFill>
              </a:defRPr>
            </a:lvl1pPr>
          </a:lstStyle>
          <a:p>
            <a:r>
              <a:rPr lang="en-CA" dirty="0"/>
              <a:t>Enter an impressive statistic or fact. e.g. 98% of Algonquin students have been hired immediately after graduation.</a:t>
            </a:r>
            <a:endParaRPr lang="en-US" dirty="0"/>
          </a:p>
        </p:txBody>
      </p:sp>
      <p:sp>
        <p:nvSpPr>
          <p:cNvPr id="10" name="Text Placeholder 6"/>
          <p:cNvSpPr>
            <a:spLocks noGrp="1"/>
          </p:cNvSpPr>
          <p:nvPr>
            <p:ph type="body" sz="quarter" idx="13" hasCustomPrompt="1"/>
          </p:nvPr>
        </p:nvSpPr>
        <p:spPr>
          <a:xfrm>
            <a:off x="3287077" y="2125171"/>
            <a:ext cx="9683434" cy="510712"/>
          </a:xfrm>
        </p:spPr>
        <p:txBody>
          <a:bodyPr anchor="ctr"/>
          <a:lstStyle>
            <a:lvl1pPr algn="ctr">
              <a:lnSpc>
                <a:spcPct val="100000"/>
              </a:lnSpc>
              <a:defRPr sz="2100" b="1">
                <a:solidFill>
                  <a:schemeClr val="bg1"/>
                </a:solidFill>
              </a:defRPr>
            </a:lvl1pPr>
          </a:lstStyle>
          <a:p>
            <a:pPr lvl="0"/>
            <a:r>
              <a:rPr lang="en-CA" dirty="0"/>
              <a:t>THIS IS THE TITLE OF YOUR STATISTIC</a:t>
            </a:r>
            <a:endParaRPr lang="en-US" dirty="0"/>
          </a:p>
        </p:txBody>
      </p:sp>
      <p:sp>
        <p:nvSpPr>
          <p:cNvPr id="11" name="Text Placeholder 8"/>
          <p:cNvSpPr>
            <a:spLocks noGrp="1"/>
          </p:cNvSpPr>
          <p:nvPr>
            <p:ph type="body" sz="quarter" idx="14" hasCustomPrompt="1"/>
          </p:nvPr>
        </p:nvSpPr>
        <p:spPr>
          <a:xfrm>
            <a:off x="3287077" y="6561979"/>
            <a:ext cx="9683434" cy="388804"/>
          </a:xfrm>
        </p:spPr>
        <p:txBody>
          <a:bodyPr anchor="ctr"/>
          <a:lstStyle>
            <a:lvl1pPr algn="ctr">
              <a:defRPr sz="1600">
                <a:solidFill>
                  <a:schemeClr val="bg1"/>
                </a:solidFill>
              </a:defRPr>
            </a:lvl1pPr>
          </a:lstStyle>
          <a:p>
            <a:pPr lvl="0"/>
            <a:r>
              <a:rPr lang="en-CA" dirty="0"/>
              <a:t>THIS IS A SPACE FOR A CITATION OR SOURCE</a:t>
            </a:r>
            <a:endParaRPr lang="en-US" dirty="0"/>
          </a:p>
        </p:txBody>
      </p:sp>
    </p:spTree>
    <p:extLst>
      <p:ext uri="{BB962C8B-B14F-4D97-AF65-F5344CB8AC3E}">
        <p14:creationId xmlns:p14="http://schemas.microsoft.com/office/powerpoint/2010/main" val="170832546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Quotes or Stats V3">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3" name="Picture 2" descr="campus-scape.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4965701"/>
            <a:ext cx="16256000" cy="4178300"/>
          </a:xfrm>
          <a:prstGeom prst="rect">
            <a:avLst/>
          </a:prstGeom>
        </p:spPr>
      </p:pic>
      <p:sp>
        <p:nvSpPr>
          <p:cNvPr id="5" name="Title 1"/>
          <p:cNvSpPr>
            <a:spLocks noGrp="1"/>
          </p:cNvSpPr>
          <p:nvPr>
            <p:ph type="title" hasCustomPrompt="1"/>
          </p:nvPr>
        </p:nvSpPr>
        <p:spPr>
          <a:xfrm>
            <a:off x="3287077" y="1313875"/>
            <a:ext cx="9683434" cy="3492669"/>
          </a:xfrm>
        </p:spPr>
        <p:txBody>
          <a:bodyPr/>
          <a:lstStyle>
            <a:lvl1pPr algn="ctr">
              <a:lnSpc>
                <a:spcPct val="110000"/>
              </a:lnSpc>
              <a:defRPr sz="4800" baseline="0">
                <a:solidFill>
                  <a:srgbClr val="A6C8BC"/>
                </a:solidFill>
              </a:defRPr>
            </a:lvl1pPr>
          </a:lstStyle>
          <a:p>
            <a:r>
              <a:rPr lang="en-CA" dirty="0"/>
              <a:t>Enter an impressive statistic or fact. e.g. We raised $1,000,000 this year. Highlight a number by making it bold and white.</a:t>
            </a:r>
            <a:endParaRPr lang="en-US" dirty="0"/>
          </a:p>
        </p:txBody>
      </p:sp>
      <p:sp>
        <p:nvSpPr>
          <p:cNvPr id="6" name="Text Placeholder 6"/>
          <p:cNvSpPr>
            <a:spLocks noGrp="1"/>
          </p:cNvSpPr>
          <p:nvPr>
            <p:ph type="body" sz="quarter" idx="13" hasCustomPrompt="1"/>
          </p:nvPr>
        </p:nvSpPr>
        <p:spPr>
          <a:xfrm>
            <a:off x="3287077" y="651968"/>
            <a:ext cx="9683434" cy="510712"/>
          </a:xfrm>
        </p:spPr>
        <p:txBody>
          <a:bodyPr anchor="ctr"/>
          <a:lstStyle>
            <a:lvl1pPr algn="ctr">
              <a:lnSpc>
                <a:spcPct val="100000"/>
              </a:lnSpc>
              <a:defRPr sz="2100" b="1">
                <a:solidFill>
                  <a:schemeClr val="bg1"/>
                </a:solidFill>
              </a:defRPr>
            </a:lvl1pPr>
          </a:lstStyle>
          <a:p>
            <a:pPr lvl="0"/>
            <a:r>
              <a:rPr lang="en-CA" dirty="0"/>
              <a:t>THIS IS THE TITLE OF YOUR STATISTIC</a:t>
            </a:r>
            <a:endParaRPr lang="en-US" dirty="0"/>
          </a:p>
        </p:txBody>
      </p:sp>
    </p:spTree>
    <p:extLst>
      <p:ext uri="{BB962C8B-B14F-4D97-AF65-F5344CB8AC3E}">
        <p14:creationId xmlns:p14="http://schemas.microsoft.com/office/powerpoint/2010/main" val="24240943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Quotes or Stats V4">
    <p:bg>
      <p:bgPr>
        <a:solidFill>
          <a:schemeClr val="bg1"/>
        </a:solidFill>
        <a:effectLst/>
      </p:bgPr>
    </p:bg>
    <p:spTree>
      <p:nvGrpSpPr>
        <p:cNvPr id="1" name=""/>
        <p:cNvGrpSpPr/>
        <p:nvPr/>
      </p:nvGrpSpPr>
      <p:grpSpPr>
        <a:xfrm>
          <a:off x="0" y="0"/>
          <a:ext cx="0" cy="0"/>
          <a:chOff x="0" y="0"/>
          <a:chExt cx="0" cy="0"/>
        </a:xfrm>
      </p:grpSpPr>
      <p:pic>
        <p:nvPicPr>
          <p:cNvPr id="4" name="Picture 3" descr="campus-scape.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4965701"/>
            <a:ext cx="16256000" cy="4178300"/>
          </a:xfrm>
          <a:prstGeom prst="rect">
            <a:avLst/>
          </a:prstGeom>
        </p:spPr>
      </p:pic>
      <p:sp>
        <p:nvSpPr>
          <p:cNvPr id="5" name="Title 1"/>
          <p:cNvSpPr>
            <a:spLocks noGrp="1"/>
          </p:cNvSpPr>
          <p:nvPr>
            <p:ph type="title" hasCustomPrompt="1"/>
          </p:nvPr>
        </p:nvSpPr>
        <p:spPr>
          <a:xfrm>
            <a:off x="3287077" y="1313875"/>
            <a:ext cx="9683434" cy="3492669"/>
          </a:xfrm>
        </p:spPr>
        <p:txBody>
          <a:bodyPr/>
          <a:lstStyle>
            <a:lvl1pPr algn="ctr">
              <a:lnSpc>
                <a:spcPct val="110000"/>
              </a:lnSpc>
              <a:defRPr sz="4800" baseline="0">
                <a:solidFill>
                  <a:srgbClr val="599A83"/>
                </a:solidFill>
              </a:defRPr>
            </a:lvl1pPr>
          </a:lstStyle>
          <a:p>
            <a:r>
              <a:rPr lang="en-CA" dirty="0"/>
              <a:t>Enter an impressive statistic or fact. e.g. We raised $1,000,000 this year. Highlight a number by making it bold and 100% green.</a:t>
            </a:r>
            <a:endParaRPr lang="en-US" dirty="0"/>
          </a:p>
        </p:txBody>
      </p:sp>
      <p:sp>
        <p:nvSpPr>
          <p:cNvPr id="6" name="Text Placeholder 6"/>
          <p:cNvSpPr>
            <a:spLocks noGrp="1"/>
          </p:cNvSpPr>
          <p:nvPr>
            <p:ph type="body" sz="quarter" idx="13" hasCustomPrompt="1"/>
          </p:nvPr>
        </p:nvSpPr>
        <p:spPr>
          <a:xfrm>
            <a:off x="3287077" y="651968"/>
            <a:ext cx="9683434" cy="510712"/>
          </a:xfrm>
        </p:spPr>
        <p:txBody>
          <a:bodyPr anchor="ctr"/>
          <a:lstStyle>
            <a:lvl1pPr algn="ctr">
              <a:lnSpc>
                <a:spcPct val="100000"/>
              </a:lnSpc>
              <a:defRPr sz="2100" b="1">
                <a:solidFill>
                  <a:schemeClr val="accent1"/>
                </a:solidFill>
              </a:defRPr>
            </a:lvl1pPr>
          </a:lstStyle>
          <a:p>
            <a:pPr lvl="0"/>
            <a:r>
              <a:rPr lang="en-CA" dirty="0"/>
              <a:t>THIS IS THE TITLE OF YOUR STATISTIC</a:t>
            </a:r>
            <a:endParaRPr lang="en-US" dirty="0"/>
          </a:p>
        </p:txBody>
      </p:sp>
    </p:spTree>
    <p:extLst>
      <p:ext uri="{BB962C8B-B14F-4D97-AF65-F5344CB8AC3E}">
        <p14:creationId xmlns:p14="http://schemas.microsoft.com/office/powerpoint/2010/main" val="22134274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Quotes or Stats v5">
    <p:bg>
      <p:bgRef idx="1001">
        <a:schemeClr val="bg2"/>
      </p:bgRef>
    </p:bg>
    <p:spTree>
      <p:nvGrpSpPr>
        <p:cNvPr id="1" name=""/>
        <p:cNvGrpSpPr/>
        <p:nvPr/>
      </p:nvGrpSpPr>
      <p:grpSpPr>
        <a:xfrm>
          <a:off x="0" y="0"/>
          <a:ext cx="0" cy="0"/>
          <a:chOff x="0" y="0"/>
          <a:chExt cx="0" cy="0"/>
        </a:xfrm>
      </p:grpSpPr>
      <p:sp>
        <p:nvSpPr>
          <p:cNvPr id="4" name="Picture Placeholder 3"/>
          <p:cNvSpPr>
            <a:spLocks noGrp="1"/>
          </p:cNvSpPr>
          <p:nvPr>
            <p:ph type="pic" sz="quarter" idx="15" hasCustomPrompt="1"/>
          </p:nvPr>
        </p:nvSpPr>
        <p:spPr>
          <a:xfrm>
            <a:off x="0" y="1"/>
            <a:ext cx="8127735" cy="4571404"/>
          </a:xfrm>
          <a:solidFill>
            <a:schemeClr val="bg2"/>
          </a:solidFill>
          <a:ln>
            <a:noFill/>
          </a:ln>
        </p:spPr>
        <p:txBody>
          <a:bodyPr/>
          <a:lstStyle>
            <a:lvl1pPr algn="ctr">
              <a:defRPr baseline="0">
                <a:ln>
                  <a:noFill/>
                </a:ln>
                <a:solidFill>
                  <a:schemeClr val="tx1"/>
                </a:solidFill>
              </a:defRPr>
            </a:lvl1pPr>
          </a:lstStyle>
          <a:p>
            <a:r>
              <a:rPr lang="en-US" dirty="0"/>
              <a:t>Click this icon to insert a background photo, the resize this box so it covers the whole screen. Make sure it’s good quality.</a:t>
            </a:r>
          </a:p>
        </p:txBody>
      </p:sp>
      <p:sp>
        <p:nvSpPr>
          <p:cNvPr id="12" name="Title 1"/>
          <p:cNvSpPr>
            <a:spLocks noGrp="1"/>
          </p:cNvSpPr>
          <p:nvPr>
            <p:ph type="title" hasCustomPrompt="1"/>
          </p:nvPr>
        </p:nvSpPr>
        <p:spPr>
          <a:xfrm>
            <a:off x="2980794" y="2552251"/>
            <a:ext cx="10296000" cy="4039500"/>
          </a:xfrm>
          <a:solidFill>
            <a:srgbClr val="FFFFFF"/>
          </a:solidFill>
          <a:ln>
            <a:noFill/>
          </a:ln>
          <a:effectLst>
            <a:outerShdw blurRad="381000" dir="2700000" sx="98000" sy="98000" algn="tl" rotWithShape="0">
              <a:srgbClr val="000000">
                <a:alpha val="85000"/>
              </a:srgbClr>
            </a:outerShdw>
          </a:effectLst>
        </p:spPr>
        <p:txBody>
          <a:bodyPr lIns="324000" tIns="1080000" rIns="324000" bIns="1080000"/>
          <a:lstStyle>
            <a:lvl1pPr algn="ctr">
              <a:lnSpc>
                <a:spcPct val="90000"/>
              </a:lnSpc>
              <a:defRPr sz="11198">
                <a:solidFill>
                  <a:srgbClr val="599A83"/>
                </a:solidFill>
              </a:defRPr>
            </a:lvl1pPr>
          </a:lstStyle>
          <a:p>
            <a:r>
              <a:rPr lang="en-CA" dirty="0"/>
              <a:t>$#,###,###</a:t>
            </a:r>
            <a:endParaRPr lang="en-US" dirty="0"/>
          </a:p>
        </p:txBody>
      </p:sp>
      <p:sp>
        <p:nvSpPr>
          <p:cNvPr id="10" name="Text Placeholder 6"/>
          <p:cNvSpPr>
            <a:spLocks noGrp="1"/>
          </p:cNvSpPr>
          <p:nvPr>
            <p:ph type="body" sz="quarter" idx="13" hasCustomPrompt="1"/>
          </p:nvPr>
        </p:nvSpPr>
        <p:spPr>
          <a:xfrm>
            <a:off x="3301893" y="3012628"/>
            <a:ext cx="9653802" cy="510712"/>
          </a:xfrm>
        </p:spPr>
        <p:txBody>
          <a:bodyPr anchor="ctr"/>
          <a:lstStyle>
            <a:lvl1pPr algn="ctr">
              <a:lnSpc>
                <a:spcPct val="100000"/>
              </a:lnSpc>
              <a:defRPr sz="2100" b="1" baseline="0">
                <a:solidFill>
                  <a:srgbClr val="00673E"/>
                </a:solidFill>
              </a:defRPr>
            </a:lvl1pPr>
          </a:lstStyle>
          <a:p>
            <a:pPr lvl="0"/>
            <a:r>
              <a:rPr lang="en-CA" dirty="0"/>
              <a:t>THIS IS THE TITLE OF YOUR STATISTIC</a:t>
            </a:r>
            <a:endParaRPr lang="en-US" dirty="0"/>
          </a:p>
        </p:txBody>
      </p:sp>
      <p:sp>
        <p:nvSpPr>
          <p:cNvPr id="11" name="Text Placeholder 8"/>
          <p:cNvSpPr>
            <a:spLocks noGrp="1"/>
          </p:cNvSpPr>
          <p:nvPr>
            <p:ph type="body" sz="quarter" idx="14" hasCustomPrompt="1"/>
          </p:nvPr>
        </p:nvSpPr>
        <p:spPr>
          <a:xfrm>
            <a:off x="3301893" y="5643919"/>
            <a:ext cx="9653802" cy="388804"/>
          </a:xfrm>
        </p:spPr>
        <p:txBody>
          <a:bodyPr anchor="ctr"/>
          <a:lstStyle>
            <a:lvl1pPr algn="ctr">
              <a:defRPr sz="1600">
                <a:solidFill>
                  <a:schemeClr val="bg1"/>
                </a:solidFill>
              </a:defRPr>
            </a:lvl1pPr>
          </a:lstStyle>
          <a:p>
            <a:pPr lvl="0"/>
            <a:r>
              <a:rPr lang="en-CA" dirty="0"/>
              <a:t>THIS IS A SPACE FOR A CITATION OR SOURCE</a:t>
            </a:r>
            <a:endParaRPr lang="en-US" dirty="0"/>
          </a:p>
        </p:txBody>
      </p:sp>
    </p:spTree>
    <p:extLst>
      <p:ext uri="{BB962C8B-B14F-4D97-AF65-F5344CB8AC3E}">
        <p14:creationId xmlns:p14="http://schemas.microsoft.com/office/powerpoint/2010/main" val="2508491058"/>
      </p:ext>
    </p:extLst>
  </p:cSld>
  <p:clrMapOvr>
    <a:overrideClrMapping bg1="dk1" tx1="lt1" bg2="dk2" tx2="lt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Right-Aligned Image with Text +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812884" y="2404535"/>
            <a:ext cx="7484180" cy="5130800"/>
          </a:xfrm>
        </p:spPr>
        <p:txBody>
          <a:bodyPr/>
          <a:lstStyle>
            <a:lvl1pPr>
              <a:spcBef>
                <a:spcPts val="1600"/>
              </a:spcBef>
              <a:defRPr baseline="0"/>
            </a:lvl1pPr>
            <a:lvl3pPr marL="2020047" indent="-457127">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2" name="Title 1"/>
          <p:cNvSpPr>
            <a:spLocks noGrp="1"/>
          </p:cNvSpPr>
          <p:nvPr>
            <p:ph type="title" hasCustomPrompt="1"/>
          </p:nvPr>
        </p:nvSpPr>
        <p:spPr>
          <a:xfrm>
            <a:off x="812881" y="768366"/>
            <a:ext cx="7484182" cy="1335973"/>
          </a:xfrm>
        </p:spPr>
        <p:txBody>
          <a:bodyPr anchor="t">
            <a:noAutofit/>
          </a:bodyPr>
          <a:lstStyle>
            <a:lvl1pPr>
              <a:defRPr sz="4800" b="1" baseline="0">
                <a:solidFill>
                  <a:srgbClr val="00673E"/>
                </a:solidFill>
              </a:defRPr>
            </a:lvl1pPr>
          </a:lstStyle>
          <a:p>
            <a:r>
              <a:rPr lang="en-CA" dirty="0"/>
              <a:t>A slide with a right-aligned image</a:t>
            </a:r>
            <a:endParaRPr lang="en-US" dirty="0"/>
          </a:p>
        </p:txBody>
      </p:sp>
      <p:sp>
        <p:nvSpPr>
          <p:cNvPr id="10" name="Text Placeholder 9"/>
          <p:cNvSpPr>
            <a:spLocks noGrp="1"/>
          </p:cNvSpPr>
          <p:nvPr>
            <p:ph type="body" sz="quarter" idx="14" hasCustomPrompt="1"/>
          </p:nvPr>
        </p:nvSpPr>
        <p:spPr>
          <a:xfrm>
            <a:off x="3318826" y="6267280"/>
            <a:ext cx="4978238" cy="1268053"/>
          </a:xfrm>
        </p:spPr>
        <p:txBody>
          <a:bodyPr anchor="b"/>
          <a:lstStyle>
            <a:lvl1pPr>
              <a:defRPr sz="2100">
                <a:solidFill>
                  <a:srgbClr val="599A83"/>
                </a:solidFill>
              </a:defRPr>
            </a:lvl1pPr>
          </a:lstStyle>
          <a:p>
            <a:pPr lvl="0"/>
            <a:r>
              <a:rPr lang="en-CA" dirty="0"/>
              <a:t>An optional annotation or extra information text box</a:t>
            </a:r>
            <a:endParaRPr lang="en-US" dirty="0"/>
          </a:p>
        </p:txBody>
      </p:sp>
      <p:sp>
        <p:nvSpPr>
          <p:cNvPr id="11" name="Picture Placeholder 4"/>
          <p:cNvSpPr>
            <a:spLocks noGrp="1"/>
          </p:cNvSpPr>
          <p:nvPr>
            <p:ph type="pic" sz="quarter" idx="16" hasCustomPrompt="1"/>
          </p:nvPr>
        </p:nvSpPr>
        <p:spPr>
          <a:xfrm>
            <a:off x="9346897" y="853031"/>
            <a:ext cx="6910691" cy="6682303"/>
          </a:xfrm>
        </p:spPr>
        <p:txBody>
          <a:bodyPr/>
          <a:lstStyle>
            <a:lvl1pPr>
              <a:defRPr baseline="0"/>
            </a:lvl1pPr>
          </a:lstStyle>
          <a:p>
            <a:r>
              <a:rPr lang="en-US" dirty="0"/>
              <a:t>Click on this icon to insert a photo.</a:t>
            </a:r>
          </a:p>
        </p:txBody>
      </p:sp>
      <p:sp>
        <p:nvSpPr>
          <p:cNvPr id="13" name="Text Placeholder 8"/>
          <p:cNvSpPr>
            <a:spLocks noGrp="1"/>
          </p:cNvSpPr>
          <p:nvPr>
            <p:ph type="body" sz="quarter" idx="17" hasCustomPrompt="1"/>
          </p:nvPr>
        </p:nvSpPr>
        <p:spPr>
          <a:xfrm>
            <a:off x="9346897" y="5494441"/>
            <a:ext cx="5029037" cy="767454"/>
          </a:xfrm>
          <a:solidFill>
            <a:srgbClr val="43B02A"/>
          </a:solidFill>
          <a:ln>
            <a:noFill/>
          </a:ln>
        </p:spPr>
        <p:txBody>
          <a:bodyPr wrap="square" lIns="252000" tIns="252000" rIns="252000" bIns="252000" anchor="ctr">
            <a:spAutoFit/>
          </a:bodyPr>
          <a:lstStyle>
            <a:lvl1pPr>
              <a:lnSpc>
                <a:spcPct val="80000"/>
              </a:lnSpc>
              <a:defRPr sz="2100" b="1" baseline="0">
                <a:ln>
                  <a:noFill/>
                </a:ln>
                <a:solidFill>
                  <a:schemeClr val="bg1"/>
                </a:solidFill>
                <a:effectLst/>
              </a:defRPr>
            </a:lvl1pPr>
          </a:lstStyle>
          <a:p>
            <a:pPr lvl="0"/>
            <a:r>
              <a:rPr lang="en-CA" dirty="0"/>
              <a:t>Optional short caption here</a:t>
            </a:r>
            <a:endParaRPr lang="en-US" dirty="0"/>
          </a:p>
        </p:txBody>
      </p:sp>
      <p:pic>
        <p:nvPicPr>
          <p:cNvPr id="15" name="Picture 14"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8331202"/>
            <a:ext cx="16256000" cy="819343"/>
          </a:xfrm>
          <a:prstGeom prst="rect">
            <a:avLst/>
          </a:prstGeom>
        </p:spPr>
      </p:pic>
      <p:pic>
        <p:nvPicPr>
          <p:cNvPr id="16" name="Picture 15"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9" y="8595469"/>
            <a:ext cx="394669" cy="290809"/>
          </a:xfrm>
          <a:prstGeom prst="rect">
            <a:avLst/>
          </a:prstGeom>
        </p:spPr>
      </p:pic>
      <p:sp>
        <p:nvSpPr>
          <p:cNvPr id="17" name="Slide Number Placeholder 8"/>
          <p:cNvSpPr>
            <a:spLocks noGrp="1"/>
          </p:cNvSpPr>
          <p:nvPr>
            <p:ph type="sldNum" sz="quarter" idx="19"/>
          </p:nvPr>
        </p:nvSpPr>
        <p:spPr>
          <a:xfrm>
            <a:off x="199082" y="8497455"/>
            <a:ext cx="529132" cy="486835"/>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97585960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Left-Aligned Image with Text +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7992384" y="2404535"/>
            <a:ext cx="7484180" cy="5130800"/>
          </a:xfrm>
        </p:spPr>
        <p:txBody>
          <a:bodyPr/>
          <a:lstStyle>
            <a:lvl1pPr>
              <a:spcBef>
                <a:spcPts val="1600"/>
              </a:spcBef>
              <a:defRPr baseline="0"/>
            </a:lvl1pPr>
            <a:lvl3pPr marL="2020047" indent="-457127">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2" name="Title 1"/>
          <p:cNvSpPr>
            <a:spLocks noGrp="1"/>
          </p:cNvSpPr>
          <p:nvPr>
            <p:ph type="title" hasCustomPrompt="1"/>
          </p:nvPr>
        </p:nvSpPr>
        <p:spPr>
          <a:xfrm>
            <a:off x="7992381" y="768366"/>
            <a:ext cx="7484182" cy="1335973"/>
          </a:xfrm>
        </p:spPr>
        <p:txBody>
          <a:bodyPr anchor="t">
            <a:noAutofit/>
          </a:bodyPr>
          <a:lstStyle>
            <a:lvl1pPr>
              <a:defRPr sz="4800" b="1" baseline="0">
                <a:solidFill>
                  <a:srgbClr val="00673E"/>
                </a:solidFill>
              </a:defRPr>
            </a:lvl1pPr>
          </a:lstStyle>
          <a:p>
            <a:r>
              <a:rPr lang="en-CA" dirty="0"/>
              <a:t>A slide with a left-aligned image</a:t>
            </a:r>
            <a:endParaRPr lang="en-US" dirty="0"/>
          </a:p>
        </p:txBody>
      </p:sp>
      <p:sp>
        <p:nvSpPr>
          <p:cNvPr id="10" name="Text Placeholder 9"/>
          <p:cNvSpPr>
            <a:spLocks noGrp="1"/>
          </p:cNvSpPr>
          <p:nvPr>
            <p:ph type="body" sz="quarter" idx="14" hasCustomPrompt="1"/>
          </p:nvPr>
        </p:nvSpPr>
        <p:spPr>
          <a:xfrm>
            <a:off x="7992381" y="6267280"/>
            <a:ext cx="4978238" cy="1268053"/>
          </a:xfrm>
        </p:spPr>
        <p:txBody>
          <a:bodyPr anchor="b"/>
          <a:lstStyle>
            <a:lvl1pPr>
              <a:defRPr sz="2100">
                <a:solidFill>
                  <a:srgbClr val="599A83"/>
                </a:solidFill>
              </a:defRPr>
            </a:lvl1pPr>
          </a:lstStyle>
          <a:p>
            <a:pPr lvl="0"/>
            <a:r>
              <a:rPr lang="en-CA" dirty="0"/>
              <a:t>An optional annotation or extra information text box</a:t>
            </a:r>
            <a:endParaRPr lang="en-US" dirty="0"/>
          </a:p>
        </p:txBody>
      </p:sp>
      <p:sp>
        <p:nvSpPr>
          <p:cNvPr id="14" name="Picture Placeholder 4"/>
          <p:cNvSpPr>
            <a:spLocks noGrp="1"/>
          </p:cNvSpPr>
          <p:nvPr>
            <p:ph type="pic" sz="quarter" idx="16" hasCustomPrompt="1"/>
          </p:nvPr>
        </p:nvSpPr>
        <p:spPr>
          <a:xfrm>
            <a:off x="0" y="853031"/>
            <a:ext cx="6910691" cy="6682303"/>
          </a:xfrm>
        </p:spPr>
        <p:txBody>
          <a:bodyPr/>
          <a:lstStyle>
            <a:lvl1pPr>
              <a:defRPr baseline="0"/>
            </a:lvl1pPr>
          </a:lstStyle>
          <a:p>
            <a:r>
              <a:rPr lang="en-US" dirty="0"/>
              <a:t>Click on this icon to insert a photo.</a:t>
            </a:r>
          </a:p>
        </p:txBody>
      </p:sp>
      <p:sp>
        <p:nvSpPr>
          <p:cNvPr id="15" name="Text Placeholder 8"/>
          <p:cNvSpPr>
            <a:spLocks noGrp="1"/>
          </p:cNvSpPr>
          <p:nvPr>
            <p:ph type="body" sz="quarter" idx="17" hasCustomPrompt="1"/>
          </p:nvPr>
        </p:nvSpPr>
        <p:spPr>
          <a:xfrm>
            <a:off x="2" y="5494441"/>
            <a:ext cx="5029037" cy="767454"/>
          </a:xfrm>
          <a:solidFill>
            <a:srgbClr val="43B02A"/>
          </a:solidFill>
          <a:ln>
            <a:noFill/>
          </a:ln>
        </p:spPr>
        <p:txBody>
          <a:bodyPr wrap="square" lIns="252000" tIns="252000" rIns="252000" bIns="252000" anchor="ctr">
            <a:spAutoFit/>
          </a:bodyPr>
          <a:lstStyle>
            <a:lvl1pPr>
              <a:lnSpc>
                <a:spcPct val="80000"/>
              </a:lnSpc>
              <a:defRPr sz="2100" b="1" baseline="0">
                <a:ln>
                  <a:noFill/>
                </a:ln>
                <a:solidFill>
                  <a:schemeClr val="bg1"/>
                </a:solidFill>
                <a:effectLst/>
              </a:defRPr>
            </a:lvl1pPr>
          </a:lstStyle>
          <a:p>
            <a:pPr lvl="0"/>
            <a:r>
              <a:rPr lang="en-CA" dirty="0"/>
              <a:t>Optional short caption here</a:t>
            </a:r>
            <a:endParaRPr lang="en-US" dirty="0"/>
          </a:p>
        </p:txBody>
      </p:sp>
      <p:pic>
        <p:nvPicPr>
          <p:cNvPr id="16" name="Picture 15"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8331202"/>
            <a:ext cx="16256000" cy="819343"/>
          </a:xfrm>
          <a:prstGeom prst="rect">
            <a:avLst/>
          </a:prstGeom>
        </p:spPr>
      </p:pic>
      <p:pic>
        <p:nvPicPr>
          <p:cNvPr id="17" name="Picture 16"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9" y="8595469"/>
            <a:ext cx="394669" cy="290809"/>
          </a:xfrm>
          <a:prstGeom prst="rect">
            <a:avLst/>
          </a:prstGeom>
        </p:spPr>
      </p:pic>
      <p:sp>
        <p:nvSpPr>
          <p:cNvPr id="18" name="Slide Number Placeholder 8"/>
          <p:cNvSpPr>
            <a:spLocks noGrp="1"/>
          </p:cNvSpPr>
          <p:nvPr>
            <p:ph type="sldNum" sz="quarter" idx="19"/>
          </p:nvPr>
        </p:nvSpPr>
        <p:spPr>
          <a:xfrm>
            <a:off x="199082" y="8497455"/>
            <a:ext cx="529132" cy="486835"/>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351896720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Full Frame Photo">
    <p:bg>
      <p:bgPr>
        <a:solidFill>
          <a:schemeClr val="bg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1186" y="0"/>
            <a:ext cx="16256403" cy="9144000"/>
          </a:xfrm>
        </p:spPr>
        <p:txBody>
          <a:bodyPr/>
          <a:lstStyle>
            <a:lvl1pPr marL="0" indent="0">
              <a:buNone/>
              <a:defRPr sz="4000" baseline="0"/>
            </a:lvl1pPr>
            <a:lvl2pPr marL="781459" indent="0">
              <a:buNone/>
              <a:defRPr sz="4800"/>
            </a:lvl2pPr>
            <a:lvl3pPr marL="1562920" indent="0">
              <a:buNone/>
              <a:defRPr sz="4100"/>
            </a:lvl3pPr>
            <a:lvl4pPr marL="2344379" indent="0">
              <a:buNone/>
              <a:defRPr sz="3400"/>
            </a:lvl4pPr>
            <a:lvl5pPr marL="3125839" indent="0">
              <a:buNone/>
              <a:defRPr sz="3400"/>
            </a:lvl5pPr>
            <a:lvl6pPr marL="3907298" indent="0">
              <a:buNone/>
              <a:defRPr sz="3400"/>
            </a:lvl6pPr>
            <a:lvl7pPr marL="4688757" indent="0">
              <a:buNone/>
              <a:defRPr sz="3400"/>
            </a:lvl7pPr>
            <a:lvl8pPr marL="5470218" indent="0">
              <a:buNone/>
              <a:defRPr sz="3400"/>
            </a:lvl8pPr>
            <a:lvl9pPr marL="6251677" indent="0">
              <a:buNone/>
              <a:defRPr sz="3400"/>
            </a:lvl9pPr>
          </a:lstStyle>
          <a:p>
            <a:r>
              <a:rPr lang="en-US" dirty="0"/>
              <a:t>Click on this icon to insert a photo.</a:t>
            </a:r>
          </a:p>
        </p:txBody>
      </p:sp>
      <p:sp>
        <p:nvSpPr>
          <p:cNvPr id="8" name="Text Placeholder 8"/>
          <p:cNvSpPr>
            <a:spLocks noGrp="1"/>
          </p:cNvSpPr>
          <p:nvPr>
            <p:ph type="body" sz="quarter" idx="16" hasCustomPrompt="1"/>
          </p:nvPr>
        </p:nvSpPr>
        <p:spPr>
          <a:xfrm>
            <a:off x="2" y="6313858"/>
            <a:ext cx="7958408" cy="759384"/>
          </a:xfrm>
          <a:solidFill>
            <a:srgbClr val="43B02A"/>
          </a:solidFill>
          <a:ln>
            <a:noFill/>
          </a:ln>
        </p:spPr>
        <p:txBody>
          <a:bodyPr wrap="square" lIns="252000" tIns="180000" rIns="252000" bIns="252000" anchor="ctr">
            <a:spAutoFit/>
          </a:bodyPr>
          <a:lstStyle>
            <a:lvl1pPr>
              <a:lnSpc>
                <a:spcPct val="100000"/>
              </a:lnSpc>
              <a:defRPr sz="2100" b="1" baseline="0">
                <a:ln>
                  <a:noFill/>
                </a:ln>
                <a:solidFill>
                  <a:schemeClr val="bg1"/>
                </a:solidFill>
                <a:effectLst/>
              </a:defRPr>
            </a:lvl1pPr>
          </a:lstStyle>
          <a:p>
            <a:pPr lvl="0"/>
            <a:r>
              <a:rPr lang="en-CA" dirty="0"/>
              <a:t>Optional short caption here</a:t>
            </a:r>
            <a:endParaRPr lang="en-US" dirty="0"/>
          </a:p>
        </p:txBody>
      </p:sp>
    </p:spTree>
    <p:extLst>
      <p:ext uri="{BB962C8B-B14F-4D97-AF65-F5344CB8AC3E}">
        <p14:creationId xmlns:p14="http://schemas.microsoft.com/office/powerpoint/2010/main" val="239365969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wo Photos">
    <p:bg>
      <p:bgPr>
        <a:solidFill>
          <a:schemeClr val="bg1"/>
        </a:solid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0" y="3763846"/>
            <a:ext cx="16257588" cy="1739093"/>
          </a:xfrm>
          <a:prstGeom prst="rect">
            <a:avLst/>
          </a:prstGeom>
        </p:spPr>
      </p:pic>
      <p:sp>
        <p:nvSpPr>
          <p:cNvPr id="4" name="Picture Placeholder 3"/>
          <p:cNvSpPr>
            <a:spLocks noGrp="1"/>
          </p:cNvSpPr>
          <p:nvPr>
            <p:ph type="pic" sz="quarter" idx="10" hasCustomPrompt="1"/>
          </p:nvPr>
        </p:nvSpPr>
        <p:spPr>
          <a:xfrm>
            <a:off x="8332918" y="829735"/>
            <a:ext cx="7111897" cy="6696000"/>
          </a:xfrm>
        </p:spPr>
        <p:txBody>
          <a:bodyPr/>
          <a:lstStyle/>
          <a:p>
            <a:r>
              <a:rPr lang="en-US" dirty="0"/>
              <a:t>Click on this icon to insert a photo.</a:t>
            </a:r>
          </a:p>
        </p:txBody>
      </p:sp>
      <p:sp>
        <p:nvSpPr>
          <p:cNvPr id="6" name="Picture Placeholder 5"/>
          <p:cNvSpPr>
            <a:spLocks noGrp="1"/>
          </p:cNvSpPr>
          <p:nvPr>
            <p:ph type="pic" sz="quarter" idx="11" hasCustomPrompt="1"/>
          </p:nvPr>
        </p:nvSpPr>
        <p:spPr>
          <a:xfrm>
            <a:off x="829708" y="829735"/>
            <a:ext cx="7145633" cy="6696000"/>
          </a:xfrm>
        </p:spPr>
        <p:txBody>
          <a:bodyPr/>
          <a:lstStyle/>
          <a:p>
            <a:r>
              <a:rPr lang="en-US" dirty="0"/>
              <a:t>Click on this icon to insert a photo.</a:t>
            </a:r>
          </a:p>
        </p:txBody>
      </p:sp>
      <p:sp>
        <p:nvSpPr>
          <p:cNvPr id="9" name="Text Placeholder 8"/>
          <p:cNvSpPr>
            <a:spLocks noGrp="1"/>
          </p:cNvSpPr>
          <p:nvPr>
            <p:ph type="body" sz="quarter" idx="16" hasCustomPrompt="1"/>
          </p:nvPr>
        </p:nvSpPr>
        <p:spPr>
          <a:xfrm>
            <a:off x="829708" y="5504385"/>
            <a:ext cx="4673447" cy="767454"/>
          </a:xfrm>
          <a:solidFill>
            <a:srgbClr val="43B02A"/>
          </a:solidFill>
          <a:ln>
            <a:noFill/>
          </a:ln>
        </p:spPr>
        <p:txBody>
          <a:bodyPr wrap="square" lIns="252000" tIns="252000" rIns="252000" bIns="252000" anchor="ctr">
            <a:spAutoFit/>
          </a:bodyPr>
          <a:lstStyle>
            <a:lvl1pPr>
              <a:lnSpc>
                <a:spcPct val="80000"/>
              </a:lnSpc>
              <a:defRPr sz="2100" b="1">
                <a:ln>
                  <a:noFill/>
                </a:ln>
                <a:solidFill>
                  <a:schemeClr val="bg1"/>
                </a:solidFill>
                <a:effectLst/>
              </a:defRPr>
            </a:lvl1pPr>
          </a:lstStyle>
          <a:p>
            <a:pPr lvl="0"/>
            <a:r>
              <a:rPr lang="en-CA" dirty="0"/>
              <a:t>Optional short caption here</a:t>
            </a:r>
            <a:endParaRPr lang="en-US" dirty="0"/>
          </a:p>
        </p:txBody>
      </p:sp>
      <p:sp>
        <p:nvSpPr>
          <p:cNvPr id="11" name="Text Placeholder 8"/>
          <p:cNvSpPr>
            <a:spLocks noGrp="1"/>
          </p:cNvSpPr>
          <p:nvPr>
            <p:ph type="body" sz="quarter" idx="18" hasCustomPrompt="1"/>
          </p:nvPr>
        </p:nvSpPr>
        <p:spPr>
          <a:xfrm>
            <a:off x="8332919" y="5504385"/>
            <a:ext cx="4654527" cy="767454"/>
          </a:xfrm>
          <a:solidFill>
            <a:srgbClr val="43B02A"/>
          </a:solidFill>
          <a:ln>
            <a:noFill/>
          </a:ln>
        </p:spPr>
        <p:txBody>
          <a:bodyPr wrap="square" lIns="252000" tIns="252000" rIns="252000" bIns="252000" anchor="ctr">
            <a:spAutoFit/>
          </a:bodyPr>
          <a:lstStyle>
            <a:lvl1pPr>
              <a:lnSpc>
                <a:spcPct val="80000"/>
              </a:lnSpc>
              <a:defRPr sz="2100" b="1">
                <a:ln>
                  <a:noFill/>
                </a:ln>
                <a:solidFill>
                  <a:schemeClr val="bg1"/>
                </a:solidFill>
                <a:effectLst/>
              </a:defRPr>
            </a:lvl1pPr>
          </a:lstStyle>
          <a:p>
            <a:pPr lvl="0"/>
            <a:r>
              <a:rPr lang="en-CA" dirty="0"/>
              <a:t>Optional short caption here</a:t>
            </a:r>
            <a:endParaRPr lang="en-US" dirty="0"/>
          </a:p>
        </p:txBody>
      </p:sp>
      <p:pic>
        <p:nvPicPr>
          <p:cNvPr id="16" name="Picture 15" descr="green-bar.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8331202"/>
            <a:ext cx="16256000" cy="819343"/>
          </a:xfrm>
          <a:prstGeom prst="rect">
            <a:avLst/>
          </a:prstGeom>
        </p:spPr>
      </p:pic>
      <p:pic>
        <p:nvPicPr>
          <p:cNvPr id="17" name="Picture 16" descr="ac-icon.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5703719" y="8595469"/>
            <a:ext cx="394669" cy="290809"/>
          </a:xfrm>
          <a:prstGeom prst="rect">
            <a:avLst/>
          </a:prstGeom>
        </p:spPr>
      </p:pic>
      <p:sp>
        <p:nvSpPr>
          <p:cNvPr id="18" name="Slide Number Placeholder 8"/>
          <p:cNvSpPr>
            <a:spLocks noGrp="1"/>
          </p:cNvSpPr>
          <p:nvPr>
            <p:ph type="sldNum" sz="quarter" idx="19"/>
          </p:nvPr>
        </p:nvSpPr>
        <p:spPr>
          <a:xfrm>
            <a:off x="199082" y="8497455"/>
            <a:ext cx="529132" cy="486835"/>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3229551356"/>
      </p:ext>
    </p:extLst>
  </p:cSld>
  <p:clrMapOvr>
    <a:overrideClrMapping bg1="lt1" tx1="dk1" bg2="lt2" tx2="dk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hoto with Description">
    <p:bg>
      <p:bgPr>
        <a:solidFill>
          <a:schemeClr val="bg1"/>
        </a:solidFill>
        <a:effectLst/>
      </p:bgPr>
    </p:bg>
    <p:spTree>
      <p:nvGrpSpPr>
        <p:cNvPr id="1" name=""/>
        <p:cNvGrpSpPr/>
        <p:nvPr/>
      </p:nvGrpSpPr>
      <p:grpSpPr>
        <a:xfrm>
          <a:off x="0" y="0"/>
          <a:ext cx="0" cy="0"/>
          <a:chOff x="0" y="0"/>
          <a:chExt cx="0" cy="0"/>
        </a:xfrm>
      </p:grpSpPr>
      <p:pic>
        <p:nvPicPr>
          <p:cNvPr id="11" name="Picture 10" descr="swoosh-85.eps"/>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0" y="5194194"/>
            <a:ext cx="16257588" cy="1739093"/>
          </a:xfrm>
          <a:prstGeom prst="rect">
            <a:avLst/>
          </a:prstGeom>
        </p:spPr>
      </p:pic>
      <p:sp>
        <p:nvSpPr>
          <p:cNvPr id="12" name="Picture Placeholder 5"/>
          <p:cNvSpPr>
            <a:spLocks noGrp="1"/>
          </p:cNvSpPr>
          <p:nvPr>
            <p:ph type="pic" sz="quarter" idx="11" hasCustomPrompt="1"/>
          </p:nvPr>
        </p:nvSpPr>
        <p:spPr>
          <a:xfrm>
            <a:off x="829708" y="829735"/>
            <a:ext cx="11598956" cy="6696000"/>
          </a:xfrm>
        </p:spPr>
        <p:txBody>
          <a:bodyPr/>
          <a:lstStyle>
            <a:lvl1pPr>
              <a:defRPr baseline="0"/>
            </a:lvl1pPr>
          </a:lstStyle>
          <a:p>
            <a:r>
              <a:rPr lang="en-US" dirty="0"/>
              <a:t>Click on this icon to insert a photo.</a:t>
            </a:r>
          </a:p>
        </p:txBody>
      </p:sp>
      <p:sp>
        <p:nvSpPr>
          <p:cNvPr id="13" name="Text Placeholder 8"/>
          <p:cNvSpPr>
            <a:spLocks noGrp="1"/>
          </p:cNvSpPr>
          <p:nvPr>
            <p:ph type="body" sz="quarter" idx="16" hasCustomPrompt="1"/>
          </p:nvPr>
        </p:nvSpPr>
        <p:spPr>
          <a:xfrm>
            <a:off x="829708" y="5504385"/>
            <a:ext cx="4673447" cy="767454"/>
          </a:xfrm>
          <a:solidFill>
            <a:srgbClr val="43B02A"/>
          </a:solidFill>
          <a:ln>
            <a:noFill/>
          </a:ln>
        </p:spPr>
        <p:txBody>
          <a:bodyPr wrap="square" lIns="252000" tIns="252000" rIns="252000" bIns="252000" anchor="ctr">
            <a:spAutoFit/>
          </a:bodyPr>
          <a:lstStyle>
            <a:lvl1pPr>
              <a:lnSpc>
                <a:spcPct val="80000"/>
              </a:lnSpc>
              <a:defRPr sz="2100" b="1">
                <a:ln>
                  <a:noFill/>
                </a:ln>
                <a:solidFill>
                  <a:schemeClr val="bg1"/>
                </a:solidFill>
                <a:effectLst/>
              </a:defRPr>
            </a:lvl1pPr>
          </a:lstStyle>
          <a:p>
            <a:pPr lvl="0"/>
            <a:r>
              <a:rPr lang="en-CA" dirty="0"/>
              <a:t>Optional short caption here</a:t>
            </a:r>
            <a:endParaRPr lang="en-US" dirty="0"/>
          </a:p>
        </p:txBody>
      </p:sp>
      <p:sp>
        <p:nvSpPr>
          <p:cNvPr id="14" name="Text Placeholder 9"/>
          <p:cNvSpPr>
            <a:spLocks noGrp="1"/>
          </p:cNvSpPr>
          <p:nvPr>
            <p:ph type="body" sz="quarter" idx="14" hasCustomPrompt="1"/>
          </p:nvPr>
        </p:nvSpPr>
        <p:spPr>
          <a:xfrm>
            <a:off x="13104841" y="735010"/>
            <a:ext cx="2339869" cy="6800323"/>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pic>
        <p:nvPicPr>
          <p:cNvPr id="19" name="Picture 18" descr="green-bar.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8331202"/>
            <a:ext cx="16256000" cy="819343"/>
          </a:xfrm>
          <a:prstGeom prst="rect">
            <a:avLst/>
          </a:prstGeom>
        </p:spPr>
      </p:pic>
      <p:pic>
        <p:nvPicPr>
          <p:cNvPr id="20" name="Picture 19" descr="ac-icon.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5703719" y="8595469"/>
            <a:ext cx="394669" cy="290809"/>
          </a:xfrm>
          <a:prstGeom prst="rect">
            <a:avLst/>
          </a:prstGeom>
        </p:spPr>
      </p:pic>
      <p:sp>
        <p:nvSpPr>
          <p:cNvPr id="21" name="Slide Number Placeholder 8"/>
          <p:cNvSpPr>
            <a:spLocks noGrp="1"/>
          </p:cNvSpPr>
          <p:nvPr>
            <p:ph type="sldNum" sz="quarter" idx="19"/>
          </p:nvPr>
        </p:nvSpPr>
        <p:spPr>
          <a:xfrm>
            <a:off x="199082" y="8497455"/>
            <a:ext cx="529132" cy="486835"/>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05952935"/>
      </p:ext>
    </p:extLst>
  </p:cSld>
  <p:clrMapOvr>
    <a:overrideClrMapping bg1="lt1" tx1="dk1" bg2="lt2" tx2="dk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Graphic + Title and Description">
    <p:bg>
      <p:bgPr>
        <a:solidFill>
          <a:schemeClr val="bg1"/>
        </a:solid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0" y="5194194"/>
            <a:ext cx="16257588" cy="1739093"/>
          </a:xfrm>
          <a:prstGeom prst="rect">
            <a:avLst/>
          </a:prstGeom>
        </p:spPr>
      </p:pic>
      <p:sp>
        <p:nvSpPr>
          <p:cNvPr id="13" name="Picture Placeholder 5"/>
          <p:cNvSpPr>
            <a:spLocks noGrp="1"/>
          </p:cNvSpPr>
          <p:nvPr>
            <p:ph type="pic" sz="quarter" idx="11" hasCustomPrompt="1"/>
          </p:nvPr>
        </p:nvSpPr>
        <p:spPr>
          <a:xfrm>
            <a:off x="829708" y="2404535"/>
            <a:ext cx="9459088" cy="5121200"/>
          </a:xfrm>
        </p:spPr>
        <p:txBody>
          <a:bodyPr/>
          <a:lstStyle/>
          <a:p>
            <a:r>
              <a:rPr lang="en-US" dirty="0"/>
              <a:t>Click on this icon to insert a graphic.</a:t>
            </a:r>
          </a:p>
        </p:txBody>
      </p:sp>
      <p:sp>
        <p:nvSpPr>
          <p:cNvPr id="20" name="Title 1"/>
          <p:cNvSpPr>
            <a:spLocks noGrp="1"/>
          </p:cNvSpPr>
          <p:nvPr>
            <p:ph type="title" hasCustomPrompt="1"/>
          </p:nvPr>
        </p:nvSpPr>
        <p:spPr>
          <a:xfrm>
            <a:off x="812881" y="768366"/>
            <a:ext cx="9475914" cy="1335973"/>
          </a:xfrm>
        </p:spPr>
        <p:txBody>
          <a:bodyPr anchor="t">
            <a:noAutofit/>
          </a:bodyPr>
          <a:lstStyle>
            <a:lvl1pPr>
              <a:defRPr sz="4800" b="1" baseline="0">
                <a:solidFill>
                  <a:srgbClr val="00673E"/>
                </a:solidFill>
              </a:defRPr>
            </a:lvl1pPr>
          </a:lstStyle>
          <a:p>
            <a:r>
              <a:rPr lang="en-CA" dirty="0"/>
              <a:t>This is graphic slide with a title and optional annotation</a:t>
            </a:r>
            <a:endParaRPr lang="en-US" dirty="0"/>
          </a:p>
        </p:txBody>
      </p:sp>
      <p:sp>
        <p:nvSpPr>
          <p:cNvPr id="23" name="Text Placeholder 9"/>
          <p:cNvSpPr>
            <a:spLocks noGrp="1"/>
          </p:cNvSpPr>
          <p:nvPr>
            <p:ph type="body" sz="quarter" idx="14" hasCustomPrompt="1"/>
          </p:nvPr>
        </p:nvSpPr>
        <p:spPr>
          <a:xfrm>
            <a:off x="13104841" y="735010"/>
            <a:ext cx="2339869" cy="6800323"/>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pic>
        <p:nvPicPr>
          <p:cNvPr id="24" name="Picture 23" descr="green-bar.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8331202"/>
            <a:ext cx="16256000" cy="819343"/>
          </a:xfrm>
          <a:prstGeom prst="rect">
            <a:avLst/>
          </a:prstGeom>
        </p:spPr>
      </p:pic>
      <p:pic>
        <p:nvPicPr>
          <p:cNvPr id="25" name="Picture 24" descr="ac-icon.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5703719" y="8595469"/>
            <a:ext cx="394669" cy="290809"/>
          </a:xfrm>
          <a:prstGeom prst="rect">
            <a:avLst/>
          </a:prstGeom>
        </p:spPr>
      </p:pic>
      <p:sp>
        <p:nvSpPr>
          <p:cNvPr id="26" name="Slide Number Placeholder 8"/>
          <p:cNvSpPr>
            <a:spLocks noGrp="1"/>
          </p:cNvSpPr>
          <p:nvPr>
            <p:ph type="sldNum" sz="quarter" idx="19"/>
          </p:nvPr>
        </p:nvSpPr>
        <p:spPr>
          <a:xfrm>
            <a:off x="199082" y="8497455"/>
            <a:ext cx="529132" cy="486835"/>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799793994"/>
      </p:ext>
    </p:extLst>
  </p:cSld>
  <p:clrMapOvr>
    <a:overrideClrMapping bg1="lt1" tx1="dk1" bg2="lt2" tx2="dk2" accent1="accent1" accent2="accent2" accent3="accent3" accent4="accent4" accent5="accent5" accent6="accent6" hlink="hlink" folHlink="folHlink"/>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able or Chart">
    <p:bg>
      <p:bgRef idx="1001">
        <a:schemeClr val="bg1"/>
      </p:bgRef>
    </p:bg>
    <p:spTree>
      <p:nvGrpSpPr>
        <p:cNvPr id="1" name=""/>
        <p:cNvGrpSpPr/>
        <p:nvPr/>
      </p:nvGrpSpPr>
      <p:grpSpPr>
        <a:xfrm>
          <a:off x="0" y="0"/>
          <a:ext cx="0" cy="0"/>
          <a:chOff x="0" y="0"/>
          <a:chExt cx="0" cy="0"/>
        </a:xfrm>
      </p:grpSpPr>
      <p:pic>
        <p:nvPicPr>
          <p:cNvPr id="5" name="Picture 4"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8331202"/>
            <a:ext cx="16256000" cy="819343"/>
          </a:xfrm>
          <a:prstGeom prst="rect">
            <a:avLst/>
          </a:prstGeom>
        </p:spPr>
      </p:pic>
      <p:pic>
        <p:nvPicPr>
          <p:cNvPr id="8" name="Picture 7"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9" y="8595469"/>
            <a:ext cx="394669" cy="290809"/>
          </a:xfrm>
          <a:prstGeom prst="rect">
            <a:avLst/>
          </a:prstGeom>
        </p:spPr>
      </p:pic>
      <p:sp>
        <p:nvSpPr>
          <p:cNvPr id="13" name="Slide Number Placeholder 8"/>
          <p:cNvSpPr>
            <a:spLocks noGrp="1"/>
          </p:cNvSpPr>
          <p:nvPr>
            <p:ph type="sldNum" sz="quarter" idx="19"/>
          </p:nvPr>
        </p:nvSpPr>
        <p:spPr>
          <a:xfrm>
            <a:off x="199082" y="8497455"/>
            <a:ext cx="529132" cy="486835"/>
          </a:xfrm>
        </p:spPr>
        <p:txBody>
          <a:bodyPr/>
          <a:lstStyle>
            <a:lvl1pPr>
              <a:defRPr>
                <a:solidFill>
                  <a:schemeClr val="accent3"/>
                </a:solidFill>
              </a:defRPr>
            </a:lvl1pPr>
          </a:lstStyle>
          <a:p>
            <a:fld id="{DEF3F5F5-7776-394F-A41F-3BAFC9CC9F8E}" type="slidenum">
              <a:rPr lang="en-US" smtClean="0"/>
              <a:pPr/>
              <a:t>‹#›</a:t>
            </a:fld>
            <a:endParaRPr lang="en-US" dirty="0"/>
          </a:p>
        </p:txBody>
      </p:sp>
      <p:sp>
        <p:nvSpPr>
          <p:cNvPr id="15" name="Title 1"/>
          <p:cNvSpPr>
            <a:spLocks noGrp="1"/>
          </p:cNvSpPr>
          <p:nvPr>
            <p:ph type="title" hasCustomPrompt="1"/>
          </p:nvPr>
        </p:nvSpPr>
        <p:spPr>
          <a:xfrm>
            <a:off x="812881" y="768366"/>
            <a:ext cx="9475914" cy="1335973"/>
          </a:xfrm>
        </p:spPr>
        <p:txBody>
          <a:bodyPr anchor="t">
            <a:noAutofit/>
          </a:bodyPr>
          <a:lstStyle>
            <a:lvl1pPr>
              <a:defRPr sz="4800" b="1" baseline="0">
                <a:solidFill>
                  <a:srgbClr val="00673E"/>
                </a:solidFill>
              </a:defRPr>
            </a:lvl1pPr>
          </a:lstStyle>
          <a:p>
            <a:r>
              <a:rPr lang="en-CA" dirty="0"/>
              <a:t>This is a chart or table slide with optional annotation</a:t>
            </a:r>
            <a:endParaRPr lang="en-US" dirty="0"/>
          </a:p>
        </p:txBody>
      </p:sp>
      <p:sp>
        <p:nvSpPr>
          <p:cNvPr id="17" name="Table Placeholder 3"/>
          <p:cNvSpPr>
            <a:spLocks noGrp="1"/>
          </p:cNvSpPr>
          <p:nvPr>
            <p:ph type="tbl" sz="quarter" idx="20" hasCustomPrompt="1"/>
          </p:nvPr>
        </p:nvSpPr>
        <p:spPr>
          <a:xfrm>
            <a:off x="812800" y="2405064"/>
            <a:ext cx="9475788" cy="5121275"/>
          </a:xfrm>
        </p:spPr>
        <p:txBody>
          <a:bodyPr/>
          <a:lstStyle>
            <a:lvl1pPr>
              <a:defRPr baseline="0"/>
            </a:lvl1pPr>
          </a:lstStyle>
          <a:p>
            <a:r>
              <a:rPr lang="en-US" dirty="0"/>
              <a:t>Click on the icon to insert a table or chart.</a:t>
            </a:r>
          </a:p>
        </p:txBody>
      </p:sp>
      <p:sp>
        <p:nvSpPr>
          <p:cNvPr id="18" name="Text Placeholder 9"/>
          <p:cNvSpPr>
            <a:spLocks noGrp="1"/>
          </p:cNvSpPr>
          <p:nvPr>
            <p:ph type="body" sz="quarter" idx="14" hasCustomPrompt="1"/>
          </p:nvPr>
        </p:nvSpPr>
        <p:spPr>
          <a:xfrm>
            <a:off x="13104841" y="735010"/>
            <a:ext cx="2339869" cy="6800323"/>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spTree>
    <p:extLst>
      <p:ext uri="{BB962C8B-B14F-4D97-AF65-F5344CB8AC3E}">
        <p14:creationId xmlns:p14="http://schemas.microsoft.com/office/powerpoint/2010/main" val="3180063862"/>
      </p:ext>
    </p:extLst>
  </p:cSld>
  <p:clrMapOvr>
    <a:overrideClrMapping bg1="lt1" tx1="dk1" bg2="lt2" tx2="dk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Outro Slide">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2948422" y="3117807"/>
            <a:ext cx="10360745" cy="2612172"/>
          </a:xfrm>
        </p:spPr>
        <p:txBody>
          <a:bodyPr lIns="0" tIns="0" rIns="0" bIns="0" anchor="ctr">
            <a:noAutofit/>
          </a:bodyPr>
          <a:lstStyle>
            <a:lvl1pPr marL="0" indent="0" algn="ctr">
              <a:buNone/>
              <a:defRPr sz="4800" baseline="0">
                <a:solidFill>
                  <a:schemeClr val="accent5"/>
                </a:solidFill>
              </a:defRPr>
            </a:lvl1pPr>
            <a:lvl2pPr marL="781459" indent="0" algn="ctr">
              <a:buNone/>
              <a:defRPr>
                <a:solidFill>
                  <a:schemeClr val="tx1">
                    <a:tint val="75000"/>
                  </a:schemeClr>
                </a:solidFill>
              </a:defRPr>
            </a:lvl2pPr>
            <a:lvl3pPr marL="1562920" indent="0" algn="ctr">
              <a:buNone/>
              <a:defRPr>
                <a:solidFill>
                  <a:schemeClr val="tx1">
                    <a:tint val="75000"/>
                  </a:schemeClr>
                </a:solidFill>
              </a:defRPr>
            </a:lvl3pPr>
            <a:lvl4pPr marL="2344379" indent="0" algn="ctr">
              <a:buNone/>
              <a:defRPr>
                <a:solidFill>
                  <a:schemeClr val="tx1">
                    <a:tint val="75000"/>
                  </a:schemeClr>
                </a:solidFill>
              </a:defRPr>
            </a:lvl4pPr>
            <a:lvl5pPr marL="3125839" indent="0" algn="ctr">
              <a:buNone/>
              <a:defRPr>
                <a:solidFill>
                  <a:schemeClr val="tx1">
                    <a:tint val="75000"/>
                  </a:schemeClr>
                </a:solidFill>
              </a:defRPr>
            </a:lvl5pPr>
            <a:lvl6pPr marL="3907298" indent="0" algn="ctr">
              <a:buNone/>
              <a:defRPr>
                <a:solidFill>
                  <a:schemeClr val="tx1">
                    <a:tint val="75000"/>
                  </a:schemeClr>
                </a:solidFill>
              </a:defRPr>
            </a:lvl6pPr>
            <a:lvl7pPr marL="4688757" indent="0" algn="ctr">
              <a:buNone/>
              <a:defRPr>
                <a:solidFill>
                  <a:schemeClr val="tx1">
                    <a:tint val="75000"/>
                  </a:schemeClr>
                </a:solidFill>
              </a:defRPr>
            </a:lvl7pPr>
            <a:lvl8pPr marL="5470218" indent="0" algn="ctr">
              <a:buNone/>
              <a:defRPr>
                <a:solidFill>
                  <a:schemeClr val="tx1">
                    <a:tint val="75000"/>
                  </a:schemeClr>
                </a:solidFill>
              </a:defRPr>
            </a:lvl8pPr>
            <a:lvl9pPr marL="6251677" indent="0" algn="ctr">
              <a:buNone/>
              <a:defRPr>
                <a:solidFill>
                  <a:schemeClr val="tx1">
                    <a:tint val="75000"/>
                  </a:schemeClr>
                </a:solidFill>
              </a:defRPr>
            </a:lvl9pPr>
          </a:lstStyle>
          <a:p>
            <a:r>
              <a:rPr lang="en-CA" dirty="0"/>
              <a:t>Questions? Put your contact prompt message and your email here.</a:t>
            </a:r>
            <a:endParaRPr lang="en-US" dirty="0"/>
          </a:p>
        </p:txBody>
      </p:sp>
      <p:sp>
        <p:nvSpPr>
          <p:cNvPr id="2" name="Title 1"/>
          <p:cNvSpPr>
            <a:spLocks noGrp="1"/>
          </p:cNvSpPr>
          <p:nvPr>
            <p:ph type="ctrTitle" hasCustomPrompt="1"/>
          </p:nvPr>
        </p:nvSpPr>
        <p:spPr>
          <a:xfrm>
            <a:off x="3320943" y="2082795"/>
            <a:ext cx="9615705" cy="1018079"/>
          </a:xfrm>
        </p:spPr>
        <p:txBody>
          <a:bodyPr anchor="b"/>
          <a:lstStyle>
            <a:lvl1pPr algn="ctr">
              <a:defRPr baseline="0">
                <a:solidFill>
                  <a:srgbClr val="00673E"/>
                </a:solidFill>
              </a:defRPr>
            </a:lvl1pPr>
          </a:lstStyle>
          <a:p>
            <a:r>
              <a:rPr lang="en-CA" dirty="0"/>
              <a:t>Thank you message</a:t>
            </a:r>
            <a:endParaRPr lang="en-US" dirty="0"/>
          </a:p>
        </p:txBody>
      </p:sp>
      <p:sp>
        <p:nvSpPr>
          <p:cNvPr id="5" name="Text Placeholder 4"/>
          <p:cNvSpPr>
            <a:spLocks noGrp="1"/>
          </p:cNvSpPr>
          <p:nvPr>
            <p:ph type="body" sz="quarter" idx="10" hasCustomPrompt="1"/>
          </p:nvPr>
        </p:nvSpPr>
        <p:spPr>
          <a:xfrm>
            <a:off x="3320942" y="6017840"/>
            <a:ext cx="9615706" cy="462413"/>
          </a:xfrm>
        </p:spPr>
        <p:txBody>
          <a:bodyPr anchor="t"/>
          <a:lstStyle>
            <a:lvl1pPr algn="ctr">
              <a:defRPr>
                <a:solidFill>
                  <a:schemeClr val="accent2"/>
                </a:solidFill>
              </a:defRPr>
            </a:lvl1pPr>
          </a:lstStyle>
          <a:p>
            <a:pPr lvl="0"/>
            <a:r>
              <a:rPr lang="en-CA" dirty="0" err="1"/>
              <a:t>www.algonquincollege.com</a:t>
            </a:r>
            <a:r>
              <a:rPr lang="en-CA" dirty="0"/>
              <a:t>/</a:t>
            </a:r>
            <a:r>
              <a:rPr lang="en-CA" dirty="0" err="1"/>
              <a:t>relevantURL</a:t>
            </a:r>
            <a:endParaRPr lang="en-US" dirty="0"/>
          </a:p>
        </p:txBody>
      </p:sp>
      <p:pic>
        <p:nvPicPr>
          <p:cNvPr id="13" name="Picture 12" descr="ac-icon-green.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77682" y="828549"/>
            <a:ext cx="635142" cy="467999"/>
          </a:xfrm>
          <a:prstGeom prst="rect">
            <a:avLst/>
          </a:prstGeom>
        </p:spPr>
      </p:pic>
      <p:pic>
        <p:nvPicPr>
          <p:cNvPr id="14" name="Picture 13" descr="curtain-100.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7365826"/>
            <a:ext cx="16257588" cy="1778175"/>
          </a:xfrm>
          <a:prstGeom prst="rect">
            <a:avLst/>
          </a:prstGeom>
        </p:spPr>
      </p:pic>
    </p:spTree>
    <p:extLst>
      <p:ext uri="{BB962C8B-B14F-4D97-AF65-F5344CB8AC3E}">
        <p14:creationId xmlns:p14="http://schemas.microsoft.com/office/powerpoint/2010/main" val="47286037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935726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Slide">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015979"/>
            <a:ext cx="16257588" cy="1739093"/>
          </a:xfrm>
          <a:prstGeom prst="rect">
            <a:avLst/>
          </a:prstGeom>
        </p:spPr>
      </p:pic>
      <p:sp>
        <p:nvSpPr>
          <p:cNvPr id="2" name="Title 1"/>
          <p:cNvSpPr>
            <a:spLocks noGrp="1"/>
          </p:cNvSpPr>
          <p:nvPr>
            <p:ph type="ctrTitle" hasCustomPrompt="1"/>
          </p:nvPr>
        </p:nvSpPr>
        <p:spPr>
          <a:xfrm>
            <a:off x="812881" y="1716574"/>
            <a:ext cx="9668511" cy="2180692"/>
          </a:xfrm>
        </p:spPr>
        <p:txBody>
          <a:bodyPr anchor="b"/>
          <a:lstStyle>
            <a:lvl1pPr>
              <a:defRPr>
                <a:solidFill>
                  <a:schemeClr val="bg1"/>
                </a:solidFill>
              </a:defRPr>
            </a:lvl1pPr>
          </a:lstStyle>
          <a:p>
            <a:r>
              <a:rPr lang="en-CA" dirty="0"/>
              <a:t>This is your presentation title</a:t>
            </a:r>
            <a:endParaRPr lang="en-US" dirty="0"/>
          </a:p>
        </p:txBody>
      </p:sp>
      <p:sp>
        <p:nvSpPr>
          <p:cNvPr id="3" name="Subtitle 2"/>
          <p:cNvSpPr>
            <a:spLocks noGrp="1"/>
          </p:cNvSpPr>
          <p:nvPr>
            <p:ph type="subTitle" idx="1" hasCustomPrompt="1"/>
          </p:nvPr>
        </p:nvSpPr>
        <p:spPr>
          <a:xfrm>
            <a:off x="812884" y="4032727"/>
            <a:ext cx="12157629" cy="2336800"/>
          </a:xfrm>
        </p:spPr>
        <p:txBody>
          <a:bodyPr lIns="0" tIns="0" rIns="0" bIns="0">
            <a:noAutofit/>
          </a:bodyPr>
          <a:lstStyle>
            <a:lvl1pPr marL="0" indent="0" algn="l">
              <a:lnSpc>
                <a:spcPct val="100000"/>
              </a:lnSpc>
              <a:buNone/>
              <a:defRPr sz="4800" baseline="0">
                <a:solidFill>
                  <a:schemeClr val="accent3"/>
                </a:solidFill>
              </a:defRPr>
            </a:lvl1pPr>
            <a:lvl2pPr marL="781440" indent="0" algn="ctr">
              <a:buNone/>
              <a:defRPr>
                <a:solidFill>
                  <a:schemeClr val="tx1">
                    <a:tint val="75000"/>
                  </a:schemeClr>
                </a:solidFill>
              </a:defRPr>
            </a:lvl2pPr>
            <a:lvl3pPr marL="1562880" indent="0" algn="ctr">
              <a:buNone/>
              <a:defRPr>
                <a:solidFill>
                  <a:schemeClr val="tx1">
                    <a:tint val="75000"/>
                  </a:schemeClr>
                </a:solidFill>
              </a:defRPr>
            </a:lvl3pPr>
            <a:lvl4pPr marL="2344320" indent="0" algn="ctr">
              <a:buNone/>
              <a:defRPr>
                <a:solidFill>
                  <a:schemeClr val="tx1">
                    <a:tint val="75000"/>
                  </a:schemeClr>
                </a:solidFill>
              </a:defRPr>
            </a:lvl4pPr>
            <a:lvl5pPr marL="3125762" indent="0" algn="ctr">
              <a:buNone/>
              <a:defRPr>
                <a:solidFill>
                  <a:schemeClr val="tx1">
                    <a:tint val="75000"/>
                  </a:schemeClr>
                </a:solidFill>
              </a:defRPr>
            </a:lvl5pPr>
            <a:lvl6pPr marL="3907200" indent="0" algn="ctr">
              <a:buNone/>
              <a:defRPr>
                <a:solidFill>
                  <a:schemeClr val="tx1">
                    <a:tint val="75000"/>
                  </a:schemeClr>
                </a:solidFill>
              </a:defRPr>
            </a:lvl6pPr>
            <a:lvl7pPr marL="4688640" indent="0" algn="ctr">
              <a:buNone/>
              <a:defRPr>
                <a:solidFill>
                  <a:schemeClr val="tx1">
                    <a:tint val="75000"/>
                  </a:schemeClr>
                </a:solidFill>
              </a:defRPr>
            </a:lvl7pPr>
            <a:lvl8pPr marL="5470082" indent="0" algn="ctr">
              <a:buNone/>
              <a:defRPr>
                <a:solidFill>
                  <a:schemeClr val="tx1">
                    <a:tint val="75000"/>
                  </a:schemeClr>
                </a:solidFill>
              </a:defRPr>
            </a:lvl8pPr>
            <a:lvl9pPr marL="6251520" indent="0" algn="ctr">
              <a:buNone/>
              <a:defRPr>
                <a:solidFill>
                  <a:schemeClr val="tx1">
                    <a:tint val="75000"/>
                  </a:schemeClr>
                </a:solidFill>
              </a:defRPr>
            </a:lvl9pPr>
          </a:lstStyle>
          <a:p>
            <a:r>
              <a:rPr lang="en-CA" dirty="0"/>
              <a:t>Presentation subtitle or brief one-sentence description.</a:t>
            </a:r>
            <a:endParaRPr lang="en-US" dirty="0"/>
          </a:p>
        </p:txBody>
      </p:sp>
      <p:sp>
        <p:nvSpPr>
          <p:cNvPr id="5" name="Text Placeholder 4"/>
          <p:cNvSpPr>
            <a:spLocks noGrp="1"/>
          </p:cNvSpPr>
          <p:nvPr>
            <p:ph type="body" sz="quarter" idx="10" hasCustomPrompt="1"/>
          </p:nvPr>
        </p:nvSpPr>
        <p:spPr>
          <a:xfrm>
            <a:off x="829734" y="7346546"/>
            <a:ext cx="7145609" cy="993775"/>
          </a:xfrm>
        </p:spPr>
        <p:txBody>
          <a:bodyPr anchor="b"/>
          <a:lstStyle>
            <a:lvl1pPr>
              <a:defRPr baseline="0">
                <a:solidFill>
                  <a:schemeClr val="bg1"/>
                </a:solidFill>
              </a:defRPr>
            </a:lvl1pPr>
          </a:lstStyle>
          <a:p>
            <a:pPr lvl="0"/>
            <a:r>
              <a:rPr lang="en-CA" dirty="0"/>
              <a:t>Month 24th, 2017</a:t>
            </a:r>
            <a:endParaRPr lang="en-US" dirty="0"/>
          </a:p>
        </p:txBody>
      </p:sp>
      <p:pic>
        <p:nvPicPr>
          <p:cNvPr id="4" name="Picture 3" descr="ac-logo.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057730" y="825407"/>
            <a:ext cx="3390901" cy="711200"/>
          </a:xfrm>
          <a:prstGeom prst="rect">
            <a:avLst/>
          </a:prstGeom>
        </p:spPr>
      </p:pic>
    </p:spTree>
    <p:extLst>
      <p:ext uri="{BB962C8B-B14F-4D97-AF65-F5344CB8AC3E}">
        <p14:creationId xmlns:p14="http://schemas.microsoft.com/office/powerpoint/2010/main" val="139491678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Section Separator">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14" name="Picture 13"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015979"/>
            <a:ext cx="16257588" cy="1739093"/>
          </a:xfrm>
          <a:prstGeom prst="rect">
            <a:avLst/>
          </a:prstGeom>
        </p:spPr>
      </p:pic>
      <p:sp>
        <p:nvSpPr>
          <p:cNvPr id="2" name="Title 1"/>
          <p:cNvSpPr>
            <a:spLocks noGrp="1"/>
          </p:cNvSpPr>
          <p:nvPr>
            <p:ph type="title" hasCustomPrompt="1"/>
          </p:nvPr>
        </p:nvSpPr>
        <p:spPr>
          <a:xfrm>
            <a:off x="812882" y="2059518"/>
            <a:ext cx="9668512" cy="1816101"/>
          </a:xfrm>
        </p:spPr>
        <p:txBody>
          <a:bodyPr anchor="b">
            <a:noAutofit/>
          </a:bodyPr>
          <a:lstStyle>
            <a:lvl1pPr algn="l">
              <a:lnSpc>
                <a:spcPct val="100000"/>
              </a:lnSpc>
              <a:defRPr sz="4800" b="1" cap="none" baseline="0">
                <a:solidFill>
                  <a:srgbClr val="FFFFFF"/>
                </a:solidFill>
              </a:defRPr>
            </a:lvl1pPr>
          </a:lstStyle>
          <a:p>
            <a:r>
              <a:rPr lang="en-CA" dirty="0"/>
              <a:t>Chapter or Section title</a:t>
            </a:r>
            <a:endParaRPr lang="en-US" dirty="0"/>
          </a:p>
        </p:txBody>
      </p:sp>
      <p:sp>
        <p:nvSpPr>
          <p:cNvPr id="3" name="Text Placeholder 2"/>
          <p:cNvSpPr>
            <a:spLocks noGrp="1"/>
          </p:cNvSpPr>
          <p:nvPr>
            <p:ph type="body" idx="1" hasCustomPrompt="1"/>
          </p:nvPr>
        </p:nvSpPr>
        <p:spPr>
          <a:xfrm>
            <a:off x="812882" y="4083763"/>
            <a:ext cx="9668512" cy="2000251"/>
          </a:xfrm>
        </p:spPr>
        <p:txBody>
          <a:bodyPr lIns="0" tIns="0" rIns="0" bIns="0" anchor="t"/>
          <a:lstStyle>
            <a:lvl1pPr marL="0" indent="0">
              <a:lnSpc>
                <a:spcPct val="100000"/>
              </a:lnSpc>
              <a:buNone/>
              <a:defRPr sz="3401" baseline="0">
                <a:solidFill>
                  <a:srgbClr val="A6C8BC"/>
                </a:solidFill>
              </a:defRPr>
            </a:lvl1pPr>
            <a:lvl2pPr marL="781440" indent="0">
              <a:buNone/>
              <a:defRPr sz="3100">
                <a:solidFill>
                  <a:schemeClr val="tx1">
                    <a:tint val="75000"/>
                  </a:schemeClr>
                </a:solidFill>
              </a:defRPr>
            </a:lvl2pPr>
            <a:lvl3pPr marL="1562880" indent="0">
              <a:buNone/>
              <a:defRPr sz="2700">
                <a:solidFill>
                  <a:schemeClr val="tx1">
                    <a:tint val="75000"/>
                  </a:schemeClr>
                </a:solidFill>
              </a:defRPr>
            </a:lvl3pPr>
            <a:lvl4pPr marL="2344320" indent="0">
              <a:buNone/>
              <a:defRPr sz="2400">
                <a:solidFill>
                  <a:schemeClr val="tx1">
                    <a:tint val="75000"/>
                  </a:schemeClr>
                </a:solidFill>
              </a:defRPr>
            </a:lvl4pPr>
            <a:lvl5pPr marL="3125762" indent="0">
              <a:buNone/>
              <a:defRPr sz="2400">
                <a:solidFill>
                  <a:schemeClr val="tx1">
                    <a:tint val="75000"/>
                  </a:schemeClr>
                </a:solidFill>
              </a:defRPr>
            </a:lvl5pPr>
            <a:lvl6pPr marL="3907200" indent="0">
              <a:buNone/>
              <a:defRPr sz="2400">
                <a:solidFill>
                  <a:schemeClr val="tx1">
                    <a:tint val="75000"/>
                  </a:schemeClr>
                </a:solidFill>
              </a:defRPr>
            </a:lvl6pPr>
            <a:lvl7pPr marL="4688640" indent="0">
              <a:buNone/>
              <a:defRPr sz="2400">
                <a:solidFill>
                  <a:schemeClr val="tx1">
                    <a:tint val="75000"/>
                  </a:schemeClr>
                </a:solidFill>
              </a:defRPr>
            </a:lvl7pPr>
            <a:lvl8pPr marL="5470082" indent="0">
              <a:buNone/>
              <a:defRPr sz="2400">
                <a:solidFill>
                  <a:schemeClr val="tx1">
                    <a:tint val="75000"/>
                  </a:schemeClr>
                </a:solidFill>
              </a:defRPr>
            </a:lvl8pPr>
            <a:lvl9pPr marL="6251520" indent="0">
              <a:buNone/>
              <a:defRPr sz="2400">
                <a:solidFill>
                  <a:schemeClr val="tx1">
                    <a:tint val="75000"/>
                  </a:schemeClr>
                </a:solidFill>
              </a:defRPr>
            </a:lvl9pPr>
          </a:lstStyle>
          <a:p>
            <a:pPr lvl="0"/>
            <a:r>
              <a:rPr lang="en-CA" dirty="0"/>
              <a:t>Brief description or intro to this section</a:t>
            </a:r>
          </a:p>
        </p:txBody>
      </p:sp>
      <p:pic>
        <p:nvPicPr>
          <p:cNvPr id="10" name="Picture 9" descr="ac-icon.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4618895" y="689943"/>
            <a:ext cx="965200" cy="711200"/>
          </a:xfrm>
          <a:prstGeom prst="rect">
            <a:avLst/>
          </a:prstGeom>
        </p:spPr>
      </p:pic>
      <p:sp>
        <p:nvSpPr>
          <p:cNvPr id="15" name="Slide Number Placeholder 8"/>
          <p:cNvSpPr>
            <a:spLocks noGrp="1"/>
          </p:cNvSpPr>
          <p:nvPr>
            <p:ph type="sldNum" sz="quarter" idx="11"/>
          </p:nvPr>
        </p:nvSpPr>
        <p:spPr>
          <a:xfrm>
            <a:off x="199081" y="8497455"/>
            <a:ext cx="529133" cy="486836"/>
          </a:xfrm>
        </p:spPr>
        <p:txBody>
          <a:bodyPr/>
          <a:lstStyle>
            <a:lvl1pPr>
              <a:defRPr>
                <a:solidFill>
                  <a:srgbClr val="96B7A6"/>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24938125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 Author">
    <p:bg>
      <p:bgPr>
        <a:solidFill>
          <a:schemeClr val="bg1"/>
        </a:solidFill>
        <a:effectLst/>
      </p:bgPr>
    </p:bg>
    <p:spTree>
      <p:nvGrpSpPr>
        <p:cNvPr id="1" name=""/>
        <p:cNvGrpSpPr/>
        <p:nvPr/>
      </p:nvGrpSpPr>
      <p:grpSpPr>
        <a:xfrm>
          <a:off x="0" y="0"/>
          <a:ext cx="0" cy="0"/>
          <a:chOff x="0" y="0"/>
          <a:chExt cx="0" cy="0"/>
        </a:xfrm>
      </p:grpSpPr>
      <p:sp>
        <p:nvSpPr>
          <p:cNvPr id="5" name="Picture Placeholder 4"/>
          <p:cNvSpPr>
            <a:spLocks noGrp="1"/>
          </p:cNvSpPr>
          <p:nvPr>
            <p:ph type="pic" sz="quarter" idx="15" hasCustomPrompt="1"/>
          </p:nvPr>
        </p:nvSpPr>
        <p:spPr>
          <a:xfrm>
            <a:off x="3335761" y="2404537"/>
            <a:ext cx="4633425" cy="4303580"/>
          </a:xfrm>
        </p:spPr>
        <p:txBody>
          <a:bodyPr/>
          <a:lstStyle/>
          <a:p>
            <a:r>
              <a:rPr lang="en-US" dirty="0"/>
              <a:t>Author Photo</a:t>
            </a:r>
          </a:p>
        </p:txBody>
      </p:sp>
      <p:sp>
        <p:nvSpPr>
          <p:cNvPr id="11" name="Text Placeholder 10"/>
          <p:cNvSpPr>
            <a:spLocks noGrp="1"/>
          </p:cNvSpPr>
          <p:nvPr>
            <p:ph type="body" sz="quarter" idx="17" hasCustomPrompt="1"/>
          </p:nvPr>
        </p:nvSpPr>
        <p:spPr>
          <a:xfrm>
            <a:off x="8297063" y="3115737"/>
            <a:ext cx="4673448" cy="2881183"/>
          </a:xfrm>
        </p:spPr>
        <p:txBody>
          <a:bodyPr anchor="ctr"/>
          <a:lstStyle/>
          <a:p>
            <a:pPr lvl="0"/>
            <a:r>
              <a:rPr lang="en-CA" dirty="0"/>
              <a:t>Author description</a:t>
            </a:r>
          </a:p>
        </p:txBody>
      </p:sp>
      <p:sp>
        <p:nvSpPr>
          <p:cNvPr id="8" name="Title 1"/>
          <p:cNvSpPr>
            <a:spLocks noGrp="1"/>
          </p:cNvSpPr>
          <p:nvPr>
            <p:ph type="title" hasCustomPrompt="1"/>
          </p:nvPr>
        </p:nvSpPr>
        <p:spPr>
          <a:xfrm>
            <a:off x="812883" y="768367"/>
            <a:ext cx="9475914" cy="1335973"/>
          </a:xfrm>
        </p:spPr>
        <p:txBody>
          <a:bodyPr anchor="t">
            <a:noAutofit/>
          </a:bodyPr>
          <a:lstStyle>
            <a:lvl1pPr>
              <a:defRPr sz="4800" b="1" baseline="0">
                <a:solidFill>
                  <a:schemeClr val="tx2"/>
                </a:solidFill>
              </a:defRPr>
            </a:lvl1pPr>
          </a:lstStyle>
          <a:p>
            <a:r>
              <a:rPr lang="en-CA" dirty="0"/>
              <a:t>About the Author (1 author)</a:t>
            </a:r>
            <a:endParaRPr lang="en-US" dirty="0"/>
          </a:p>
        </p:txBody>
      </p:sp>
      <p:sp>
        <p:nvSpPr>
          <p:cNvPr id="7" name="Text Placeholder 6"/>
          <p:cNvSpPr>
            <a:spLocks noGrp="1"/>
          </p:cNvSpPr>
          <p:nvPr>
            <p:ph type="body" sz="quarter" idx="18" hasCustomPrompt="1"/>
          </p:nvPr>
        </p:nvSpPr>
        <p:spPr>
          <a:xfrm>
            <a:off x="8296274" y="2405063"/>
            <a:ext cx="4673602" cy="710671"/>
          </a:xfrm>
        </p:spPr>
        <p:txBody>
          <a:bodyPr/>
          <a:lstStyle>
            <a:lvl1pPr>
              <a:defRPr b="1">
                <a:solidFill>
                  <a:srgbClr val="599A83"/>
                </a:solidFill>
              </a:defRPr>
            </a:lvl1pPr>
          </a:lstStyle>
          <a:p>
            <a:pPr lvl="0"/>
            <a:r>
              <a:rPr lang="en-CA" dirty="0"/>
              <a:t>Author Name</a:t>
            </a:r>
          </a:p>
        </p:txBody>
      </p:sp>
      <p:sp>
        <p:nvSpPr>
          <p:cNvPr id="13" name="Text Placeholder 12"/>
          <p:cNvSpPr>
            <a:spLocks noGrp="1"/>
          </p:cNvSpPr>
          <p:nvPr>
            <p:ph type="body" sz="quarter" idx="19" hasCustomPrompt="1"/>
          </p:nvPr>
        </p:nvSpPr>
        <p:spPr>
          <a:xfrm>
            <a:off x="8296274" y="5997577"/>
            <a:ext cx="4673602" cy="710539"/>
          </a:xfrm>
        </p:spPr>
        <p:txBody>
          <a:bodyPr anchor="b"/>
          <a:lstStyle>
            <a:lvl1pPr>
              <a:defRPr sz="2100"/>
            </a:lvl1pPr>
          </a:lstStyle>
          <a:p>
            <a:pPr lvl="0"/>
            <a:r>
              <a:rPr lang="en-CA" dirty="0"/>
              <a:t>Author email</a:t>
            </a:r>
          </a:p>
        </p:txBody>
      </p:sp>
    </p:spTree>
    <p:extLst>
      <p:ext uri="{BB962C8B-B14F-4D97-AF65-F5344CB8AC3E}">
        <p14:creationId xmlns:p14="http://schemas.microsoft.com/office/powerpoint/2010/main" val="3650236306"/>
      </p:ext>
    </p:extLst>
  </p:cSld>
  <p:clrMapOvr>
    <a:overrideClrMapping bg1="lt1" tx1="dk1" bg2="lt2" tx2="dk2" accent1="accent1" accent2="accent2" accent3="accent3" accent4="accent4" accent5="accent5" accent6="accent6" hlink="hlink" folHlink="folHlink"/>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2 Authors">
    <p:bg>
      <p:bgPr>
        <a:solidFill>
          <a:schemeClr val="bg1"/>
        </a:solidFill>
        <a:effectLst/>
      </p:bgPr>
    </p:bg>
    <p:spTree>
      <p:nvGrpSpPr>
        <p:cNvPr id="1" name=""/>
        <p:cNvGrpSpPr/>
        <p:nvPr/>
      </p:nvGrpSpPr>
      <p:grpSpPr>
        <a:xfrm>
          <a:off x="0" y="0"/>
          <a:ext cx="0" cy="0"/>
          <a:chOff x="0" y="0"/>
          <a:chExt cx="0" cy="0"/>
        </a:xfrm>
      </p:grpSpPr>
      <p:sp>
        <p:nvSpPr>
          <p:cNvPr id="5" name="Picture Placeholder 4"/>
          <p:cNvSpPr>
            <a:spLocks noGrp="1"/>
          </p:cNvSpPr>
          <p:nvPr>
            <p:ph type="pic" sz="quarter" idx="15" hasCustomPrompt="1"/>
          </p:nvPr>
        </p:nvSpPr>
        <p:spPr>
          <a:xfrm>
            <a:off x="829816" y="2405063"/>
            <a:ext cx="2167288" cy="2013003"/>
          </a:xfrm>
        </p:spPr>
        <p:txBody>
          <a:bodyPr/>
          <a:lstStyle/>
          <a:p>
            <a:r>
              <a:rPr lang="en-US" dirty="0"/>
              <a:t>Author Photo</a:t>
            </a:r>
          </a:p>
        </p:txBody>
      </p:sp>
      <p:sp>
        <p:nvSpPr>
          <p:cNvPr id="11" name="Text Placeholder 10"/>
          <p:cNvSpPr>
            <a:spLocks noGrp="1"/>
          </p:cNvSpPr>
          <p:nvPr>
            <p:ph type="body" sz="quarter" idx="17" hasCustomPrompt="1"/>
          </p:nvPr>
        </p:nvSpPr>
        <p:spPr>
          <a:xfrm>
            <a:off x="3318932" y="3115735"/>
            <a:ext cx="4673448" cy="2387600"/>
          </a:xfrm>
        </p:spPr>
        <p:txBody>
          <a:bodyPr anchor="t"/>
          <a:lstStyle/>
          <a:p>
            <a:pPr lvl="0"/>
            <a:r>
              <a:rPr lang="en-CA" dirty="0"/>
              <a:t>Author description</a:t>
            </a:r>
          </a:p>
        </p:txBody>
      </p:sp>
      <p:sp>
        <p:nvSpPr>
          <p:cNvPr id="8" name="Title 1"/>
          <p:cNvSpPr>
            <a:spLocks noGrp="1"/>
          </p:cNvSpPr>
          <p:nvPr>
            <p:ph type="title" hasCustomPrompt="1"/>
          </p:nvPr>
        </p:nvSpPr>
        <p:spPr>
          <a:xfrm>
            <a:off x="812883" y="768367"/>
            <a:ext cx="9475914" cy="1335973"/>
          </a:xfrm>
        </p:spPr>
        <p:txBody>
          <a:bodyPr anchor="t">
            <a:noAutofit/>
          </a:bodyPr>
          <a:lstStyle>
            <a:lvl1pPr>
              <a:defRPr sz="4800" b="1" baseline="0">
                <a:solidFill>
                  <a:srgbClr val="00673E"/>
                </a:solidFill>
              </a:defRPr>
            </a:lvl1pPr>
          </a:lstStyle>
          <a:p>
            <a:r>
              <a:rPr lang="en-CA" dirty="0"/>
              <a:t>About the Author (2 authors)</a:t>
            </a:r>
            <a:endParaRPr lang="en-US" dirty="0"/>
          </a:p>
        </p:txBody>
      </p:sp>
      <p:sp>
        <p:nvSpPr>
          <p:cNvPr id="7" name="Text Placeholder 6"/>
          <p:cNvSpPr>
            <a:spLocks noGrp="1"/>
          </p:cNvSpPr>
          <p:nvPr>
            <p:ph type="body" sz="quarter" idx="18" hasCustomPrompt="1"/>
          </p:nvPr>
        </p:nvSpPr>
        <p:spPr>
          <a:xfrm>
            <a:off x="3318145" y="2405063"/>
            <a:ext cx="4673602" cy="710671"/>
          </a:xfrm>
        </p:spPr>
        <p:txBody>
          <a:bodyPr/>
          <a:lstStyle>
            <a:lvl1pPr>
              <a:defRPr b="1">
                <a:solidFill>
                  <a:srgbClr val="599A83"/>
                </a:solidFill>
              </a:defRPr>
            </a:lvl1pPr>
          </a:lstStyle>
          <a:p>
            <a:pPr lvl="0"/>
            <a:r>
              <a:rPr lang="en-CA" dirty="0"/>
              <a:t>Author 1 Name</a:t>
            </a:r>
          </a:p>
        </p:txBody>
      </p:sp>
      <p:sp>
        <p:nvSpPr>
          <p:cNvPr id="13" name="Text Placeholder 12"/>
          <p:cNvSpPr>
            <a:spLocks noGrp="1"/>
          </p:cNvSpPr>
          <p:nvPr>
            <p:ph type="body" sz="quarter" idx="19" hasCustomPrompt="1"/>
          </p:nvPr>
        </p:nvSpPr>
        <p:spPr>
          <a:xfrm>
            <a:off x="3318145" y="5503333"/>
            <a:ext cx="4673602" cy="710539"/>
          </a:xfrm>
        </p:spPr>
        <p:txBody>
          <a:bodyPr anchor="b"/>
          <a:lstStyle>
            <a:lvl1pPr>
              <a:defRPr sz="2100"/>
            </a:lvl1pPr>
          </a:lstStyle>
          <a:p>
            <a:pPr lvl="0"/>
            <a:r>
              <a:rPr lang="en-CA" dirty="0"/>
              <a:t>Author email</a:t>
            </a:r>
          </a:p>
        </p:txBody>
      </p:sp>
      <p:sp>
        <p:nvSpPr>
          <p:cNvPr id="9" name="Picture Placeholder 4"/>
          <p:cNvSpPr>
            <a:spLocks noGrp="1"/>
          </p:cNvSpPr>
          <p:nvPr>
            <p:ph type="pic" sz="quarter" idx="20" hasCustomPrompt="1"/>
          </p:nvPr>
        </p:nvSpPr>
        <p:spPr>
          <a:xfrm>
            <a:off x="8297174" y="2405063"/>
            <a:ext cx="2167288" cy="2013003"/>
          </a:xfrm>
        </p:spPr>
        <p:txBody>
          <a:bodyPr/>
          <a:lstStyle/>
          <a:p>
            <a:r>
              <a:rPr lang="en-US" dirty="0"/>
              <a:t>Author Photo</a:t>
            </a:r>
          </a:p>
        </p:txBody>
      </p:sp>
      <p:sp>
        <p:nvSpPr>
          <p:cNvPr id="10" name="Text Placeholder 10"/>
          <p:cNvSpPr>
            <a:spLocks noGrp="1"/>
          </p:cNvSpPr>
          <p:nvPr>
            <p:ph type="body" sz="quarter" idx="21" hasCustomPrompt="1"/>
          </p:nvPr>
        </p:nvSpPr>
        <p:spPr>
          <a:xfrm>
            <a:off x="10786290" y="3115735"/>
            <a:ext cx="4673448" cy="2387600"/>
          </a:xfrm>
        </p:spPr>
        <p:txBody>
          <a:bodyPr anchor="t"/>
          <a:lstStyle/>
          <a:p>
            <a:pPr lvl="0"/>
            <a:r>
              <a:rPr lang="en-CA" dirty="0"/>
              <a:t>Author description</a:t>
            </a:r>
          </a:p>
        </p:txBody>
      </p:sp>
      <p:sp>
        <p:nvSpPr>
          <p:cNvPr id="12" name="Text Placeholder 6"/>
          <p:cNvSpPr>
            <a:spLocks noGrp="1"/>
          </p:cNvSpPr>
          <p:nvPr>
            <p:ph type="body" sz="quarter" idx="22" hasCustomPrompt="1"/>
          </p:nvPr>
        </p:nvSpPr>
        <p:spPr>
          <a:xfrm>
            <a:off x="10785502" y="2405063"/>
            <a:ext cx="4673602" cy="710671"/>
          </a:xfrm>
        </p:spPr>
        <p:txBody>
          <a:bodyPr/>
          <a:lstStyle>
            <a:lvl1pPr>
              <a:defRPr b="1">
                <a:solidFill>
                  <a:srgbClr val="599A83"/>
                </a:solidFill>
              </a:defRPr>
            </a:lvl1pPr>
          </a:lstStyle>
          <a:p>
            <a:pPr lvl="0"/>
            <a:r>
              <a:rPr lang="en-CA" dirty="0"/>
              <a:t>Author 2 Name</a:t>
            </a:r>
          </a:p>
        </p:txBody>
      </p:sp>
      <p:sp>
        <p:nvSpPr>
          <p:cNvPr id="14" name="Text Placeholder 12"/>
          <p:cNvSpPr>
            <a:spLocks noGrp="1"/>
          </p:cNvSpPr>
          <p:nvPr>
            <p:ph type="body" sz="quarter" idx="23" hasCustomPrompt="1"/>
          </p:nvPr>
        </p:nvSpPr>
        <p:spPr>
          <a:xfrm>
            <a:off x="10785502" y="5503333"/>
            <a:ext cx="4673602" cy="710539"/>
          </a:xfrm>
        </p:spPr>
        <p:txBody>
          <a:bodyPr anchor="b"/>
          <a:lstStyle>
            <a:lvl1pPr>
              <a:defRPr sz="2100"/>
            </a:lvl1pPr>
          </a:lstStyle>
          <a:p>
            <a:pPr lvl="0"/>
            <a:r>
              <a:rPr lang="en-CA" dirty="0"/>
              <a:t>Author email</a:t>
            </a:r>
          </a:p>
        </p:txBody>
      </p:sp>
      <p:pic>
        <p:nvPicPr>
          <p:cNvPr id="15" name="Picture 14" descr="curtain-100.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365827"/>
            <a:ext cx="16257588" cy="1778175"/>
          </a:xfrm>
          <a:prstGeom prst="rect">
            <a:avLst/>
          </a:prstGeom>
        </p:spPr>
      </p:pic>
    </p:spTree>
    <p:extLst>
      <p:ext uri="{BB962C8B-B14F-4D97-AF65-F5344CB8AC3E}">
        <p14:creationId xmlns:p14="http://schemas.microsoft.com/office/powerpoint/2010/main" val="4009481578"/>
      </p:ext>
    </p:extLst>
  </p:cSld>
  <p:clrMapOvr>
    <a:overrideClrMapping bg1="lt1" tx1="dk1" bg2="lt2" tx2="dk2" accent1="accent1" accent2="accent2" accent3="accent3" accent4="accent4" accent5="accent5" accent6="accent6" hlink="hlink" folHlink="folHlink"/>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Col Key Point w/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3" y="768367"/>
            <a:ext cx="9475914" cy="1335973"/>
          </a:xfrm>
        </p:spPr>
        <p:txBody>
          <a:bodyPr anchor="t">
            <a:noAutofit/>
          </a:bodyPr>
          <a:lstStyle>
            <a:lvl1pPr>
              <a:defRPr sz="4800" b="1" baseline="0">
                <a:solidFill>
                  <a:srgbClr val="00673E"/>
                </a:solidFill>
              </a:defRPr>
            </a:lvl1pPr>
          </a:lstStyle>
          <a:p>
            <a:r>
              <a:rPr lang="en-CA" dirty="0"/>
              <a:t>This is a 1-column key point text slide</a:t>
            </a:r>
            <a:endParaRPr lang="en-US" dirty="0"/>
          </a:p>
        </p:txBody>
      </p:sp>
      <p:sp>
        <p:nvSpPr>
          <p:cNvPr id="12" name="Text Placeholder 5"/>
          <p:cNvSpPr>
            <a:spLocks noGrp="1"/>
          </p:cNvSpPr>
          <p:nvPr>
            <p:ph type="body" sz="quarter" idx="15" hasCustomPrompt="1"/>
          </p:nvPr>
        </p:nvSpPr>
        <p:spPr>
          <a:xfrm>
            <a:off x="812883" y="2404536"/>
            <a:ext cx="11615780" cy="5130800"/>
          </a:xfrm>
        </p:spPr>
        <p:txBody>
          <a:bodyPr/>
          <a:lstStyle>
            <a:lvl1pPr>
              <a:spcBef>
                <a:spcPts val="1600"/>
              </a:spcBef>
              <a:defRPr baseline="0"/>
            </a:lvl1pPr>
            <a:lvl3pPr marL="2019996" indent="-457117">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3" name="Text Placeholder 9"/>
          <p:cNvSpPr>
            <a:spLocks noGrp="1"/>
          </p:cNvSpPr>
          <p:nvPr>
            <p:ph type="body" sz="quarter" idx="14" hasCustomPrompt="1"/>
          </p:nvPr>
        </p:nvSpPr>
        <p:spPr>
          <a:xfrm>
            <a:off x="13104842" y="735010"/>
            <a:ext cx="2339870" cy="6800324"/>
          </a:xfrm>
        </p:spPr>
        <p:txBody>
          <a:bodyPr/>
          <a:lstStyle>
            <a:lvl1pPr>
              <a:spcBef>
                <a:spcPts val="1700"/>
              </a:spcBef>
              <a:defRPr sz="2100">
                <a:solidFill>
                  <a:srgbClr val="589278"/>
                </a:solidFill>
              </a:defRPr>
            </a:lvl1pPr>
          </a:lstStyle>
          <a:p>
            <a:pPr lvl="0"/>
            <a:r>
              <a:rPr lang="en-CA" dirty="0"/>
              <a:t>An optional annotation or extra information text box</a:t>
            </a:r>
            <a:endParaRPr lang="en-US" dirty="0"/>
          </a:p>
        </p:txBody>
      </p:sp>
      <p:pic>
        <p:nvPicPr>
          <p:cNvPr id="14" name="Picture 13"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8331202"/>
            <a:ext cx="16256000" cy="819343"/>
          </a:xfrm>
          <a:prstGeom prst="rect">
            <a:avLst/>
          </a:prstGeom>
        </p:spPr>
      </p:pic>
      <p:pic>
        <p:nvPicPr>
          <p:cNvPr id="15" name="Picture 14"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20" y="8595469"/>
            <a:ext cx="394669" cy="290809"/>
          </a:xfrm>
          <a:prstGeom prst="rect">
            <a:avLst/>
          </a:prstGeom>
        </p:spPr>
      </p:pic>
      <p:sp>
        <p:nvSpPr>
          <p:cNvPr id="16" name="Slide Number Placeholder 8"/>
          <p:cNvSpPr>
            <a:spLocks noGrp="1"/>
          </p:cNvSpPr>
          <p:nvPr>
            <p:ph type="sldNum" sz="quarter" idx="19"/>
          </p:nvPr>
        </p:nvSpPr>
        <p:spPr>
          <a:xfrm>
            <a:off x="199081" y="8497455"/>
            <a:ext cx="529133" cy="486836"/>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325130220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Col Key Point, No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812883" y="660402"/>
            <a:ext cx="11615780" cy="6874935"/>
          </a:xfrm>
        </p:spPr>
        <p:txBody>
          <a:bodyPr/>
          <a:lstStyle>
            <a:lvl1pPr>
              <a:spcBef>
                <a:spcPts val="1600"/>
              </a:spcBef>
              <a:defRPr baseline="0"/>
            </a:lvl1pPr>
            <a:lvl3pPr marL="2019996" indent="-457117">
              <a:buFont typeface="Arial"/>
              <a:buChar char="•"/>
              <a:defRPr/>
            </a:lvl3pPr>
            <a:lvl4pPr>
              <a:spcBef>
                <a:spcPts val="1104"/>
              </a:spcBef>
              <a:defRPr>
                <a:solidFill>
                  <a:srgbClr val="599A83"/>
                </a:solidFill>
              </a:defRPr>
            </a:lvl4pPr>
          </a:lstStyle>
          <a:p>
            <a:pPr lvl="0"/>
            <a:r>
              <a:rPr lang="en-CA" dirty="0"/>
              <a:t>A basic 1-column key point slide with no title. 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9"/>
          <p:cNvSpPr>
            <a:spLocks noGrp="1"/>
          </p:cNvSpPr>
          <p:nvPr>
            <p:ph type="body" sz="quarter" idx="14" hasCustomPrompt="1"/>
          </p:nvPr>
        </p:nvSpPr>
        <p:spPr>
          <a:xfrm>
            <a:off x="13104842" y="735010"/>
            <a:ext cx="2339870" cy="6800324"/>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pic>
        <p:nvPicPr>
          <p:cNvPr id="13" name="Picture 12"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8331202"/>
            <a:ext cx="16256000" cy="819343"/>
          </a:xfrm>
          <a:prstGeom prst="rect">
            <a:avLst/>
          </a:prstGeom>
        </p:spPr>
      </p:pic>
      <p:pic>
        <p:nvPicPr>
          <p:cNvPr id="14" name="Picture 13"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20" y="8595469"/>
            <a:ext cx="394669" cy="290809"/>
          </a:xfrm>
          <a:prstGeom prst="rect">
            <a:avLst/>
          </a:prstGeom>
        </p:spPr>
      </p:pic>
      <p:sp>
        <p:nvSpPr>
          <p:cNvPr id="15" name="Slide Number Placeholder 8"/>
          <p:cNvSpPr>
            <a:spLocks noGrp="1"/>
          </p:cNvSpPr>
          <p:nvPr>
            <p:ph type="sldNum" sz="quarter" idx="19"/>
          </p:nvPr>
        </p:nvSpPr>
        <p:spPr>
          <a:xfrm>
            <a:off x="199081" y="8497455"/>
            <a:ext cx="529133" cy="486836"/>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44832435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Col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3" y="768367"/>
            <a:ext cx="9475914" cy="1335973"/>
          </a:xfrm>
        </p:spPr>
        <p:txBody>
          <a:bodyPr anchor="t">
            <a:noAutofit/>
          </a:bodyPr>
          <a:lstStyle>
            <a:lvl1pPr>
              <a:defRPr sz="4800" b="1" baseline="0">
                <a:solidFill>
                  <a:srgbClr val="00673E"/>
                </a:solidFill>
              </a:defRPr>
            </a:lvl1pPr>
          </a:lstStyle>
          <a:p>
            <a:r>
              <a:rPr lang="en-CA" dirty="0"/>
              <a:t>This is a 2-column key point slide</a:t>
            </a:r>
            <a:endParaRPr lang="en-US" dirty="0"/>
          </a:p>
        </p:txBody>
      </p:sp>
      <p:sp>
        <p:nvSpPr>
          <p:cNvPr id="14" name="Text Placeholder 5"/>
          <p:cNvSpPr>
            <a:spLocks noGrp="1"/>
          </p:cNvSpPr>
          <p:nvPr>
            <p:ph type="body" sz="quarter" idx="15" hasCustomPrompt="1"/>
          </p:nvPr>
        </p:nvSpPr>
        <p:spPr>
          <a:xfrm>
            <a:off x="812884" y="2404536"/>
            <a:ext cx="7162458" cy="5130800"/>
          </a:xfrm>
        </p:spPr>
        <p:txBody>
          <a:bodyPr/>
          <a:lstStyle>
            <a:lvl1pPr>
              <a:spcBef>
                <a:spcPts val="1600"/>
              </a:spcBef>
              <a:defRPr baseline="0"/>
            </a:lvl1pPr>
            <a:lvl3pPr marL="2019996" indent="-457117">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8297173" y="2404536"/>
            <a:ext cx="7147539" cy="5130800"/>
          </a:xfrm>
        </p:spPr>
        <p:txBody>
          <a:bodyPr/>
          <a:lstStyle>
            <a:lvl1pPr>
              <a:spcBef>
                <a:spcPts val="1600"/>
              </a:spcBef>
              <a:defRPr baseline="0"/>
            </a:lvl1pPr>
            <a:lvl3pPr marL="2019996" indent="-457117">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pic>
        <p:nvPicPr>
          <p:cNvPr id="17" name="Picture 16"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8331202"/>
            <a:ext cx="16256000" cy="819343"/>
          </a:xfrm>
          <a:prstGeom prst="rect">
            <a:avLst/>
          </a:prstGeom>
        </p:spPr>
      </p:pic>
      <p:pic>
        <p:nvPicPr>
          <p:cNvPr id="18" name="Picture 17"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20" y="8595469"/>
            <a:ext cx="394669" cy="290809"/>
          </a:xfrm>
          <a:prstGeom prst="rect">
            <a:avLst/>
          </a:prstGeom>
        </p:spPr>
      </p:pic>
      <p:sp>
        <p:nvSpPr>
          <p:cNvPr id="19" name="Slide Number Placeholder 8"/>
          <p:cNvSpPr>
            <a:spLocks noGrp="1"/>
          </p:cNvSpPr>
          <p:nvPr>
            <p:ph type="sldNum" sz="quarter" idx="19"/>
          </p:nvPr>
        </p:nvSpPr>
        <p:spPr>
          <a:xfrm>
            <a:off x="199081" y="8497455"/>
            <a:ext cx="529133" cy="486836"/>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10255164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2-Col Key Point w/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3" y="768367"/>
            <a:ext cx="9475914" cy="1335973"/>
          </a:xfrm>
        </p:spPr>
        <p:txBody>
          <a:bodyPr anchor="t">
            <a:noAutofit/>
          </a:bodyPr>
          <a:lstStyle>
            <a:lvl1pPr>
              <a:defRPr sz="4800" b="1" baseline="0">
                <a:solidFill>
                  <a:srgbClr val="00673E"/>
                </a:solidFill>
              </a:defRPr>
            </a:lvl1pPr>
          </a:lstStyle>
          <a:p>
            <a:r>
              <a:rPr lang="en-CA" dirty="0"/>
              <a:t>This is a basic 2-column key point text slide with subtitles</a:t>
            </a:r>
            <a:endParaRPr lang="en-US" dirty="0"/>
          </a:p>
        </p:txBody>
      </p:sp>
      <p:sp>
        <p:nvSpPr>
          <p:cNvPr id="14" name="Text Placeholder 5"/>
          <p:cNvSpPr>
            <a:spLocks noGrp="1"/>
          </p:cNvSpPr>
          <p:nvPr>
            <p:ph type="body" sz="quarter" idx="15" hasCustomPrompt="1"/>
          </p:nvPr>
        </p:nvSpPr>
        <p:spPr>
          <a:xfrm>
            <a:off x="812884" y="3115734"/>
            <a:ext cx="7162458" cy="4419601"/>
          </a:xfrm>
        </p:spPr>
        <p:txBody>
          <a:bodyPr/>
          <a:lstStyle>
            <a:lvl1pPr>
              <a:spcBef>
                <a:spcPts val="1600"/>
              </a:spcBef>
              <a:defRPr baseline="0"/>
            </a:lvl1pPr>
            <a:lvl3pPr marL="2019996" indent="-457117">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8297173" y="3115733"/>
            <a:ext cx="7147539" cy="4419604"/>
          </a:xfrm>
        </p:spPr>
        <p:txBody>
          <a:bodyPr/>
          <a:lstStyle>
            <a:lvl1pPr>
              <a:spcBef>
                <a:spcPts val="1600"/>
              </a:spcBef>
              <a:defRPr baseline="0"/>
            </a:lvl1pPr>
            <a:lvl3pPr marL="2019996" indent="-457117">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6"/>
          <p:cNvSpPr>
            <a:spLocks noGrp="1"/>
          </p:cNvSpPr>
          <p:nvPr>
            <p:ph type="body" sz="quarter" idx="18" hasCustomPrompt="1"/>
          </p:nvPr>
        </p:nvSpPr>
        <p:spPr>
          <a:xfrm>
            <a:off x="812887" y="2405063"/>
            <a:ext cx="7162458" cy="710671"/>
          </a:xfrm>
        </p:spPr>
        <p:txBody>
          <a:bodyPr/>
          <a:lstStyle>
            <a:lvl1pPr>
              <a:defRPr b="1">
                <a:solidFill>
                  <a:srgbClr val="599A83"/>
                </a:solidFill>
              </a:defRPr>
            </a:lvl1pPr>
          </a:lstStyle>
          <a:p>
            <a:pPr lvl="0"/>
            <a:r>
              <a:rPr lang="en-CA" dirty="0"/>
              <a:t>Subtitle</a:t>
            </a:r>
          </a:p>
        </p:txBody>
      </p:sp>
      <p:sp>
        <p:nvSpPr>
          <p:cNvPr id="11" name="Text Placeholder 6"/>
          <p:cNvSpPr>
            <a:spLocks noGrp="1"/>
          </p:cNvSpPr>
          <p:nvPr>
            <p:ph type="body" sz="quarter" idx="19" hasCustomPrompt="1"/>
          </p:nvPr>
        </p:nvSpPr>
        <p:spPr>
          <a:xfrm>
            <a:off x="8297173" y="2405063"/>
            <a:ext cx="7147539" cy="710671"/>
          </a:xfrm>
        </p:spPr>
        <p:txBody>
          <a:bodyPr/>
          <a:lstStyle>
            <a:lvl1pPr>
              <a:defRPr b="1">
                <a:solidFill>
                  <a:srgbClr val="599A83"/>
                </a:solidFill>
              </a:defRPr>
            </a:lvl1pPr>
          </a:lstStyle>
          <a:p>
            <a:pPr lvl="0"/>
            <a:r>
              <a:rPr lang="en-CA" dirty="0"/>
              <a:t>Subtitle</a:t>
            </a:r>
          </a:p>
        </p:txBody>
      </p:sp>
      <p:pic>
        <p:nvPicPr>
          <p:cNvPr id="12" name="Picture 11"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8331202"/>
            <a:ext cx="16256000" cy="819343"/>
          </a:xfrm>
          <a:prstGeom prst="rect">
            <a:avLst/>
          </a:prstGeom>
        </p:spPr>
      </p:pic>
      <p:pic>
        <p:nvPicPr>
          <p:cNvPr id="13" name="Picture 12"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20" y="8595469"/>
            <a:ext cx="394669" cy="290809"/>
          </a:xfrm>
          <a:prstGeom prst="rect">
            <a:avLst/>
          </a:prstGeom>
        </p:spPr>
      </p:pic>
      <p:sp>
        <p:nvSpPr>
          <p:cNvPr id="15" name="Slide Number Placeholder 8"/>
          <p:cNvSpPr>
            <a:spLocks noGrp="1"/>
          </p:cNvSpPr>
          <p:nvPr>
            <p:ph type="sldNum" sz="quarter" idx="20"/>
          </p:nvPr>
        </p:nvSpPr>
        <p:spPr>
          <a:xfrm>
            <a:off x="199081" y="8497455"/>
            <a:ext cx="529133" cy="486836"/>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410729416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Col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3" y="768367"/>
            <a:ext cx="9475914" cy="1335973"/>
          </a:xfrm>
        </p:spPr>
        <p:txBody>
          <a:bodyPr anchor="t">
            <a:noAutofit/>
          </a:bodyPr>
          <a:lstStyle>
            <a:lvl1pPr>
              <a:defRPr sz="4800" b="1" baseline="0">
                <a:solidFill>
                  <a:srgbClr val="00673E"/>
                </a:solidFill>
              </a:defRPr>
            </a:lvl1pPr>
          </a:lstStyle>
          <a:p>
            <a:r>
              <a:rPr lang="en-CA" dirty="0"/>
              <a:t>This is a 3-column key point slide</a:t>
            </a:r>
            <a:endParaRPr lang="en-US" dirty="0"/>
          </a:p>
        </p:txBody>
      </p:sp>
      <p:sp>
        <p:nvSpPr>
          <p:cNvPr id="14" name="Text Placeholder 5"/>
          <p:cNvSpPr>
            <a:spLocks noGrp="1"/>
          </p:cNvSpPr>
          <p:nvPr>
            <p:ph type="body" sz="quarter" idx="15" hasCustomPrompt="1"/>
          </p:nvPr>
        </p:nvSpPr>
        <p:spPr>
          <a:xfrm>
            <a:off x="812883" y="2404536"/>
            <a:ext cx="4673340" cy="5130800"/>
          </a:xfrm>
        </p:spPr>
        <p:txBody>
          <a:bodyPr/>
          <a:lstStyle>
            <a:lvl1pPr>
              <a:spcBef>
                <a:spcPts val="1600"/>
              </a:spcBef>
              <a:defRPr baseline="0"/>
            </a:lvl1pPr>
            <a:lvl3pPr marL="2019996" indent="-457117">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5807946" y="2404536"/>
            <a:ext cx="4644000" cy="5130800"/>
          </a:xfrm>
        </p:spPr>
        <p:txBody>
          <a:bodyPr/>
          <a:lstStyle>
            <a:lvl1pPr>
              <a:spcBef>
                <a:spcPts val="1600"/>
              </a:spcBef>
              <a:defRPr baseline="0"/>
            </a:lvl1pPr>
            <a:lvl3pPr marL="2019996" indent="-457117">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5"/>
          <p:cNvSpPr>
            <a:spLocks noGrp="1"/>
          </p:cNvSpPr>
          <p:nvPr>
            <p:ph type="body" sz="quarter" idx="17" hasCustomPrompt="1"/>
          </p:nvPr>
        </p:nvSpPr>
        <p:spPr>
          <a:xfrm>
            <a:off x="10786183" y="2404536"/>
            <a:ext cx="4673448" cy="5130800"/>
          </a:xfrm>
        </p:spPr>
        <p:txBody>
          <a:bodyPr/>
          <a:lstStyle>
            <a:lvl1pPr>
              <a:spcBef>
                <a:spcPts val="1600"/>
              </a:spcBef>
              <a:defRPr baseline="0"/>
            </a:lvl1pPr>
            <a:lvl3pPr marL="2019996" indent="-457117">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pic>
        <p:nvPicPr>
          <p:cNvPr id="11" name="Picture 10"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8331202"/>
            <a:ext cx="16256000" cy="819343"/>
          </a:xfrm>
          <a:prstGeom prst="rect">
            <a:avLst/>
          </a:prstGeom>
        </p:spPr>
      </p:pic>
      <p:pic>
        <p:nvPicPr>
          <p:cNvPr id="12" name="Picture 11"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20" y="8595469"/>
            <a:ext cx="394669" cy="290809"/>
          </a:xfrm>
          <a:prstGeom prst="rect">
            <a:avLst/>
          </a:prstGeom>
        </p:spPr>
      </p:pic>
      <p:sp>
        <p:nvSpPr>
          <p:cNvPr id="13" name="Slide Number Placeholder 8"/>
          <p:cNvSpPr>
            <a:spLocks noGrp="1"/>
          </p:cNvSpPr>
          <p:nvPr>
            <p:ph type="sldNum" sz="quarter" idx="19"/>
          </p:nvPr>
        </p:nvSpPr>
        <p:spPr>
          <a:xfrm>
            <a:off x="199081" y="8497455"/>
            <a:ext cx="529133" cy="486836"/>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55496246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3-Col Key Point w/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3" y="768367"/>
            <a:ext cx="9475914" cy="1335973"/>
          </a:xfrm>
        </p:spPr>
        <p:txBody>
          <a:bodyPr anchor="t">
            <a:noAutofit/>
          </a:bodyPr>
          <a:lstStyle>
            <a:lvl1pPr>
              <a:defRPr sz="4800" b="1" baseline="0">
                <a:solidFill>
                  <a:srgbClr val="00673E"/>
                </a:solidFill>
              </a:defRPr>
            </a:lvl1pPr>
          </a:lstStyle>
          <a:p>
            <a:r>
              <a:rPr lang="en-CA" dirty="0"/>
              <a:t>This is a 3-column key point slide with subtitles</a:t>
            </a:r>
            <a:endParaRPr lang="en-US" dirty="0"/>
          </a:p>
        </p:txBody>
      </p:sp>
      <p:sp>
        <p:nvSpPr>
          <p:cNvPr id="14" name="Text Placeholder 5"/>
          <p:cNvSpPr>
            <a:spLocks noGrp="1"/>
          </p:cNvSpPr>
          <p:nvPr>
            <p:ph type="body" sz="quarter" idx="15" hasCustomPrompt="1"/>
          </p:nvPr>
        </p:nvSpPr>
        <p:spPr>
          <a:xfrm>
            <a:off x="812883" y="3115734"/>
            <a:ext cx="4673340" cy="4419601"/>
          </a:xfrm>
        </p:spPr>
        <p:txBody>
          <a:bodyPr/>
          <a:lstStyle>
            <a:lvl1pPr>
              <a:spcBef>
                <a:spcPts val="1600"/>
              </a:spcBef>
              <a:defRPr baseline="0"/>
            </a:lvl1pPr>
            <a:lvl3pPr marL="2019996" indent="-457117">
              <a:buFont typeface="Arial"/>
              <a:buChar char="•"/>
              <a:defRPr/>
            </a:lvl3pPr>
            <a:lvl4pPr>
              <a:spcBef>
                <a:spcPts val="1104"/>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5807946" y="3115734"/>
            <a:ext cx="4644000" cy="4419601"/>
          </a:xfrm>
        </p:spPr>
        <p:txBody>
          <a:bodyPr/>
          <a:lstStyle>
            <a:lvl1pPr>
              <a:spcBef>
                <a:spcPts val="1600"/>
              </a:spcBef>
              <a:defRPr baseline="0"/>
            </a:lvl1pPr>
            <a:lvl3pPr marL="2019996" indent="-457117">
              <a:buFont typeface="Arial"/>
              <a:buChar char="•"/>
              <a:defRPr/>
            </a:lvl3pPr>
            <a:lvl4pPr>
              <a:spcBef>
                <a:spcPts val="1104"/>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5"/>
          <p:cNvSpPr>
            <a:spLocks noGrp="1"/>
          </p:cNvSpPr>
          <p:nvPr>
            <p:ph type="body" sz="quarter" idx="17" hasCustomPrompt="1"/>
          </p:nvPr>
        </p:nvSpPr>
        <p:spPr>
          <a:xfrm>
            <a:off x="10786183" y="3115734"/>
            <a:ext cx="4673448" cy="4419601"/>
          </a:xfrm>
        </p:spPr>
        <p:txBody>
          <a:bodyPr/>
          <a:lstStyle>
            <a:lvl1pPr>
              <a:spcBef>
                <a:spcPts val="1600"/>
              </a:spcBef>
              <a:defRPr baseline="0"/>
            </a:lvl1pPr>
            <a:lvl3pPr marL="2019996" indent="-457117">
              <a:buFont typeface="Arial"/>
              <a:buChar char="•"/>
              <a:defRPr/>
            </a:lvl3pPr>
            <a:lvl4pPr>
              <a:spcBef>
                <a:spcPts val="1104"/>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6"/>
          <p:cNvSpPr>
            <a:spLocks noGrp="1"/>
          </p:cNvSpPr>
          <p:nvPr>
            <p:ph type="body" sz="quarter" idx="18" hasCustomPrompt="1"/>
          </p:nvPr>
        </p:nvSpPr>
        <p:spPr>
          <a:xfrm>
            <a:off x="812885" y="2405063"/>
            <a:ext cx="4673338" cy="710671"/>
          </a:xfrm>
        </p:spPr>
        <p:txBody>
          <a:bodyPr/>
          <a:lstStyle>
            <a:lvl1pPr>
              <a:defRPr b="1">
                <a:solidFill>
                  <a:srgbClr val="599A83"/>
                </a:solidFill>
              </a:defRPr>
            </a:lvl1pPr>
          </a:lstStyle>
          <a:p>
            <a:pPr lvl="0"/>
            <a:r>
              <a:rPr lang="en-CA" dirty="0"/>
              <a:t>Subtitle</a:t>
            </a:r>
          </a:p>
        </p:txBody>
      </p:sp>
      <p:sp>
        <p:nvSpPr>
          <p:cNvPr id="12" name="Text Placeholder 6"/>
          <p:cNvSpPr>
            <a:spLocks noGrp="1"/>
          </p:cNvSpPr>
          <p:nvPr>
            <p:ph type="body" sz="quarter" idx="19" hasCustomPrompt="1"/>
          </p:nvPr>
        </p:nvSpPr>
        <p:spPr>
          <a:xfrm>
            <a:off x="5807946" y="2405063"/>
            <a:ext cx="4644000" cy="710671"/>
          </a:xfrm>
        </p:spPr>
        <p:txBody>
          <a:bodyPr/>
          <a:lstStyle>
            <a:lvl1pPr>
              <a:defRPr b="1">
                <a:solidFill>
                  <a:srgbClr val="599A83"/>
                </a:solidFill>
              </a:defRPr>
            </a:lvl1pPr>
          </a:lstStyle>
          <a:p>
            <a:pPr lvl="0"/>
            <a:r>
              <a:rPr lang="en-CA" dirty="0"/>
              <a:t>Subtitle</a:t>
            </a:r>
          </a:p>
        </p:txBody>
      </p:sp>
      <p:sp>
        <p:nvSpPr>
          <p:cNvPr id="13" name="Text Placeholder 6"/>
          <p:cNvSpPr>
            <a:spLocks noGrp="1"/>
          </p:cNvSpPr>
          <p:nvPr>
            <p:ph type="body" sz="quarter" idx="20" hasCustomPrompt="1"/>
          </p:nvPr>
        </p:nvSpPr>
        <p:spPr>
          <a:xfrm>
            <a:off x="10786185" y="2405063"/>
            <a:ext cx="4673338" cy="710671"/>
          </a:xfrm>
        </p:spPr>
        <p:txBody>
          <a:bodyPr/>
          <a:lstStyle>
            <a:lvl1pPr>
              <a:defRPr b="1">
                <a:solidFill>
                  <a:srgbClr val="599A83"/>
                </a:solidFill>
              </a:defRPr>
            </a:lvl1pPr>
          </a:lstStyle>
          <a:p>
            <a:pPr lvl="0"/>
            <a:r>
              <a:rPr lang="en-CA" dirty="0"/>
              <a:t>Subtitle</a:t>
            </a:r>
          </a:p>
        </p:txBody>
      </p:sp>
      <p:pic>
        <p:nvPicPr>
          <p:cNvPr id="15" name="Picture 14"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8331202"/>
            <a:ext cx="16256000" cy="819343"/>
          </a:xfrm>
          <a:prstGeom prst="rect">
            <a:avLst/>
          </a:prstGeom>
        </p:spPr>
      </p:pic>
      <p:pic>
        <p:nvPicPr>
          <p:cNvPr id="17" name="Picture 16"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20" y="8595469"/>
            <a:ext cx="394669" cy="290809"/>
          </a:xfrm>
          <a:prstGeom prst="rect">
            <a:avLst/>
          </a:prstGeom>
        </p:spPr>
      </p:pic>
      <p:sp>
        <p:nvSpPr>
          <p:cNvPr id="18" name="Slide Number Placeholder 8"/>
          <p:cNvSpPr>
            <a:spLocks noGrp="1"/>
          </p:cNvSpPr>
          <p:nvPr>
            <p:ph type="sldNum" sz="quarter" idx="21"/>
          </p:nvPr>
        </p:nvSpPr>
        <p:spPr>
          <a:xfrm>
            <a:off x="199081" y="8497455"/>
            <a:ext cx="529133" cy="486836"/>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4236586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6-Point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3" y="768367"/>
            <a:ext cx="9475914" cy="1335973"/>
          </a:xfrm>
        </p:spPr>
        <p:txBody>
          <a:bodyPr anchor="t">
            <a:noAutofit/>
          </a:bodyPr>
          <a:lstStyle>
            <a:lvl1pPr>
              <a:defRPr sz="4800" b="1" baseline="0">
                <a:solidFill>
                  <a:srgbClr val="00673E"/>
                </a:solidFill>
              </a:defRPr>
            </a:lvl1pPr>
          </a:lstStyle>
          <a:p>
            <a:r>
              <a:rPr lang="en-CA" dirty="0"/>
              <a:t>This is a 6-column key point slide</a:t>
            </a:r>
            <a:endParaRPr lang="en-US" dirty="0"/>
          </a:p>
        </p:txBody>
      </p:sp>
      <p:sp>
        <p:nvSpPr>
          <p:cNvPr id="14" name="Text Placeholder 5"/>
          <p:cNvSpPr>
            <a:spLocks noGrp="1"/>
          </p:cNvSpPr>
          <p:nvPr>
            <p:ph type="body" sz="quarter" idx="15" hasCustomPrompt="1"/>
          </p:nvPr>
        </p:nvSpPr>
        <p:spPr>
          <a:xfrm>
            <a:off x="812883" y="2404537"/>
            <a:ext cx="4673340" cy="2409137"/>
          </a:xfrm>
        </p:spPr>
        <p:txBody>
          <a:bodyPr/>
          <a:lstStyle>
            <a:lvl1pPr>
              <a:defRPr baseline="0"/>
            </a:lvl1pPr>
            <a:lvl3pPr marL="2019996" indent="-457117">
              <a:buFont typeface="Arial"/>
              <a:buChar char="•"/>
              <a:defRPr/>
            </a:lvl3pPr>
            <a:lvl4pPr>
              <a:spcBef>
                <a:spcPts val="1104"/>
              </a:spcBef>
              <a:defRPr/>
            </a:lvl4pPr>
          </a:lstStyle>
          <a:p>
            <a:pPr lvl="0"/>
            <a:r>
              <a:rPr lang="en-CA" dirty="0"/>
              <a:t>Click to edit content. Use this slide for very brief points about one subject.</a:t>
            </a:r>
          </a:p>
        </p:txBody>
      </p:sp>
      <p:sp>
        <p:nvSpPr>
          <p:cNvPr id="16" name="Text Placeholder 5"/>
          <p:cNvSpPr>
            <a:spLocks noGrp="1"/>
          </p:cNvSpPr>
          <p:nvPr>
            <p:ph type="body" sz="quarter" idx="16" hasCustomPrompt="1"/>
          </p:nvPr>
        </p:nvSpPr>
        <p:spPr>
          <a:xfrm>
            <a:off x="5807946" y="2404537"/>
            <a:ext cx="4644000" cy="2409137"/>
          </a:xfrm>
        </p:spPr>
        <p:txBody>
          <a:bodyPr/>
          <a:lstStyle>
            <a:lvl1pPr>
              <a:defRPr baseline="0"/>
            </a:lvl1pPr>
            <a:lvl3pPr marL="2019996" indent="-457117">
              <a:buFont typeface="Arial"/>
              <a:buChar char="•"/>
              <a:defRPr/>
            </a:lvl3pPr>
            <a:lvl4pPr>
              <a:spcBef>
                <a:spcPts val="1104"/>
              </a:spcBef>
              <a:defRPr/>
            </a:lvl4pPr>
          </a:lstStyle>
          <a:p>
            <a:pPr lvl="0"/>
            <a:r>
              <a:rPr lang="en-CA" dirty="0"/>
              <a:t>Click to edit content. Use this slide for very brief points about one subject</a:t>
            </a:r>
          </a:p>
        </p:txBody>
      </p:sp>
      <p:sp>
        <p:nvSpPr>
          <p:cNvPr id="10" name="Text Placeholder 5"/>
          <p:cNvSpPr>
            <a:spLocks noGrp="1"/>
          </p:cNvSpPr>
          <p:nvPr>
            <p:ph type="body" sz="quarter" idx="17" hasCustomPrompt="1"/>
          </p:nvPr>
        </p:nvSpPr>
        <p:spPr>
          <a:xfrm>
            <a:off x="10786183" y="2404537"/>
            <a:ext cx="4673448" cy="2409137"/>
          </a:xfrm>
        </p:spPr>
        <p:txBody>
          <a:bodyPr/>
          <a:lstStyle>
            <a:lvl1pPr>
              <a:defRPr baseline="0"/>
            </a:lvl1pPr>
            <a:lvl3pPr marL="2019996" indent="-457117">
              <a:buFont typeface="Arial"/>
              <a:buChar char="•"/>
              <a:defRPr/>
            </a:lvl3pPr>
            <a:lvl4pPr>
              <a:spcBef>
                <a:spcPts val="1104"/>
              </a:spcBef>
              <a:defRPr/>
            </a:lvl4pPr>
          </a:lstStyle>
          <a:p>
            <a:pPr lvl="0"/>
            <a:r>
              <a:rPr lang="en-CA" dirty="0"/>
              <a:t>Click to edit content. Use this slide for very brief points about one subject</a:t>
            </a:r>
          </a:p>
        </p:txBody>
      </p:sp>
      <p:sp>
        <p:nvSpPr>
          <p:cNvPr id="11" name="Text Placeholder 5"/>
          <p:cNvSpPr>
            <a:spLocks noGrp="1"/>
          </p:cNvSpPr>
          <p:nvPr>
            <p:ph type="body" sz="quarter" idx="18" hasCustomPrompt="1"/>
          </p:nvPr>
        </p:nvSpPr>
        <p:spPr>
          <a:xfrm>
            <a:off x="812883" y="5130804"/>
            <a:ext cx="4673340" cy="2409137"/>
          </a:xfrm>
        </p:spPr>
        <p:txBody>
          <a:bodyPr/>
          <a:lstStyle>
            <a:lvl1pPr>
              <a:defRPr baseline="0"/>
            </a:lvl1pPr>
            <a:lvl3pPr marL="2019996" indent="-457117">
              <a:buFont typeface="Arial"/>
              <a:buChar char="•"/>
              <a:defRPr/>
            </a:lvl3pPr>
            <a:lvl4pPr>
              <a:spcBef>
                <a:spcPts val="1104"/>
              </a:spcBef>
              <a:defRPr/>
            </a:lvl4pPr>
          </a:lstStyle>
          <a:p>
            <a:pPr lvl="0"/>
            <a:r>
              <a:rPr lang="en-CA" dirty="0"/>
              <a:t>Click to edit content. Use this slide for very brief points about one subject.</a:t>
            </a:r>
          </a:p>
        </p:txBody>
      </p:sp>
      <p:sp>
        <p:nvSpPr>
          <p:cNvPr id="12" name="Text Placeholder 5"/>
          <p:cNvSpPr>
            <a:spLocks noGrp="1"/>
          </p:cNvSpPr>
          <p:nvPr>
            <p:ph type="body" sz="quarter" idx="19" hasCustomPrompt="1"/>
          </p:nvPr>
        </p:nvSpPr>
        <p:spPr>
          <a:xfrm>
            <a:off x="5807946" y="5130804"/>
            <a:ext cx="4644000" cy="2409137"/>
          </a:xfrm>
        </p:spPr>
        <p:txBody>
          <a:bodyPr/>
          <a:lstStyle>
            <a:lvl1pPr>
              <a:defRPr baseline="0"/>
            </a:lvl1pPr>
            <a:lvl3pPr marL="2019996" indent="-457117">
              <a:buFont typeface="Arial"/>
              <a:buChar char="•"/>
              <a:defRPr/>
            </a:lvl3pPr>
            <a:lvl4pPr>
              <a:spcBef>
                <a:spcPts val="1104"/>
              </a:spcBef>
              <a:defRPr/>
            </a:lvl4pPr>
          </a:lstStyle>
          <a:p>
            <a:pPr lvl="0"/>
            <a:r>
              <a:rPr lang="en-CA" dirty="0"/>
              <a:t>Click to edit content. Use this slide for very brief points about one subject</a:t>
            </a:r>
          </a:p>
        </p:txBody>
      </p:sp>
      <p:sp>
        <p:nvSpPr>
          <p:cNvPr id="13" name="Text Placeholder 5"/>
          <p:cNvSpPr>
            <a:spLocks noGrp="1"/>
          </p:cNvSpPr>
          <p:nvPr>
            <p:ph type="body" sz="quarter" idx="20" hasCustomPrompt="1"/>
          </p:nvPr>
        </p:nvSpPr>
        <p:spPr>
          <a:xfrm>
            <a:off x="10786183" y="5130804"/>
            <a:ext cx="4673448" cy="2409137"/>
          </a:xfrm>
        </p:spPr>
        <p:txBody>
          <a:bodyPr/>
          <a:lstStyle>
            <a:lvl1pPr>
              <a:defRPr baseline="0"/>
            </a:lvl1pPr>
            <a:lvl3pPr marL="2019996" indent="-457117">
              <a:buFont typeface="Arial"/>
              <a:buChar char="•"/>
              <a:defRPr/>
            </a:lvl3pPr>
            <a:lvl4pPr>
              <a:spcBef>
                <a:spcPts val="1104"/>
              </a:spcBef>
              <a:defRPr/>
            </a:lvl4pPr>
          </a:lstStyle>
          <a:p>
            <a:pPr lvl="0"/>
            <a:r>
              <a:rPr lang="en-CA" dirty="0"/>
              <a:t>Click to edit content. Use this slide for very brief points about one subject</a:t>
            </a:r>
          </a:p>
        </p:txBody>
      </p:sp>
      <p:pic>
        <p:nvPicPr>
          <p:cNvPr id="15" name="Picture 14"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8331202"/>
            <a:ext cx="16256000" cy="819343"/>
          </a:xfrm>
          <a:prstGeom prst="rect">
            <a:avLst/>
          </a:prstGeom>
        </p:spPr>
      </p:pic>
      <p:pic>
        <p:nvPicPr>
          <p:cNvPr id="17" name="Picture 16"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20" y="8595469"/>
            <a:ext cx="394669" cy="290809"/>
          </a:xfrm>
          <a:prstGeom prst="rect">
            <a:avLst/>
          </a:prstGeom>
        </p:spPr>
      </p:pic>
      <p:sp>
        <p:nvSpPr>
          <p:cNvPr id="18" name="Slide Number Placeholder 8"/>
          <p:cNvSpPr>
            <a:spLocks noGrp="1"/>
          </p:cNvSpPr>
          <p:nvPr>
            <p:ph type="sldNum" sz="quarter" idx="21"/>
          </p:nvPr>
        </p:nvSpPr>
        <p:spPr>
          <a:xfrm>
            <a:off x="199081" y="8497455"/>
            <a:ext cx="529133" cy="486836"/>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3494858171"/>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6-Point Key Point w/ 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3" y="768367"/>
            <a:ext cx="9475914" cy="1335973"/>
          </a:xfrm>
        </p:spPr>
        <p:txBody>
          <a:bodyPr anchor="t">
            <a:noAutofit/>
          </a:bodyPr>
          <a:lstStyle>
            <a:lvl1pPr>
              <a:defRPr sz="4800" b="1" baseline="0">
                <a:solidFill>
                  <a:srgbClr val="00673E"/>
                </a:solidFill>
              </a:defRPr>
            </a:lvl1pPr>
          </a:lstStyle>
          <a:p>
            <a:r>
              <a:rPr lang="en-CA" dirty="0"/>
              <a:t>This is a 6-point key point slide with subtitles</a:t>
            </a:r>
            <a:endParaRPr lang="en-US" dirty="0"/>
          </a:p>
        </p:txBody>
      </p:sp>
      <p:sp>
        <p:nvSpPr>
          <p:cNvPr id="14" name="Text Placeholder 5"/>
          <p:cNvSpPr>
            <a:spLocks noGrp="1"/>
          </p:cNvSpPr>
          <p:nvPr>
            <p:ph type="body" sz="quarter" idx="15" hasCustomPrompt="1"/>
          </p:nvPr>
        </p:nvSpPr>
        <p:spPr>
          <a:xfrm>
            <a:off x="812883" y="3115735"/>
            <a:ext cx="4673340" cy="1697940"/>
          </a:xfrm>
        </p:spPr>
        <p:txBody>
          <a:bodyPr/>
          <a:lstStyle>
            <a:lvl1pPr>
              <a:defRPr baseline="0"/>
            </a:lvl1pPr>
            <a:lvl3pPr marL="2019996" indent="-457117">
              <a:buFont typeface="Arial"/>
              <a:buChar char="•"/>
              <a:defRPr/>
            </a:lvl3pPr>
            <a:lvl4pPr>
              <a:spcBef>
                <a:spcPts val="1104"/>
              </a:spcBef>
              <a:defRPr/>
            </a:lvl4pPr>
          </a:lstStyle>
          <a:p>
            <a:pPr lvl="0"/>
            <a:r>
              <a:rPr lang="en-CA" dirty="0"/>
              <a:t>Click to edit content. Use this slide for very brief points about one subject.</a:t>
            </a:r>
          </a:p>
        </p:txBody>
      </p:sp>
      <p:sp>
        <p:nvSpPr>
          <p:cNvPr id="16" name="Text Placeholder 5"/>
          <p:cNvSpPr>
            <a:spLocks noGrp="1"/>
          </p:cNvSpPr>
          <p:nvPr>
            <p:ph type="body" sz="quarter" idx="16" hasCustomPrompt="1"/>
          </p:nvPr>
        </p:nvSpPr>
        <p:spPr>
          <a:xfrm>
            <a:off x="5807946" y="3115735"/>
            <a:ext cx="4644000" cy="1697940"/>
          </a:xfrm>
        </p:spPr>
        <p:txBody>
          <a:bodyPr/>
          <a:lstStyle>
            <a:lvl1pPr>
              <a:defRPr baseline="0"/>
            </a:lvl1pPr>
            <a:lvl3pPr marL="2019996" indent="-457117">
              <a:buFont typeface="Arial"/>
              <a:buChar char="•"/>
              <a:defRPr/>
            </a:lvl3pPr>
            <a:lvl4pPr>
              <a:spcBef>
                <a:spcPts val="1104"/>
              </a:spcBef>
              <a:defRPr/>
            </a:lvl4pPr>
          </a:lstStyle>
          <a:p>
            <a:pPr lvl="0"/>
            <a:r>
              <a:rPr lang="en-CA" dirty="0"/>
              <a:t>Click to edit content. Use this slide for very brief points about one subject</a:t>
            </a:r>
          </a:p>
        </p:txBody>
      </p:sp>
      <p:sp>
        <p:nvSpPr>
          <p:cNvPr id="10" name="Text Placeholder 5"/>
          <p:cNvSpPr>
            <a:spLocks noGrp="1"/>
          </p:cNvSpPr>
          <p:nvPr>
            <p:ph type="body" sz="quarter" idx="17" hasCustomPrompt="1"/>
          </p:nvPr>
        </p:nvSpPr>
        <p:spPr>
          <a:xfrm>
            <a:off x="10786183" y="3115735"/>
            <a:ext cx="4673448" cy="1697940"/>
          </a:xfrm>
        </p:spPr>
        <p:txBody>
          <a:bodyPr/>
          <a:lstStyle>
            <a:lvl1pPr>
              <a:defRPr baseline="0"/>
            </a:lvl1pPr>
            <a:lvl3pPr marL="2019996" indent="-457117">
              <a:buFont typeface="Arial"/>
              <a:buChar char="•"/>
              <a:defRPr/>
            </a:lvl3pPr>
            <a:lvl4pPr>
              <a:spcBef>
                <a:spcPts val="1104"/>
              </a:spcBef>
              <a:defRPr/>
            </a:lvl4pPr>
          </a:lstStyle>
          <a:p>
            <a:pPr lvl="0"/>
            <a:r>
              <a:rPr lang="en-CA" dirty="0"/>
              <a:t>Click to edit content. Use this slide for very brief points about one subject</a:t>
            </a:r>
          </a:p>
        </p:txBody>
      </p:sp>
      <p:sp>
        <p:nvSpPr>
          <p:cNvPr id="11" name="Text Placeholder 5"/>
          <p:cNvSpPr>
            <a:spLocks noGrp="1"/>
          </p:cNvSpPr>
          <p:nvPr>
            <p:ph type="body" sz="quarter" idx="18" hasCustomPrompt="1"/>
          </p:nvPr>
        </p:nvSpPr>
        <p:spPr>
          <a:xfrm>
            <a:off x="812883" y="5858409"/>
            <a:ext cx="4673340" cy="1681532"/>
          </a:xfrm>
        </p:spPr>
        <p:txBody>
          <a:bodyPr/>
          <a:lstStyle>
            <a:lvl1pPr>
              <a:defRPr baseline="0"/>
            </a:lvl1pPr>
            <a:lvl3pPr marL="2019996" indent="-457117">
              <a:buFont typeface="Arial"/>
              <a:buChar char="•"/>
              <a:defRPr/>
            </a:lvl3pPr>
            <a:lvl4pPr>
              <a:spcBef>
                <a:spcPts val="1104"/>
              </a:spcBef>
              <a:defRPr/>
            </a:lvl4pPr>
          </a:lstStyle>
          <a:p>
            <a:pPr lvl="0"/>
            <a:r>
              <a:rPr lang="en-CA" dirty="0"/>
              <a:t>Click to edit content. Use this slide for very brief points about one subject.</a:t>
            </a:r>
          </a:p>
        </p:txBody>
      </p:sp>
      <p:sp>
        <p:nvSpPr>
          <p:cNvPr id="12" name="Text Placeholder 5"/>
          <p:cNvSpPr>
            <a:spLocks noGrp="1"/>
          </p:cNvSpPr>
          <p:nvPr>
            <p:ph type="body" sz="quarter" idx="19" hasCustomPrompt="1"/>
          </p:nvPr>
        </p:nvSpPr>
        <p:spPr>
          <a:xfrm>
            <a:off x="5807946" y="5858409"/>
            <a:ext cx="4644000" cy="1681532"/>
          </a:xfrm>
        </p:spPr>
        <p:txBody>
          <a:bodyPr/>
          <a:lstStyle>
            <a:lvl1pPr>
              <a:defRPr baseline="0"/>
            </a:lvl1pPr>
            <a:lvl3pPr marL="2019996" indent="-457117">
              <a:buFont typeface="Arial"/>
              <a:buChar char="•"/>
              <a:defRPr/>
            </a:lvl3pPr>
            <a:lvl4pPr>
              <a:spcBef>
                <a:spcPts val="1104"/>
              </a:spcBef>
              <a:defRPr/>
            </a:lvl4pPr>
          </a:lstStyle>
          <a:p>
            <a:pPr lvl="0"/>
            <a:r>
              <a:rPr lang="en-CA" dirty="0"/>
              <a:t>Click to edit content. Use this slide for very brief points about one subject</a:t>
            </a:r>
          </a:p>
        </p:txBody>
      </p:sp>
      <p:sp>
        <p:nvSpPr>
          <p:cNvPr id="13" name="Text Placeholder 5"/>
          <p:cNvSpPr>
            <a:spLocks noGrp="1"/>
          </p:cNvSpPr>
          <p:nvPr>
            <p:ph type="body" sz="quarter" idx="20" hasCustomPrompt="1"/>
          </p:nvPr>
        </p:nvSpPr>
        <p:spPr>
          <a:xfrm>
            <a:off x="10786183" y="5858409"/>
            <a:ext cx="4673448" cy="1681532"/>
          </a:xfrm>
        </p:spPr>
        <p:txBody>
          <a:bodyPr/>
          <a:lstStyle>
            <a:lvl1pPr>
              <a:defRPr baseline="0"/>
            </a:lvl1pPr>
            <a:lvl3pPr marL="2019996" indent="-457117">
              <a:buFont typeface="Arial"/>
              <a:buChar char="•"/>
              <a:defRPr/>
            </a:lvl3pPr>
            <a:lvl4pPr>
              <a:spcBef>
                <a:spcPts val="1104"/>
              </a:spcBef>
              <a:defRPr/>
            </a:lvl4pPr>
          </a:lstStyle>
          <a:p>
            <a:pPr lvl="0"/>
            <a:r>
              <a:rPr lang="en-CA" dirty="0"/>
              <a:t>Click to edit content. Use this slide for very brief points about one subject</a:t>
            </a:r>
          </a:p>
        </p:txBody>
      </p:sp>
      <p:sp>
        <p:nvSpPr>
          <p:cNvPr id="17" name="Text Placeholder 6"/>
          <p:cNvSpPr>
            <a:spLocks noGrp="1"/>
          </p:cNvSpPr>
          <p:nvPr>
            <p:ph type="body" sz="quarter" idx="21" hasCustomPrompt="1"/>
          </p:nvPr>
        </p:nvSpPr>
        <p:spPr>
          <a:xfrm>
            <a:off x="812885" y="2405063"/>
            <a:ext cx="4673338" cy="710671"/>
          </a:xfrm>
        </p:spPr>
        <p:txBody>
          <a:bodyPr/>
          <a:lstStyle>
            <a:lvl1pPr>
              <a:defRPr b="1">
                <a:solidFill>
                  <a:srgbClr val="599A83"/>
                </a:solidFill>
              </a:defRPr>
            </a:lvl1pPr>
          </a:lstStyle>
          <a:p>
            <a:pPr lvl="0"/>
            <a:r>
              <a:rPr lang="en-CA" dirty="0"/>
              <a:t>Subtitle</a:t>
            </a:r>
          </a:p>
        </p:txBody>
      </p:sp>
      <p:sp>
        <p:nvSpPr>
          <p:cNvPr id="18" name="Text Placeholder 6"/>
          <p:cNvSpPr>
            <a:spLocks noGrp="1"/>
          </p:cNvSpPr>
          <p:nvPr>
            <p:ph type="body" sz="quarter" idx="22" hasCustomPrompt="1"/>
          </p:nvPr>
        </p:nvSpPr>
        <p:spPr>
          <a:xfrm>
            <a:off x="5807946" y="2405063"/>
            <a:ext cx="4644000" cy="710671"/>
          </a:xfrm>
        </p:spPr>
        <p:txBody>
          <a:bodyPr/>
          <a:lstStyle>
            <a:lvl1pPr>
              <a:defRPr b="1">
                <a:solidFill>
                  <a:srgbClr val="599A83"/>
                </a:solidFill>
              </a:defRPr>
            </a:lvl1pPr>
          </a:lstStyle>
          <a:p>
            <a:pPr lvl="0"/>
            <a:r>
              <a:rPr lang="en-CA" dirty="0"/>
              <a:t>Subtitle</a:t>
            </a:r>
          </a:p>
        </p:txBody>
      </p:sp>
      <p:sp>
        <p:nvSpPr>
          <p:cNvPr id="19" name="Text Placeholder 6"/>
          <p:cNvSpPr>
            <a:spLocks noGrp="1"/>
          </p:cNvSpPr>
          <p:nvPr>
            <p:ph type="body" sz="quarter" idx="23" hasCustomPrompt="1"/>
          </p:nvPr>
        </p:nvSpPr>
        <p:spPr>
          <a:xfrm>
            <a:off x="10786185" y="2405063"/>
            <a:ext cx="4673338" cy="710671"/>
          </a:xfrm>
        </p:spPr>
        <p:txBody>
          <a:bodyPr/>
          <a:lstStyle>
            <a:lvl1pPr>
              <a:defRPr b="1">
                <a:solidFill>
                  <a:srgbClr val="599A83"/>
                </a:solidFill>
              </a:defRPr>
            </a:lvl1pPr>
          </a:lstStyle>
          <a:p>
            <a:pPr lvl="0"/>
            <a:r>
              <a:rPr lang="en-CA" dirty="0"/>
              <a:t>Subtitle</a:t>
            </a:r>
          </a:p>
        </p:txBody>
      </p:sp>
      <p:sp>
        <p:nvSpPr>
          <p:cNvPr id="20" name="Text Placeholder 6"/>
          <p:cNvSpPr>
            <a:spLocks noGrp="1"/>
          </p:cNvSpPr>
          <p:nvPr>
            <p:ph type="body" sz="quarter" idx="24" hasCustomPrompt="1"/>
          </p:nvPr>
        </p:nvSpPr>
        <p:spPr>
          <a:xfrm>
            <a:off x="812885" y="5147738"/>
            <a:ext cx="4673338" cy="710671"/>
          </a:xfrm>
        </p:spPr>
        <p:txBody>
          <a:bodyPr/>
          <a:lstStyle>
            <a:lvl1pPr>
              <a:defRPr b="1">
                <a:solidFill>
                  <a:srgbClr val="599A83"/>
                </a:solidFill>
              </a:defRPr>
            </a:lvl1pPr>
          </a:lstStyle>
          <a:p>
            <a:pPr lvl="0"/>
            <a:r>
              <a:rPr lang="en-CA" dirty="0"/>
              <a:t>Subtitle</a:t>
            </a:r>
          </a:p>
        </p:txBody>
      </p:sp>
      <p:sp>
        <p:nvSpPr>
          <p:cNvPr id="21" name="Text Placeholder 6"/>
          <p:cNvSpPr>
            <a:spLocks noGrp="1"/>
          </p:cNvSpPr>
          <p:nvPr>
            <p:ph type="body" sz="quarter" idx="25" hasCustomPrompt="1"/>
          </p:nvPr>
        </p:nvSpPr>
        <p:spPr>
          <a:xfrm>
            <a:off x="5807946" y="5147738"/>
            <a:ext cx="4644000" cy="710671"/>
          </a:xfrm>
        </p:spPr>
        <p:txBody>
          <a:bodyPr/>
          <a:lstStyle>
            <a:lvl1pPr>
              <a:defRPr b="1">
                <a:solidFill>
                  <a:srgbClr val="599A83"/>
                </a:solidFill>
              </a:defRPr>
            </a:lvl1pPr>
          </a:lstStyle>
          <a:p>
            <a:pPr lvl="0"/>
            <a:r>
              <a:rPr lang="en-CA" dirty="0"/>
              <a:t>Subtitle</a:t>
            </a:r>
          </a:p>
        </p:txBody>
      </p:sp>
      <p:sp>
        <p:nvSpPr>
          <p:cNvPr id="22" name="Text Placeholder 6"/>
          <p:cNvSpPr>
            <a:spLocks noGrp="1"/>
          </p:cNvSpPr>
          <p:nvPr>
            <p:ph type="body" sz="quarter" idx="26" hasCustomPrompt="1"/>
          </p:nvPr>
        </p:nvSpPr>
        <p:spPr>
          <a:xfrm>
            <a:off x="10786185" y="5147738"/>
            <a:ext cx="4673338" cy="710671"/>
          </a:xfrm>
        </p:spPr>
        <p:txBody>
          <a:bodyPr/>
          <a:lstStyle>
            <a:lvl1pPr>
              <a:defRPr b="1">
                <a:solidFill>
                  <a:srgbClr val="599A83"/>
                </a:solidFill>
              </a:defRPr>
            </a:lvl1pPr>
          </a:lstStyle>
          <a:p>
            <a:pPr lvl="0"/>
            <a:r>
              <a:rPr lang="en-CA" dirty="0"/>
              <a:t>Subtitle</a:t>
            </a:r>
          </a:p>
        </p:txBody>
      </p:sp>
      <p:pic>
        <p:nvPicPr>
          <p:cNvPr id="23" name="Picture 22"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8331202"/>
            <a:ext cx="16256000" cy="819343"/>
          </a:xfrm>
          <a:prstGeom prst="rect">
            <a:avLst/>
          </a:prstGeom>
        </p:spPr>
      </p:pic>
      <p:pic>
        <p:nvPicPr>
          <p:cNvPr id="24" name="Picture 23"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20" y="8595469"/>
            <a:ext cx="394669" cy="290809"/>
          </a:xfrm>
          <a:prstGeom prst="rect">
            <a:avLst/>
          </a:prstGeom>
        </p:spPr>
      </p:pic>
      <p:sp>
        <p:nvSpPr>
          <p:cNvPr id="25" name="Slide Number Placeholder 8"/>
          <p:cNvSpPr>
            <a:spLocks noGrp="1"/>
          </p:cNvSpPr>
          <p:nvPr>
            <p:ph type="sldNum" sz="quarter" idx="27"/>
          </p:nvPr>
        </p:nvSpPr>
        <p:spPr>
          <a:xfrm>
            <a:off x="199081" y="8497455"/>
            <a:ext cx="529133" cy="486836"/>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423142587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Col Bulk Content w/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3" y="768367"/>
            <a:ext cx="9475914" cy="1335973"/>
          </a:xfrm>
        </p:spPr>
        <p:txBody>
          <a:bodyPr anchor="t">
            <a:noAutofit/>
          </a:bodyPr>
          <a:lstStyle>
            <a:lvl1pPr>
              <a:defRPr sz="4800" b="1" baseline="0">
                <a:solidFill>
                  <a:srgbClr val="00673E"/>
                </a:solidFill>
              </a:defRPr>
            </a:lvl1pPr>
          </a:lstStyle>
          <a:p>
            <a:r>
              <a:rPr lang="en-CA" dirty="0"/>
              <a:t>This is a 1-column bulk content slide for long content.</a:t>
            </a:r>
            <a:endParaRPr lang="en-US" dirty="0"/>
          </a:p>
        </p:txBody>
      </p:sp>
      <p:sp>
        <p:nvSpPr>
          <p:cNvPr id="12" name="Text Placeholder 5"/>
          <p:cNvSpPr>
            <a:spLocks noGrp="1"/>
          </p:cNvSpPr>
          <p:nvPr>
            <p:ph type="body" sz="quarter" idx="15" hasCustomPrompt="1"/>
          </p:nvPr>
        </p:nvSpPr>
        <p:spPr>
          <a:xfrm>
            <a:off x="812883" y="2404536"/>
            <a:ext cx="11615780" cy="5130800"/>
          </a:xfrm>
        </p:spPr>
        <p:txBody>
          <a:bodyPr/>
          <a:lstStyle>
            <a:lvl1pPr>
              <a:spcBef>
                <a:spcPts val="1705"/>
              </a:spcBef>
              <a:defRPr sz="2100" baseline="0"/>
            </a:lvl1pPr>
            <a:lvl2pPr>
              <a:defRPr sz="2100"/>
            </a:lvl2pPr>
            <a:lvl3pPr marL="2019996" indent="-457117">
              <a:buFont typeface="Arial"/>
              <a:buChar char="•"/>
              <a:defRPr sz="2100"/>
            </a:lvl3pPr>
            <a:lvl4pPr>
              <a:spcBef>
                <a:spcPts val="900"/>
              </a:spcBef>
              <a:defRPr sz="1600">
                <a:solidFill>
                  <a:srgbClr val="599A83"/>
                </a:solidFill>
              </a:defRPr>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9"/>
          <p:cNvSpPr>
            <a:spLocks noGrp="1"/>
          </p:cNvSpPr>
          <p:nvPr>
            <p:ph type="body" sz="quarter" idx="14" hasCustomPrompt="1"/>
          </p:nvPr>
        </p:nvSpPr>
        <p:spPr>
          <a:xfrm>
            <a:off x="13104842" y="735010"/>
            <a:ext cx="2339870" cy="6800324"/>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pic>
        <p:nvPicPr>
          <p:cNvPr id="13" name="Picture 12"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8331202"/>
            <a:ext cx="16256000" cy="819343"/>
          </a:xfrm>
          <a:prstGeom prst="rect">
            <a:avLst/>
          </a:prstGeom>
        </p:spPr>
      </p:pic>
      <p:pic>
        <p:nvPicPr>
          <p:cNvPr id="14" name="Picture 13"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20" y="8595469"/>
            <a:ext cx="394669" cy="290809"/>
          </a:xfrm>
          <a:prstGeom prst="rect">
            <a:avLst/>
          </a:prstGeom>
        </p:spPr>
      </p:pic>
      <p:sp>
        <p:nvSpPr>
          <p:cNvPr id="15" name="Slide Number Placeholder 8"/>
          <p:cNvSpPr>
            <a:spLocks noGrp="1"/>
          </p:cNvSpPr>
          <p:nvPr>
            <p:ph type="sldNum" sz="quarter" idx="19"/>
          </p:nvPr>
        </p:nvSpPr>
        <p:spPr>
          <a:xfrm>
            <a:off x="199081" y="8497455"/>
            <a:ext cx="529133" cy="486836"/>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58670292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Col Bulk Content, No Title">
    <p:bg>
      <p:bgPr>
        <a:solidFill>
          <a:schemeClr val="bg1"/>
        </a:solidFill>
        <a:effectLst/>
      </p:bgPr>
    </p:bg>
    <p:spTree>
      <p:nvGrpSpPr>
        <p:cNvPr id="1" name=""/>
        <p:cNvGrpSpPr/>
        <p:nvPr/>
      </p:nvGrpSpPr>
      <p:grpSpPr>
        <a:xfrm>
          <a:off x="0" y="0"/>
          <a:ext cx="0" cy="0"/>
          <a:chOff x="0" y="0"/>
          <a:chExt cx="0" cy="0"/>
        </a:xfrm>
      </p:grpSpPr>
      <p:sp>
        <p:nvSpPr>
          <p:cNvPr id="11" name="Text Placeholder 5"/>
          <p:cNvSpPr>
            <a:spLocks noGrp="1"/>
          </p:cNvSpPr>
          <p:nvPr>
            <p:ph type="body" sz="quarter" idx="15" hasCustomPrompt="1"/>
          </p:nvPr>
        </p:nvSpPr>
        <p:spPr>
          <a:xfrm>
            <a:off x="812883" y="660400"/>
            <a:ext cx="11615780" cy="6874937"/>
          </a:xfrm>
        </p:spPr>
        <p:txBody>
          <a:bodyPr/>
          <a:lstStyle>
            <a:lvl1pPr>
              <a:spcBef>
                <a:spcPts val="1705"/>
              </a:spcBef>
              <a:defRPr sz="2100" baseline="0"/>
            </a:lvl1pPr>
            <a:lvl2pPr>
              <a:defRPr sz="2100"/>
            </a:lvl2pPr>
            <a:lvl3pPr marL="2019996" indent="-457117">
              <a:buFont typeface="Arial"/>
              <a:buChar char="•"/>
              <a:defRPr sz="2100"/>
            </a:lvl3pPr>
            <a:lvl4pPr>
              <a:spcBef>
                <a:spcPts val="900"/>
              </a:spcBef>
              <a:defRPr sz="1600">
                <a:solidFill>
                  <a:srgbClr val="599A83"/>
                </a:solidFill>
              </a:defRPr>
            </a:lvl4pPr>
          </a:lstStyle>
          <a:p>
            <a:pPr lvl="0"/>
            <a:r>
              <a:rPr lang="en-CA" dirty="0"/>
              <a:t>This is a 1-column bulk content slide without a title. 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3" name="Text Placeholder 9"/>
          <p:cNvSpPr>
            <a:spLocks noGrp="1"/>
          </p:cNvSpPr>
          <p:nvPr>
            <p:ph type="body" sz="quarter" idx="14" hasCustomPrompt="1"/>
          </p:nvPr>
        </p:nvSpPr>
        <p:spPr>
          <a:xfrm>
            <a:off x="13104842" y="735010"/>
            <a:ext cx="2339870" cy="6800324"/>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pic>
        <p:nvPicPr>
          <p:cNvPr id="14" name="Picture 13"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8331202"/>
            <a:ext cx="16256000" cy="819343"/>
          </a:xfrm>
          <a:prstGeom prst="rect">
            <a:avLst/>
          </a:prstGeom>
        </p:spPr>
      </p:pic>
      <p:pic>
        <p:nvPicPr>
          <p:cNvPr id="15" name="Picture 14"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20" y="8595469"/>
            <a:ext cx="394669" cy="290809"/>
          </a:xfrm>
          <a:prstGeom prst="rect">
            <a:avLst/>
          </a:prstGeom>
        </p:spPr>
      </p:pic>
      <p:sp>
        <p:nvSpPr>
          <p:cNvPr id="16" name="Slide Number Placeholder 8"/>
          <p:cNvSpPr>
            <a:spLocks noGrp="1"/>
          </p:cNvSpPr>
          <p:nvPr>
            <p:ph type="sldNum" sz="quarter" idx="19"/>
          </p:nvPr>
        </p:nvSpPr>
        <p:spPr>
          <a:xfrm>
            <a:off x="199081" y="8497455"/>
            <a:ext cx="529133" cy="486836"/>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93093026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2-Col Bulk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3" y="768367"/>
            <a:ext cx="9475914" cy="1335973"/>
          </a:xfrm>
        </p:spPr>
        <p:txBody>
          <a:bodyPr anchor="t">
            <a:noAutofit/>
          </a:bodyPr>
          <a:lstStyle>
            <a:lvl1pPr>
              <a:defRPr sz="4800" b="1" baseline="0">
                <a:solidFill>
                  <a:srgbClr val="00673E"/>
                </a:solidFill>
              </a:defRPr>
            </a:lvl1pPr>
          </a:lstStyle>
          <a:p>
            <a:r>
              <a:rPr lang="en-CA" dirty="0"/>
              <a:t>This is a 2-column bulk content slide for long content.</a:t>
            </a:r>
            <a:endParaRPr lang="en-US" dirty="0"/>
          </a:p>
        </p:txBody>
      </p:sp>
      <p:sp>
        <p:nvSpPr>
          <p:cNvPr id="12" name="Text Placeholder 5"/>
          <p:cNvSpPr>
            <a:spLocks noGrp="1"/>
          </p:cNvSpPr>
          <p:nvPr>
            <p:ph type="body" sz="quarter" idx="15" hasCustomPrompt="1"/>
          </p:nvPr>
        </p:nvSpPr>
        <p:spPr>
          <a:xfrm>
            <a:off x="812884" y="3115734"/>
            <a:ext cx="7162458" cy="4419601"/>
          </a:xfrm>
        </p:spPr>
        <p:txBody>
          <a:bodyPr/>
          <a:lstStyle>
            <a:lvl1pPr>
              <a:spcBef>
                <a:spcPts val="1705"/>
              </a:spcBef>
              <a:defRPr sz="2100" baseline="0"/>
            </a:lvl1pPr>
            <a:lvl2pPr>
              <a:defRPr sz="2100"/>
            </a:lvl2pPr>
            <a:lvl3pPr marL="2019996" indent="-457117">
              <a:buFont typeface="Arial"/>
              <a:buChar char="•"/>
              <a:defRPr sz="2100"/>
            </a:lvl3pPr>
            <a:lvl4pPr>
              <a:spcBef>
                <a:spcPts val="900"/>
              </a:spcBef>
              <a:defRPr sz="16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4" name="Text Placeholder 5"/>
          <p:cNvSpPr>
            <a:spLocks noGrp="1"/>
          </p:cNvSpPr>
          <p:nvPr>
            <p:ph type="body" sz="quarter" idx="18" hasCustomPrompt="1"/>
          </p:nvPr>
        </p:nvSpPr>
        <p:spPr>
          <a:xfrm>
            <a:off x="8297170" y="3115734"/>
            <a:ext cx="7147539" cy="4419601"/>
          </a:xfrm>
        </p:spPr>
        <p:txBody>
          <a:bodyPr/>
          <a:lstStyle>
            <a:lvl1pPr>
              <a:spcBef>
                <a:spcPts val="1705"/>
              </a:spcBef>
              <a:defRPr sz="2100" baseline="0"/>
            </a:lvl1pPr>
            <a:lvl2pPr>
              <a:defRPr sz="2100"/>
            </a:lvl2pPr>
            <a:lvl3pPr marL="2019996" indent="-457117">
              <a:buFont typeface="Arial"/>
              <a:buChar char="•"/>
              <a:defRPr sz="2100"/>
            </a:lvl3pPr>
            <a:lvl4pPr>
              <a:spcBef>
                <a:spcPts val="900"/>
              </a:spcBef>
              <a:defRPr sz="16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5" name="Text Placeholder 6"/>
          <p:cNvSpPr>
            <a:spLocks noGrp="1"/>
          </p:cNvSpPr>
          <p:nvPr>
            <p:ph type="body" sz="quarter" idx="21" hasCustomPrompt="1"/>
          </p:nvPr>
        </p:nvSpPr>
        <p:spPr>
          <a:xfrm>
            <a:off x="812883" y="2405063"/>
            <a:ext cx="7162458" cy="710671"/>
          </a:xfrm>
        </p:spPr>
        <p:txBody>
          <a:bodyPr/>
          <a:lstStyle>
            <a:lvl1pPr>
              <a:defRPr sz="2100"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8297170" y="2405063"/>
            <a:ext cx="7147539" cy="710671"/>
          </a:xfrm>
        </p:spPr>
        <p:txBody>
          <a:bodyPr/>
          <a:lstStyle>
            <a:lvl1pPr>
              <a:defRPr sz="2100" b="1">
                <a:solidFill>
                  <a:srgbClr val="599A83"/>
                </a:solidFill>
              </a:defRPr>
            </a:lvl1pPr>
          </a:lstStyle>
          <a:p>
            <a:pPr lvl="0"/>
            <a:r>
              <a:rPr lang="en-CA" dirty="0"/>
              <a:t>Bulk content columns always have subtitles</a:t>
            </a:r>
          </a:p>
        </p:txBody>
      </p:sp>
      <p:pic>
        <p:nvPicPr>
          <p:cNvPr id="17" name="Picture 16"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8331202"/>
            <a:ext cx="16256000" cy="819343"/>
          </a:xfrm>
          <a:prstGeom prst="rect">
            <a:avLst/>
          </a:prstGeom>
        </p:spPr>
      </p:pic>
      <p:pic>
        <p:nvPicPr>
          <p:cNvPr id="18" name="Picture 17"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20" y="8595469"/>
            <a:ext cx="394669" cy="290809"/>
          </a:xfrm>
          <a:prstGeom prst="rect">
            <a:avLst/>
          </a:prstGeom>
        </p:spPr>
      </p:pic>
      <p:sp>
        <p:nvSpPr>
          <p:cNvPr id="19" name="Slide Number Placeholder 8"/>
          <p:cNvSpPr>
            <a:spLocks noGrp="1"/>
          </p:cNvSpPr>
          <p:nvPr>
            <p:ph type="sldNum" sz="quarter" idx="19"/>
          </p:nvPr>
        </p:nvSpPr>
        <p:spPr>
          <a:xfrm>
            <a:off x="199081" y="8497455"/>
            <a:ext cx="529133" cy="486836"/>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87092360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3-Col Bulk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3" y="768367"/>
            <a:ext cx="9475914" cy="1335973"/>
          </a:xfrm>
        </p:spPr>
        <p:txBody>
          <a:bodyPr anchor="t">
            <a:noAutofit/>
          </a:bodyPr>
          <a:lstStyle>
            <a:lvl1pPr>
              <a:defRPr sz="4800" b="1" baseline="0">
                <a:solidFill>
                  <a:srgbClr val="00673E"/>
                </a:solidFill>
              </a:defRPr>
            </a:lvl1pPr>
          </a:lstStyle>
          <a:p>
            <a:r>
              <a:rPr lang="en-CA" dirty="0"/>
              <a:t>This is a 3-column bulk content slide for long content.</a:t>
            </a:r>
            <a:endParaRPr lang="en-US" dirty="0"/>
          </a:p>
        </p:txBody>
      </p:sp>
      <p:sp>
        <p:nvSpPr>
          <p:cNvPr id="12" name="Text Placeholder 5"/>
          <p:cNvSpPr>
            <a:spLocks noGrp="1"/>
          </p:cNvSpPr>
          <p:nvPr>
            <p:ph type="body" sz="quarter" idx="15" hasCustomPrompt="1"/>
          </p:nvPr>
        </p:nvSpPr>
        <p:spPr>
          <a:xfrm>
            <a:off x="812883" y="3115734"/>
            <a:ext cx="4673340" cy="4419601"/>
          </a:xfrm>
        </p:spPr>
        <p:txBody>
          <a:bodyPr/>
          <a:lstStyle>
            <a:lvl1pPr>
              <a:spcBef>
                <a:spcPts val="1705"/>
              </a:spcBef>
              <a:defRPr sz="2100" baseline="0"/>
            </a:lvl1pPr>
            <a:lvl2pPr>
              <a:defRPr sz="2100"/>
            </a:lvl2pPr>
            <a:lvl3pPr marL="2019996" indent="-457117">
              <a:buFont typeface="Arial"/>
              <a:buChar char="•"/>
              <a:defRPr sz="2100"/>
            </a:lvl3pPr>
            <a:lvl4pPr>
              <a:spcBef>
                <a:spcPts val="900"/>
              </a:spcBef>
              <a:defRPr sz="16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4" name="Text Placeholder 5"/>
          <p:cNvSpPr>
            <a:spLocks noGrp="1"/>
          </p:cNvSpPr>
          <p:nvPr>
            <p:ph type="body" sz="quarter" idx="18" hasCustomPrompt="1"/>
          </p:nvPr>
        </p:nvSpPr>
        <p:spPr>
          <a:xfrm>
            <a:off x="10786184" y="3115734"/>
            <a:ext cx="4658524" cy="4419601"/>
          </a:xfrm>
        </p:spPr>
        <p:txBody>
          <a:bodyPr/>
          <a:lstStyle>
            <a:lvl1pPr>
              <a:spcBef>
                <a:spcPts val="1705"/>
              </a:spcBef>
              <a:defRPr sz="2100" baseline="0"/>
            </a:lvl1pPr>
            <a:lvl2pPr>
              <a:defRPr sz="2100"/>
            </a:lvl2pPr>
            <a:lvl3pPr marL="2019996" indent="-457117">
              <a:buFont typeface="Arial"/>
              <a:buChar char="•"/>
              <a:defRPr sz="2100"/>
            </a:lvl3pPr>
            <a:lvl4pPr>
              <a:spcBef>
                <a:spcPts val="900"/>
              </a:spcBef>
              <a:defRPr sz="16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5" name="Text Placeholder 6"/>
          <p:cNvSpPr>
            <a:spLocks noGrp="1"/>
          </p:cNvSpPr>
          <p:nvPr>
            <p:ph type="body" sz="quarter" idx="21" hasCustomPrompt="1"/>
          </p:nvPr>
        </p:nvSpPr>
        <p:spPr>
          <a:xfrm>
            <a:off x="812885" y="2405063"/>
            <a:ext cx="4673338" cy="710671"/>
          </a:xfrm>
        </p:spPr>
        <p:txBody>
          <a:bodyPr/>
          <a:lstStyle>
            <a:lvl1pPr>
              <a:defRPr sz="2100"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10786183" y="2405063"/>
            <a:ext cx="4658524" cy="710671"/>
          </a:xfrm>
        </p:spPr>
        <p:txBody>
          <a:bodyPr/>
          <a:lstStyle>
            <a:lvl1pPr>
              <a:defRPr sz="2100" b="1">
                <a:solidFill>
                  <a:srgbClr val="599A83"/>
                </a:solidFill>
              </a:defRPr>
            </a:lvl1pPr>
          </a:lstStyle>
          <a:p>
            <a:pPr lvl="0"/>
            <a:r>
              <a:rPr lang="en-CA" dirty="0"/>
              <a:t>Bulk content columns always have subtitles</a:t>
            </a:r>
          </a:p>
        </p:txBody>
      </p:sp>
      <p:sp>
        <p:nvSpPr>
          <p:cNvPr id="17" name="Text Placeholder 5"/>
          <p:cNvSpPr>
            <a:spLocks noGrp="1"/>
          </p:cNvSpPr>
          <p:nvPr>
            <p:ph type="body" sz="quarter" idx="24" hasCustomPrompt="1"/>
          </p:nvPr>
        </p:nvSpPr>
        <p:spPr>
          <a:xfrm>
            <a:off x="5807947" y="3115734"/>
            <a:ext cx="4643999" cy="4419601"/>
          </a:xfrm>
        </p:spPr>
        <p:txBody>
          <a:bodyPr/>
          <a:lstStyle>
            <a:lvl1pPr>
              <a:spcBef>
                <a:spcPts val="1705"/>
              </a:spcBef>
              <a:defRPr sz="2100" baseline="0"/>
            </a:lvl1pPr>
            <a:lvl2pPr>
              <a:defRPr sz="2100"/>
            </a:lvl2pPr>
            <a:lvl3pPr marL="2019996" indent="-457117">
              <a:buFont typeface="Arial"/>
              <a:buChar char="•"/>
              <a:defRPr sz="2100"/>
            </a:lvl3pPr>
            <a:lvl4pPr>
              <a:spcBef>
                <a:spcPts val="900"/>
              </a:spcBef>
              <a:defRPr sz="16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8" name="Text Placeholder 6"/>
          <p:cNvSpPr>
            <a:spLocks noGrp="1"/>
          </p:cNvSpPr>
          <p:nvPr>
            <p:ph type="body" sz="quarter" idx="25" hasCustomPrompt="1"/>
          </p:nvPr>
        </p:nvSpPr>
        <p:spPr>
          <a:xfrm>
            <a:off x="5807945" y="2405063"/>
            <a:ext cx="4643999" cy="710671"/>
          </a:xfrm>
        </p:spPr>
        <p:txBody>
          <a:bodyPr/>
          <a:lstStyle>
            <a:lvl1pPr>
              <a:defRPr sz="2100" b="1">
                <a:solidFill>
                  <a:srgbClr val="599A83"/>
                </a:solidFill>
              </a:defRPr>
            </a:lvl1pPr>
          </a:lstStyle>
          <a:p>
            <a:pPr lvl="0"/>
            <a:r>
              <a:rPr lang="en-CA" dirty="0"/>
              <a:t>Bulk content columns always have subtitles</a:t>
            </a:r>
          </a:p>
        </p:txBody>
      </p:sp>
      <p:pic>
        <p:nvPicPr>
          <p:cNvPr id="19" name="Picture 18"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8331202"/>
            <a:ext cx="16256000" cy="819343"/>
          </a:xfrm>
          <a:prstGeom prst="rect">
            <a:avLst/>
          </a:prstGeom>
        </p:spPr>
      </p:pic>
      <p:pic>
        <p:nvPicPr>
          <p:cNvPr id="20" name="Picture 19"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20" y="8595469"/>
            <a:ext cx="394669" cy="290809"/>
          </a:xfrm>
          <a:prstGeom prst="rect">
            <a:avLst/>
          </a:prstGeom>
        </p:spPr>
      </p:pic>
      <p:sp>
        <p:nvSpPr>
          <p:cNvPr id="21" name="Slide Number Placeholder 8"/>
          <p:cNvSpPr>
            <a:spLocks noGrp="1"/>
          </p:cNvSpPr>
          <p:nvPr>
            <p:ph type="sldNum" sz="quarter" idx="19"/>
          </p:nvPr>
        </p:nvSpPr>
        <p:spPr>
          <a:xfrm>
            <a:off x="199081" y="8497455"/>
            <a:ext cx="529133" cy="486836"/>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325060488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6-Point Bulk Content">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30" hasCustomPrompt="1"/>
          </p:nvPr>
        </p:nvSpPr>
        <p:spPr>
          <a:xfrm>
            <a:off x="812883" y="5858407"/>
            <a:ext cx="4673340" cy="1697940"/>
          </a:xfrm>
        </p:spPr>
        <p:txBody>
          <a:bodyPr/>
          <a:lstStyle>
            <a:lvl1pPr>
              <a:spcBef>
                <a:spcPts val="1705"/>
              </a:spcBef>
              <a:defRPr sz="2100" baseline="0"/>
            </a:lvl1pPr>
            <a:lvl2pPr>
              <a:defRPr sz="2100"/>
            </a:lvl2pPr>
            <a:lvl3pPr marL="2019996" indent="-457117">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28" name="Text Placeholder 5"/>
          <p:cNvSpPr>
            <a:spLocks noGrp="1"/>
          </p:cNvSpPr>
          <p:nvPr>
            <p:ph type="body" sz="quarter" idx="31" hasCustomPrompt="1"/>
          </p:nvPr>
        </p:nvSpPr>
        <p:spPr>
          <a:xfrm>
            <a:off x="10786184" y="5858407"/>
            <a:ext cx="4658524" cy="1697940"/>
          </a:xfrm>
        </p:spPr>
        <p:txBody>
          <a:bodyPr/>
          <a:lstStyle>
            <a:lvl1pPr>
              <a:spcBef>
                <a:spcPts val="1705"/>
              </a:spcBef>
              <a:defRPr sz="2100" baseline="0"/>
            </a:lvl1pPr>
            <a:lvl2pPr>
              <a:defRPr sz="2100"/>
            </a:lvl2pPr>
            <a:lvl3pPr marL="2019996" indent="-457117">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29" name="Text Placeholder 6"/>
          <p:cNvSpPr>
            <a:spLocks noGrp="1"/>
          </p:cNvSpPr>
          <p:nvPr>
            <p:ph type="body" sz="quarter" idx="32" hasCustomPrompt="1"/>
          </p:nvPr>
        </p:nvSpPr>
        <p:spPr>
          <a:xfrm>
            <a:off x="812885" y="5147738"/>
            <a:ext cx="4673338" cy="710671"/>
          </a:xfrm>
        </p:spPr>
        <p:txBody>
          <a:bodyPr/>
          <a:lstStyle>
            <a:lvl1pPr>
              <a:defRPr sz="2100" b="1" baseline="0">
                <a:solidFill>
                  <a:srgbClr val="599A83"/>
                </a:solidFill>
              </a:defRPr>
            </a:lvl1pPr>
          </a:lstStyle>
          <a:p>
            <a:pPr lvl="0"/>
            <a:r>
              <a:rPr lang="en-CA" dirty="0"/>
              <a:t>Bulk content columns always have subtitles</a:t>
            </a:r>
          </a:p>
        </p:txBody>
      </p:sp>
      <p:sp>
        <p:nvSpPr>
          <p:cNvPr id="30" name="Text Placeholder 6"/>
          <p:cNvSpPr>
            <a:spLocks noGrp="1"/>
          </p:cNvSpPr>
          <p:nvPr>
            <p:ph type="body" sz="quarter" idx="33" hasCustomPrompt="1"/>
          </p:nvPr>
        </p:nvSpPr>
        <p:spPr>
          <a:xfrm>
            <a:off x="10786183" y="5147738"/>
            <a:ext cx="4658524" cy="710671"/>
          </a:xfrm>
        </p:spPr>
        <p:txBody>
          <a:bodyPr/>
          <a:lstStyle>
            <a:lvl1pPr>
              <a:defRPr sz="2100" b="1">
                <a:solidFill>
                  <a:srgbClr val="599A83"/>
                </a:solidFill>
              </a:defRPr>
            </a:lvl1pPr>
          </a:lstStyle>
          <a:p>
            <a:pPr lvl="0"/>
            <a:r>
              <a:rPr lang="en-CA" dirty="0"/>
              <a:t>Bulk content columns always have subtitles</a:t>
            </a:r>
          </a:p>
        </p:txBody>
      </p:sp>
      <p:sp>
        <p:nvSpPr>
          <p:cNvPr id="31" name="Text Placeholder 5"/>
          <p:cNvSpPr>
            <a:spLocks noGrp="1"/>
          </p:cNvSpPr>
          <p:nvPr>
            <p:ph type="body" sz="quarter" idx="34" hasCustomPrompt="1"/>
          </p:nvPr>
        </p:nvSpPr>
        <p:spPr>
          <a:xfrm>
            <a:off x="5807947" y="5858407"/>
            <a:ext cx="4643999" cy="1697940"/>
          </a:xfrm>
        </p:spPr>
        <p:txBody>
          <a:bodyPr/>
          <a:lstStyle>
            <a:lvl1pPr>
              <a:spcBef>
                <a:spcPts val="1705"/>
              </a:spcBef>
              <a:defRPr sz="2100" baseline="0"/>
            </a:lvl1pPr>
            <a:lvl2pPr>
              <a:defRPr sz="2100"/>
            </a:lvl2pPr>
            <a:lvl3pPr marL="2019996" indent="-457117">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32" name="Text Placeholder 6"/>
          <p:cNvSpPr>
            <a:spLocks noGrp="1"/>
          </p:cNvSpPr>
          <p:nvPr>
            <p:ph type="body" sz="quarter" idx="35" hasCustomPrompt="1"/>
          </p:nvPr>
        </p:nvSpPr>
        <p:spPr>
          <a:xfrm>
            <a:off x="5807945" y="5147738"/>
            <a:ext cx="4643999" cy="710671"/>
          </a:xfrm>
        </p:spPr>
        <p:txBody>
          <a:bodyPr/>
          <a:lstStyle>
            <a:lvl1pPr>
              <a:defRPr sz="2100" b="1">
                <a:solidFill>
                  <a:srgbClr val="599A83"/>
                </a:solidFill>
              </a:defRPr>
            </a:lvl1pPr>
          </a:lstStyle>
          <a:p>
            <a:pPr lvl="0"/>
            <a:r>
              <a:rPr lang="en-CA" dirty="0"/>
              <a:t>Bulk content columns always have subtitles</a:t>
            </a:r>
          </a:p>
        </p:txBody>
      </p:sp>
      <p:sp>
        <p:nvSpPr>
          <p:cNvPr id="2" name="Title 1"/>
          <p:cNvSpPr>
            <a:spLocks noGrp="1"/>
          </p:cNvSpPr>
          <p:nvPr>
            <p:ph type="title" hasCustomPrompt="1"/>
          </p:nvPr>
        </p:nvSpPr>
        <p:spPr>
          <a:xfrm>
            <a:off x="812883" y="768367"/>
            <a:ext cx="9475914" cy="1335973"/>
          </a:xfrm>
        </p:spPr>
        <p:txBody>
          <a:bodyPr anchor="t">
            <a:noAutofit/>
          </a:bodyPr>
          <a:lstStyle>
            <a:lvl1pPr>
              <a:defRPr sz="4800" b="1" baseline="0">
                <a:solidFill>
                  <a:srgbClr val="00673E"/>
                </a:solidFill>
              </a:defRPr>
            </a:lvl1pPr>
          </a:lstStyle>
          <a:p>
            <a:r>
              <a:rPr lang="en-CA" dirty="0"/>
              <a:t>This is a 6-point bulk content slide for long content.</a:t>
            </a:r>
            <a:endParaRPr lang="en-US" dirty="0"/>
          </a:p>
        </p:txBody>
      </p:sp>
      <p:sp>
        <p:nvSpPr>
          <p:cNvPr id="12" name="Text Placeholder 5"/>
          <p:cNvSpPr>
            <a:spLocks noGrp="1"/>
          </p:cNvSpPr>
          <p:nvPr>
            <p:ph type="body" sz="quarter" idx="15" hasCustomPrompt="1"/>
          </p:nvPr>
        </p:nvSpPr>
        <p:spPr>
          <a:xfrm>
            <a:off x="812883" y="3115735"/>
            <a:ext cx="4673340" cy="1697940"/>
          </a:xfrm>
        </p:spPr>
        <p:txBody>
          <a:bodyPr/>
          <a:lstStyle>
            <a:lvl1pPr>
              <a:spcBef>
                <a:spcPts val="1705"/>
              </a:spcBef>
              <a:defRPr sz="2100" baseline="0"/>
            </a:lvl1pPr>
            <a:lvl2pPr>
              <a:defRPr sz="2100"/>
            </a:lvl2pPr>
            <a:lvl3pPr marL="2019996" indent="-457117">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14" name="Text Placeholder 5"/>
          <p:cNvSpPr>
            <a:spLocks noGrp="1"/>
          </p:cNvSpPr>
          <p:nvPr>
            <p:ph type="body" sz="quarter" idx="18" hasCustomPrompt="1"/>
          </p:nvPr>
        </p:nvSpPr>
        <p:spPr>
          <a:xfrm>
            <a:off x="10786184" y="3115735"/>
            <a:ext cx="4658524" cy="1697940"/>
          </a:xfrm>
        </p:spPr>
        <p:txBody>
          <a:bodyPr/>
          <a:lstStyle>
            <a:lvl1pPr>
              <a:spcBef>
                <a:spcPts val="1705"/>
              </a:spcBef>
              <a:defRPr sz="2100" baseline="0"/>
            </a:lvl1pPr>
            <a:lvl2pPr>
              <a:defRPr sz="2100"/>
            </a:lvl2pPr>
            <a:lvl3pPr marL="2019996" indent="-457117">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15" name="Text Placeholder 6"/>
          <p:cNvSpPr>
            <a:spLocks noGrp="1"/>
          </p:cNvSpPr>
          <p:nvPr>
            <p:ph type="body" sz="quarter" idx="21" hasCustomPrompt="1"/>
          </p:nvPr>
        </p:nvSpPr>
        <p:spPr>
          <a:xfrm>
            <a:off x="812885" y="2405063"/>
            <a:ext cx="4673338" cy="710671"/>
          </a:xfrm>
        </p:spPr>
        <p:txBody>
          <a:bodyPr/>
          <a:lstStyle>
            <a:lvl1pPr>
              <a:defRPr sz="2100"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10786183" y="2405063"/>
            <a:ext cx="4658524" cy="710671"/>
          </a:xfrm>
        </p:spPr>
        <p:txBody>
          <a:bodyPr/>
          <a:lstStyle>
            <a:lvl1pPr>
              <a:defRPr sz="2100" b="1">
                <a:solidFill>
                  <a:srgbClr val="599A83"/>
                </a:solidFill>
              </a:defRPr>
            </a:lvl1pPr>
          </a:lstStyle>
          <a:p>
            <a:pPr lvl="0"/>
            <a:r>
              <a:rPr lang="en-CA" dirty="0"/>
              <a:t>Bulk content columns always have subtitles</a:t>
            </a:r>
          </a:p>
        </p:txBody>
      </p:sp>
      <p:sp>
        <p:nvSpPr>
          <p:cNvPr id="17" name="Text Placeholder 5"/>
          <p:cNvSpPr>
            <a:spLocks noGrp="1"/>
          </p:cNvSpPr>
          <p:nvPr>
            <p:ph type="body" sz="quarter" idx="24" hasCustomPrompt="1"/>
          </p:nvPr>
        </p:nvSpPr>
        <p:spPr>
          <a:xfrm>
            <a:off x="5807947" y="3115735"/>
            <a:ext cx="4643999" cy="1697940"/>
          </a:xfrm>
        </p:spPr>
        <p:txBody>
          <a:bodyPr/>
          <a:lstStyle>
            <a:lvl1pPr>
              <a:spcBef>
                <a:spcPts val="1705"/>
              </a:spcBef>
              <a:defRPr sz="2100" baseline="0"/>
            </a:lvl1pPr>
            <a:lvl2pPr>
              <a:defRPr sz="2100"/>
            </a:lvl2pPr>
            <a:lvl3pPr marL="2019996" indent="-457117">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18" name="Text Placeholder 6"/>
          <p:cNvSpPr>
            <a:spLocks noGrp="1"/>
          </p:cNvSpPr>
          <p:nvPr>
            <p:ph type="body" sz="quarter" idx="25" hasCustomPrompt="1"/>
          </p:nvPr>
        </p:nvSpPr>
        <p:spPr>
          <a:xfrm>
            <a:off x="5807945" y="2405063"/>
            <a:ext cx="4643999" cy="710671"/>
          </a:xfrm>
        </p:spPr>
        <p:txBody>
          <a:bodyPr/>
          <a:lstStyle>
            <a:lvl1pPr>
              <a:defRPr sz="2100" b="1">
                <a:solidFill>
                  <a:srgbClr val="599A83"/>
                </a:solidFill>
              </a:defRPr>
            </a:lvl1pPr>
          </a:lstStyle>
          <a:p>
            <a:pPr lvl="0"/>
            <a:r>
              <a:rPr lang="en-CA" dirty="0"/>
              <a:t>Bulk content columns always have subtitles</a:t>
            </a:r>
          </a:p>
        </p:txBody>
      </p:sp>
      <p:pic>
        <p:nvPicPr>
          <p:cNvPr id="33" name="Picture 32"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8331202"/>
            <a:ext cx="16256000" cy="819343"/>
          </a:xfrm>
          <a:prstGeom prst="rect">
            <a:avLst/>
          </a:prstGeom>
        </p:spPr>
      </p:pic>
      <p:pic>
        <p:nvPicPr>
          <p:cNvPr id="34" name="Picture 33"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20" y="8595469"/>
            <a:ext cx="394669" cy="290809"/>
          </a:xfrm>
          <a:prstGeom prst="rect">
            <a:avLst/>
          </a:prstGeom>
        </p:spPr>
      </p:pic>
      <p:sp>
        <p:nvSpPr>
          <p:cNvPr id="35" name="Slide Number Placeholder 8"/>
          <p:cNvSpPr>
            <a:spLocks noGrp="1"/>
          </p:cNvSpPr>
          <p:nvPr>
            <p:ph type="sldNum" sz="quarter" idx="19"/>
          </p:nvPr>
        </p:nvSpPr>
        <p:spPr>
          <a:xfrm>
            <a:off x="199081" y="8497455"/>
            <a:ext cx="529133" cy="486836"/>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85506348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Key Numbers Large">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812883" y="3860801"/>
            <a:ext cx="4673340" cy="3679140"/>
          </a:xfrm>
        </p:spPr>
        <p:txBody>
          <a:bodyPr/>
          <a:lstStyle>
            <a:lvl1pPr>
              <a:defRPr baseline="0"/>
            </a:lvl1pPr>
            <a:lvl3pPr marL="2019996" indent="-457117">
              <a:buFont typeface="Arial"/>
              <a:buChar char="•"/>
              <a:defRPr/>
            </a:lvl3pPr>
            <a:lvl4pPr>
              <a:spcBef>
                <a:spcPts val="1104"/>
              </a:spcBef>
              <a:defRPr/>
            </a:lvl4pPr>
          </a:lstStyle>
          <a:p>
            <a:pPr lvl="0"/>
            <a:r>
              <a:rPr lang="en-CA" dirty="0"/>
              <a:t>Click to edit content. Use this slide for very brief points about the figure above.</a:t>
            </a:r>
          </a:p>
        </p:txBody>
      </p:sp>
      <p:sp>
        <p:nvSpPr>
          <p:cNvPr id="23" name="Text Placeholder 5"/>
          <p:cNvSpPr>
            <a:spLocks noGrp="1"/>
          </p:cNvSpPr>
          <p:nvPr>
            <p:ph type="body" sz="quarter" idx="19" hasCustomPrompt="1"/>
          </p:nvPr>
        </p:nvSpPr>
        <p:spPr>
          <a:xfrm>
            <a:off x="5807946" y="3860801"/>
            <a:ext cx="4644000" cy="3679140"/>
          </a:xfrm>
        </p:spPr>
        <p:txBody>
          <a:bodyPr/>
          <a:lstStyle>
            <a:lvl1pPr>
              <a:defRPr baseline="0"/>
            </a:lvl1pPr>
            <a:lvl3pPr marL="2019996" indent="-457117">
              <a:buFont typeface="Arial"/>
              <a:buChar char="•"/>
              <a:defRPr/>
            </a:lvl3pPr>
            <a:lvl4pPr>
              <a:spcBef>
                <a:spcPts val="1104"/>
              </a:spcBef>
              <a:defRPr/>
            </a:lvl4pPr>
          </a:lstStyle>
          <a:p>
            <a:pPr lvl="0"/>
            <a:r>
              <a:rPr lang="en-CA" dirty="0"/>
              <a:t>Click to edit content. Use this slide for very brief points about the figure above.</a:t>
            </a:r>
          </a:p>
        </p:txBody>
      </p:sp>
      <p:sp>
        <p:nvSpPr>
          <p:cNvPr id="26" name="Text Placeholder 5"/>
          <p:cNvSpPr>
            <a:spLocks noGrp="1"/>
          </p:cNvSpPr>
          <p:nvPr>
            <p:ph type="body" sz="quarter" idx="23" hasCustomPrompt="1"/>
          </p:nvPr>
        </p:nvSpPr>
        <p:spPr>
          <a:xfrm>
            <a:off x="10786183" y="3860801"/>
            <a:ext cx="4673448" cy="3679140"/>
          </a:xfrm>
        </p:spPr>
        <p:txBody>
          <a:bodyPr/>
          <a:lstStyle>
            <a:lvl1pPr>
              <a:spcBef>
                <a:spcPts val="1600"/>
              </a:spcBef>
              <a:defRPr baseline="0"/>
            </a:lvl1pPr>
            <a:lvl3pPr marL="2019996" indent="-457117">
              <a:buFont typeface="Arial"/>
              <a:buChar char="•"/>
              <a:defRPr/>
            </a:lvl3pPr>
            <a:lvl4pPr>
              <a:spcBef>
                <a:spcPts val="1104"/>
              </a:spcBef>
              <a:defRPr/>
            </a:lvl4pPr>
          </a:lstStyle>
          <a:p>
            <a:pPr lvl="0"/>
            <a:r>
              <a:rPr lang="en-CA" dirty="0"/>
              <a:t>Click to edit content. Use this slide for very brief points about one the figure above.</a:t>
            </a:r>
          </a:p>
        </p:txBody>
      </p:sp>
      <p:sp>
        <p:nvSpPr>
          <p:cNvPr id="10" name="Text Placeholder 9"/>
          <p:cNvSpPr>
            <a:spLocks noGrp="1"/>
          </p:cNvSpPr>
          <p:nvPr>
            <p:ph type="body" sz="quarter" idx="16" hasCustomPrompt="1"/>
          </p:nvPr>
        </p:nvSpPr>
        <p:spPr>
          <a:xfrm>
            <a:off x="812883" y="2475442"/>
            <a:ext cx="4673340" cy="1226329"/>
          </a:xfrm>
        </p:spPr>
        <p:txBody>
          <a:bodyPr anchor="b"/>
          <a:lstStyle>
            <a:lvl1pPr>
              <a:lnSpc>
                <a:spcPct val="80000"/>
              </a:lnSpc>
              <a:defRPr sz="11197">
                <a:solidFill>
                  <a:srgbClr val="599A83"/>
                </a:solidFill>
              </a:defRPr>
            </a:lvl1pPr>
          </a:lstStyle>
          <a:p>
            <a:pPr lvl="0"/>
            <a:r>
              <a:rPr lang="en-CA" dirty="0"/>
              <a:t>##</a:t>
            </a:r>
          </a:p>
        </p:txBody>
      </p:sp>
      <p:sp>
        <p:nvSpPr>
          <p:cNvPr id="21" name="Text Placeholder 9"/>
          <p:cNvSpPr>
            <a:spLocks noGrp="1"/>
          </p:cNvSpPr>
          <p:nvPr>
            <p:ph type="body" sz="quarter" idx="20" hasCustomPrompt="1"/>
          </p:nvPr>
        </p:nvSpPr>
        <p:spPr>
          <a:xfrm>
            <a:off x="5807947" y="2475442"/>
            <a:ext cx="4643999" cy="1226329"/>
          </a:xfrm>
        </p:spPr>
        <p:txBody>
          <a:bodyPr anchor="b"/>
          <a:lstStyle>
            <a:lvl1pPr>
              <a:lnSpc>
                <a:spcPct val="80000"/>
              </a:lnSpc>
              <a:defRPr sz="11197">
                <a:solidFill>
                  <a:srgbClr val="599A83"/>
                </a:solidFill>
              </a:defRPr>
            </a:lvl1pPr>
          </a:lstStyle>
          <a:p>
            <a:pPr lvl="0"/>
            <a:r>
              <a:rPr lang="en-CA" dirty="0"/>
              <a:t>##%</a:t>
            </a:r>
          </a:p>
        </p:txBody>
      </p:sp>
      <p:sp>
        <p:nvSpPr>
          <p:cNvPr id="24" name="Text Placeholder 9"/>
          <p:cNvSpPr>
            <a:spLocks noGrp="1"/>
          </p:cNvSpPr>
          <p:nvPr>
            <p:ph type="body" sz="quarter" idx="22" hasCustomPrompt="1"/>
          </p:nvPr>
        </p:nvSpPr>
        <p:spPr>
          <a:xfrm>
            <a:off x="10786183" y="2475442"/>
            <a:ext cx="4673448" cy="1226329"/>
          </a:xfrm>
        </p:spPr>
        <p:txBody>
          <a:bodyPr anchor="b"/>
          <a:lstStyle>
            <a:lvl1pPr>
              <a:lnSpc>
                <a:spcPct val="80000"/>
              </a:lnSpc>
              <a:defRPr sz="11197">
                <a:solidFill>
                  <a:srgbClr val="599A83"/>
                </a:solidFill>
              </a:defRPr>
            </a:lvl1pPr>
          </a:lstStyle>
          <a:p>
            <a:pPr lvl="0"/>
            <a:r>
              <a:rPr lang="en-CA" dirty="0"/>
              <a:t>#,###</a:t>
            </a:r>
          </a:p>
        </p:txBody>
      </p:sp>
      <p:sp>
        <p:nvSpPr>
          <p:cNvPr id="28" name="Title 1"/>
          <p:cNvSpPr>
            <a:spLocks noGrp="1"/>
          </p:cNvSpPr>
          <p:nvPr>
            <p:ph type="title" hasCustomPrompt="1"/>
          </p:nvPr>
        </p:nvSpPr>
        <p:spPr>
          <a:xfrm>
            <a:off x="812883" y="768367"/>
            <a:ext cx="9475914" cy="1335973"/>
          </a:xfrm>
        </p:spPr>
        <p:txBody>
          <a:bodyPr anchor="t">
            <a:noAutofit/>
          </a:bodyPr>
          <a:lstStyle>
            <a:lvl1pPr>
              <a:defRPr sz="4800" b="1" baseline="0">
                <a:solidFill>
                  <a:srgbClr val="00673E"/>
                </a:solidFill>
              </a:defRPr>
            </a:lvl1pPr>
          </a:lstStyle>
          <a:p>
            <a:r>
              <a:rPr lang="en-CA" dirty="0"/>
              <a:t>This is a key numbers slide for short numbers.</a:t>
            </a:r>
            <a:endParaRPr lang="en-US" dirty="0"/>
          </a:p>
        </p:txBody>
      </p:sp>
      <p:pic>
        <p:nvPicPr>
          <p:cNvPr id="33" name="Picture 32"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8331202"/>
            <a:ext cx="16256000" cy="819343"/>
          </a:xfrm>
          <a:prstGeom prst="rect">
            <a:avLst/>
          </a:prstGeom>
        </p:spPr>
      </p:pic>
      <p:pic>
        <p:nvPicPr>
          <p:cNvPr id="34" name="Picture 33"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20" y="8595469"/>
            <a:ext cx="394669" cy="290809"/>
          </a:xfrm>
          <a:prstGeom prst="rect">
            <a:avLst/>
          </a:prstGeom>
        </p:spPr>
      </p:pic>
      <p:sp>
        <p:nvSpPr>
          <p:cNvPr id="35" name="Slide Number Placeholder 8"/>
          <p:cNvSpPr>
            <a:spLocks noGrp="1"/>
          </p:cNvSpPr>
          <p:nvPr>
            <p:ph type="sldNum" sz="quarter" idx="24"/>
          </p:nvPr>
        </p:nvSpPr>
        <p:spPr>
          <a:xfrm>
            <a:off x="199081" y="8497455"/>
            <a:ext cx="529133" cy="486836"/>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304068232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Key Numbers Medium">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812883" y="3701772"/>
            <a:ext cx="4673340" cy="3838169"/>
          </a:xfrm>
        </p:spPr>
        <p:txBody>
          <a:bodyPr/>
          <a:lstStyle>
            <a:lvl1pPr>
              <a:defRPr baseline="0"/>
            </a:lvl1pPr>
            <a:lvl3pPr marL="2019996" indent="-457117">
              <a:buFont typeface="Arial"/>
              <a:buChar char="•"/>
              <a:defRPr/>
            </a:lvl3pPr>
            <a:lvl4pPr>
              <a:spcBef>
                <a:spcPts val="1104"/>
              </a:spcBef>
              <a:defRPr/>
            </a:lvl4pPr>
          </a:lstStyle>
          <a:p>
            <a:pPr lvl="0"/>
            <a:r>
              <a:rPr lang="en-CA" dirty="0"/>
              <a:t>Click to edit content. Use this slide for very brief points about the figure above.</a:t>
            </a:r>
          </a:p>
        </p:txBody>
      </p:sp>
      <p:sp>
        <p:nvSpPr>
          <p:cNvPr id="23" name="Text Placeholder 5"/>
          <p:cNvSpPr>
            <a:spLocks noGrp="1"/>
          </p:cNvSpPr>
          <p:nvPr>
            <p:ph type="body" sz="quarter" idx="19" hasCustomPrompt="1"/>
          </p:nvPr>
        </p:nvSpPr>
        <p:spPr>
          <a:xfrm>
            <a:off x="5807946" y="3701772"/>
            <a:ext cx="4644000" cy="3838169"/>
          </a:xfrm>
        </p:spPr>
        <p:txBody>
          <a:bodyPr/>
          <a:lstStyle>
            <a:lvl1pPr>
              <a:defRPr baseline="0"/>
            </a:lvl1pPr>
            <a:lvl3pPr marL="2019996" indent="-457117">
              <a:buFont typeface="Arial"/>
              <a:buChar char="•"/>
              <a:defRPr/>
            </a:lvl3pPr>
            <a:lvl4pPr>
              <a:spcBef>
                <a:spcPts val="1104"/>
              </a:spcBef>
              <a:defRPr/>
            </a:lvl4pPr>
          </a:lstStyle>
          <a:p>
            <a:pPr lvl="0"/>
            <a:r>
              <a:rPr lang="en-CA" dirty="0"/>
              <a:t>Click to edit content. Use this slide for very brief points about the figure above.</a:t>
            </a:r>
          </a:p>
        </p:txBody>
      </p:sp>
      <p:sp>
        <p:nvSpPr>
          <p:cNvPr id="26" name="Text Placeholder 5"/>
          <p:cNvSpPr>
            <a:spLocks noGrp="1"/>
          </p:cNvSpPr>
          <p:nvPr>
            <p:ph type="body" sz="quarter" idx="23" hasCustomPrompt="1"/>
          </p:nvPr>
        </p:nvSpPr>
        <p:spPr>
          <a:xfrm>
            <a:off x="10786183" y="3701772"/>
            <a:ext cx="4673448" cy="3838169"/>
          </a:xfrm>
        </p:spPr>
        <p:txBody>
          <a:bodyPr/>
          <a:lstStyle>
            <a:lvl1pPr>
              <a:spcBef>
                <a:spcPts val="1600"/>
              </a:spcBef>
              <a:defRPr baseline="0"/>
            </a:lvl1pPr>
            <a:lvl3pPr marL="2019996" indent="-457117">
              <a:buFont typeface="Arial"/>
              <a:buChar char="•"/>
              <a:defRPr/>
            </a:lvl3pPr>
            <a:lvl4pPr>
              <a:spcBef>
                <a:spcPts val="1104"/>
              </a:spcBef>
              <a:defRPr/>
            </a:lvl4pPr>
          </a:lstStyle>
          <a:p>
            <a:pPr lvl="0"/>
            <a:r>
              <a:rPr lang="en-CA" dirty="0"/>
              <a:t>Click to edit content. Use this slide for very brief points about one the figure above.</a:t>
            </a:r>
          </a:p>
        </p:txBody>
      </p:sp>
      <p:sp>
        <p:nvSpPr>
          <p:cNvPr id="10" name="Text Placeholder 9"/>
          <p:cNvSpPr>
            <a:spLocks noGrp="1"/>
          </p:cNvSpPr>
          <p:nvPr>
            <p:ph type="body" sz="quarter" idx="16" hasCustomPrompt="1"/>
          </p:nvPr>
        </p:nvSpPr>
        <p:spPr>
          <a:xfrm>
            <a:off x="812883" y="2441575"/>
            <a:ext cx="4673340" cy="1260196"/>
          </a:xfrm>
        </p:spPr>
        <p:txBody>
          <a:bodyPr anchor="t"/>
          <a:lstStyle>
            <a:lvl1pPr>
              <a:lnSpc>
                <a:spcPct val="80000"/>
              </a:lnSpc>
              <a:defRPr sz="7198">
                <a:solidFill>
                  <a:srgbClr val="599A83"/>
                </a:solidFill>
              </a:defRPr>
            </a:lvl1pPr>
          </a:lstStyle>
          <a:p>
            <a:pPr lvl="0"/>
            <a:r>
              <a:rPr lang="en-CA" dirty="0"/>
              <a:t>$##,###</a:t>
            </a:r>
          </a:p>
        </p:txBody>
      </p:sp>
      <p:sp>
        <p:nvSpPr>
          <p:cNvPr id="21" name="Text Placeholder 9"/>
          <p:cNvSpPr>
            <a:spLocks noGrp="1"/>
          </p:cNvSpPr>
          <p:nvPr>
            <p:ph type="body" sz="quarter" idx="20" hasCustomPrompt="1"/>
          </p:nvPr>
        </p:nvSpPr>
        <p:spPr>
          <a:xfrm>
            <a:off x="5807947" y="2475442"/>
            <a:ext cx="4643999" cy="1226329"/>
          </a:xfrm>
        </p:spPr>
        <p:txBody>
          <a:bodyPr anchor="t"/>
          <a:lstStyle>
            <a:lvl1pPr>
              <a:lnSpc>
                <a:spcPct val="80000"/>
              </a:lnSpc>
              <a:defRPr sz="7198">
                <a:solidFill>
                  <a:srgbClr val="599A83"/>
                </a:solidFill>
              </a:defRPr>
            </a:lvl1pPr>
          </a:lstStyle>
          <a:p>
            <a:pPr lvl="0"/>
            <a:r>
              <a:rPr lang="en-CA" dirty="0"/>
              <a:t>#,####%</a:t>
            </a:r>
          </a:p>
        </p:txBody>
      </p:sp>
      <p:sp>
        <p:nvSpPr>
          <p:cNvPr id="24" name="Text Placeholder 9"/>
          <p:cNvSpPr>
            <a:spLocks noGrp="1"/>
          </p:cNvSpPr>
          <p:nvPr>
            <p:ph type="body" sz="quarter" idx="22" hasCustomPrompt="1"/>
          </p:nvPr>
        </p:nvSpPr>
        <p:spPr>
          <a:xfrm>
            <a:off x="10786183" y="2475442"/>
            <a:ext cx="4673448" cy="1226329"/>
          </a:xfrm>
        </p:spPr>
        <p:txBody>
          <a:bodyPr anchor="t"/>
          <a:lstStyle>
            <a:lvl1pPr>
              <a:lnSpc>
                <a:spcPct val="80000"/>
              </a:lnSpc>
              <a:defRPr sz="7198">
                <a:solidFill>
                  <a:srgbClr val="599A83"/>
                </a:solidFill>
              </a:defRPr>
            </a:lvl1pPr>
          </a:lstStyle>
          <a:p>
            <a:pPr lvl="0"/>
            <a:r>
              <a:rPr lang="en-CA" dirty="0"/>
              <a:t>#,###,####</a:t>
            </a:r>
          </a:p>
        </p:txBody>
      </p:sp>
      <p:sp>
        <p:nvSpPr>
          <p:cNvPr id="28" name="Title 1"/>
          <p:cNvSpPr>
            <a:spLocks noGrp="1"/>
          </p:cNvSpPr>
          <p:nvPr>
            <p:ph type="title" hasCustomPrompt="1"/>
          </p:nvPr>
        </p:nvSpPr>
        <p:spPr>
          <a:xfrm>
            <a:off x="812883" y="768367"/>
            <a:ext cx="9475914" cy="1335973"/>
          </a:xfrm>
        </p:spPr>
        <p:txBody>
          <a:bodyPr anchor="t">
            <a:noAutofit/>
          </a:bodyPr>
          <a:lstStyle>
            <a:lvl1pPr>
              <a:defRPr sz="4800" b="1" baseline="0">
                <a:solidFill>
                  <a:srgbClr val="00673E"/>
                </a:solidFill>
              </a:defRPr>
            </a:lvl1pPr>
          </a:lstStyle>
          <a:p>
            <a:r>
              <a:rPr lang="en-CA" dirty="0"/>
              <a:t>This is a key numbers slide for long numbers.</a:t>
            </a:r>
            <a:endParaRPr lang="en-US" dirty="0"/>
          </a:p>
        </p:txBody>
      </p:sp>
      <p:pic>
        <p:nvPicPr>
          <p:cNvPr id="15" name="Picture 14"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8331202"/>
            <a:ext cx="16256000" cy="819343"/>
          </a:xfrm>
          <a:prstGeom prst="rect">
            <a:avLst/>
          </a:prstGeom>
        </p:spPr>
      </p:pic>
      <p:pic>
        <p:nvPicPr>
          <p:cNvPr id="16" name="Picture 15"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20" y="8595469"/>
            <a:ext cx="394669" cy="290809"/>
          </a:xfrm>
          <a:prstGeom prst="rect">
            <a:avLst/>
          </a:prstGeom>
        </p:spPr>
      </p:pic>
      <p:sp>
        <p:nvSpPr>
          <p:cNvPr id="17" name="Slide Number Placeholder 8"/>
          <p:cNvSpPr>
            <a:spLocks noGrp="1"/>
          </p:cNvSpPr>
          <p:nvPr>
            <p:ph type="sldNum" sz="quarter" idx="24"/>
          </p:nvPr>
        </p:nvSpPr>
        <p:spPr>
          <a:xfrm>
            <a:off x="199081" y="8497455"/>
            <a:ext cx="529133" cy="486836"/>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560297998"/>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Key Points with Icons">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812883" y="4538134"/>
            <a:ext cx="4673340" cy="3001807"/>
          </a:xfrm>
        </p:spPr>
        <p:txBody>
          <a:bodyPr/>
          <a:lstStyle>
            <a:lvl1pPr>
              <a:defRPr baseline="0"/>
            </a:lvl1pPr>
            <a:lvl3pPr marL="2019996" indent="-457117">
              <a:buFont typeface="Arial"/>
              <a:buChar char="•"/>
              <a:defRPr/>
            </a:lvl3pPr>
            <a:lvl4pPr>
              <a:spcBef>
                <a:spcPts val="1104"/>
              </a:spcBef>
              <a:defRPr/>
            </a:lvl4pPr>
          </a:lstStyle>
          <a:p>
            <a:pPr lvl="0"/>
            <a:r>
              <a:rPr lang="en-CA" dirty="0"/>
              <a:t>Click to edit content. Use this slide for a brief point, illustrated by the icon above.</a:t>
            </a:r>
          </a:p>
        </p:txBody>
      </p:sp>
      <p:sp>
        <p:nvSpPr>
          <p:cNvPr id="23" name="Text Placeholder 5"/>
          <p:cNvSpPr>
            <a:spLocks noGrp="1"/>
          </p:cNvSpPr>
          <p:nvPr>
            <p:ph type="body" sz="quarter" idx="19" hasCustomPrompt="1"/>
          </p:nvPr>
        </p:nvSpPr>
        <p:spPr>
          <a:xfrm>
            <a:off x="5807946" y="4538134"/>
            <a:ext cx="4644000" cy="3001807"/>
          </a:xfrm>
        </p:spPr>
        <p:txBody>
          <a:bodyPr/>
          <a:lstStyle>
            <a:lvl1pPr>
              <a:defRPr baseline="0"/>
            </a:lvl1pPr>
            <a:lvl3pPr marL="2019996" indent="-457117">
              <a:buFont typeface="Arial"/>
              <a:buChar char="•"/>
              <a:defRPr/>
            </a:lvl3pPr>
            <a:lvl4pPr>
              <a:spcBef>
                <a:spcPts val="1104"/>
              </a:spcBef>
              <a:defRPr/>
            </a:lvl4pPr>
          </a:lstStyle>
          <a:p>
            <a:pPr lvl="0"/>
            <a:r>
              <a:rPr lang="en-CA" dirty="0"/>
              <a:t>Click to edit content. Use this slide for a brief point, illustrated by the icon above.</a:t>
            </a:r>
          </a:p>
        </p:txBody>
      </p:sp>
      <p:sp>
        <p:nvSpPr>
          <p:cNvPr id="26" name="Text Placeholder 5"/>
          <p:cNvSpPr>
            <a:spLocks noGrp="1"/>
          </p:cNvSpPr>
          <p:nvPr>
            <p:ph type="body" sz="quarter" idx="23" hasCustomPrompt="1"/>
          </p:nvPr>
        </p:nvSpPr>
        <p:spPr>
          <a:xfrm>
            <a:off x="10786183" y="4538134"/>
            <a:ext cx="4673448" cy="3001807"/>
          </a:xfrm>
        </p:spPr>
        <p:txBody>
          <a:bodyPr/>
          <a:lstStyle>
            <a:lvl1pPr>
              <a:spcBef>
                <a:spcPts val="1600"/>
              </a:spcBef>
              <a:defRPr baseline="0"/>
            </a:lvl1pPr>
            <a:lvl3pPr marL="2019996" indent="-457117">
              <a:buFont typeface="Arial"/>
              <a:buChar char="•"/>
              <a:defRPr/>
            </a:lvl3pPr>
            <a:lvl4pPr>
              <a:spcBef>
                <a:spcPts val="1104"/>
              </a:spcBef>
              <a:defRPr/>
            </a:lvl4pPr>
          </a:lstStyle>
          <a:p>
            <a:pPr lvl="0"/>
            <a:r>
              <a:rPr lang="en-CA" dirty="0"/>
              <a:t>Click to edit content. Use this slide for a brief point, illustrated by the icon above.</a:t>
            </a:r>
          </a:p>
        </p:txBody>
      </p:sp>
      <p:sp>
        <p:nvSpPr>
          <p:cNvPr id="28" name="Title 1"/>
          <p:cNvSpPr>
            <a:spLocks noGrp="1"/>
          </p:cNvSpPr>
          <p:nvPr>
            <p:ph type="title" hasCustomPrompt="1"/>
          </p:nvPr>
        </p:nvSpPr>
        <p:spPr>
          <a:xfrm>
            <a:off x="812883" y="768367"/>
            <a:ext cx="9475914" cy="1335973"/>
          </a:xfrm>
        </p:spPr>
        <p:txBody>
          <a:bodyPr anchor="t">
            <a:noAutofit/>
          </a:bodyPr>
          <a:lstStyle>
            <a:lvl1pPr>
              <a:defRPr sz="4800" b="1" baseline="0">
                <a:solidFill>
                  <a:schemeClr val="accent1"/>
                </a:solidFill>
              </a:defRPr>
            </a:lvl1pPr>
          </a:lstStyle>
          <a:p>
            <a:r>
              <a:rPr lang="en-CA" dirty="0"/>
              <a:t>This is a key point slide with icons to illustrate points.</a:t>
            </a:r>
            <a:endParaRPr lang="en-US" dirty="0"/>
          </a:p>
        </p:txBody>
      </p:sp>
      <p:sp>
        <p:nvSpPr>
          <p:cNvPr id="12" name="Oval 11"/>
          <p:cNvSpPr/>
          <p:nvPr userDrawn="1"/>
        </p:nvSpPr>
        <p:spPr>
          <a:xfrm>
            <a:off x="728139" y="2454809"/>
            <a:ext cx="1755775" cy="1755775"/>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801"/>
          </a:p>
        </p:txBody>
      </p:sp>
      <p:sp>
        <p:nvSpPr>
          <p:cNvPr id="13" name="Picture Placeholder 3"/>
          <p:cNvSpPr>
            <a:spLocks noGrp="1" noChangeAspect="1"/>
          </p:cNvSpPr>
          <p:nvPr>
            <p:ph type="pic" sz="quarter" idx="26" hasCustomPrompt="1"/>
          </p:nvPr>
        </p:nvSpPr>
        <p:spPr>
          <a:xfrm>
            <a:off x="1173633" y="2900693"/>
            <a:ext cx="864783" cy="864000"/>
          </a:xfrm>
        </p:spPr>
        <p:txBody>
          <a:bodyPr/>
          <a:lstStyle>
            <a:lvl1pPr>
              <a:defRPr>
                <a:solidFill>
                  <a:schemeClr val="bg1"/>
                </a:solidFill>
              </a:defRPr>
            </a:lvl1pPr>
          </a:lstStyle>
          <a:p>
            <a:r>
              <a:rPr lang="en-US" dirty="0"/>
              <a:t>Icon</a:t>
            </a:r>
          </a:p>
        </p:txBody>
      </p:sp>
      <p:sp>
        <p:nvSpPr>
          <p:cNvPr id="14" name="Oval 13"/>
          <p:cNvSpPr/>
          <p:nvPr userDrawn="1"/>
        </p:nvSpPr>
        <p:spPr>
          <a:xfrm>
            <a:off x="5723283" y="2454809"/>
            <a:ext cx="1755775" cy="1755775"/>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801"/>
          </a:p>
        </p:txBody>
      </p:sp>
      <p:sp>
        <p:nvSpPr>
          <p:cNvPr id="15" name="Picture Placeholder 3"/>
          <p:cNvSpPr>
            <a:spLocks noGrp="1" noChangeAspect="1"/>
          </p:cNvSpPr>
          <p:nvPr>
            <p:ph type="pic" sz="quarter" idx="27" hasCustomPrompt="1"/>
          </p:nvPr>
        </p:nvSpPr>
        <p:spPr>
          <a:xfrm>
            <a:off x="6168778" y="2900693"/>
            <a:ext cx="864782" cy="864000"/>
          </a:xfrm>
        </p:spPr>
        <p:txBody>
          <a:bodyPr/>
          <a:lstStyle>
            <a:lvl1pPr>
              <a:defRPr>
                <a:solidFill>
                  <a:schemeClr val="bg1"/>
                </a:solidFill>
              </a:defRPr>
            </a:lvl1pPr>
          </a:lstStyle>
          <a:p>
            <a:r>
              <a:rPr lang="en-US" dirty="0"/>
              <a:t>Icon</a:t>
            </a:r>
          </a:p>
        </p:txBody>
      </p:sp>
      <p:sp>
        <p:nvSpPr>
          <p:cNvPr id="16" name="Oval 15"/>
          <p:cNvSpPr/>
          <p:nvPr userDrawn="1"/>
        </p:nvSpPr>
        <p:spPr>
          <a:xfrm>
            <a:off x="10701522" y="2454809"/>
            <a:ext cx="1755775" cy="1755775"/>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801"/>
          </a:p>
        </p:txBody>
      </p:sp>
      <p:sp>
        <p:nvSpPr>
          <p:cNvPr id="17" name="Picture Placeholder 3"/>
          <p:cNvSpPr>
            <a:spLocks noGrp="1" noChangeAspect="1"/>
          </p:cNvSpPr>
          <p:nvPr>
            <p:ph type="pic" sz="quarter" idx="28" hasCustomPrompt="1"/>
          </p:nvPr>
        </p:nvSpPr>
        <p:spPr>
          <a:xfrm>
            <a:off x="11147407" y="2900693"/>
            <a:ext cx="864000" cy="864000"/>
          </a:xfrm>
        </p:spPr>
        <p:txBody>
          <a:bodyPr/>
          <a:lstStyle>
            <a:lvl1pPr>
              <a:defRPr>
                <a:solidFill>
                  <a:schemeClr val="bg1"/>
                </a:solidFill>
              </a:defRPr>
            </a:lvl1pPr>
          </a:lstStyle>
          <a:p>
            <a:r>
              <a:rPr lang="en-US" dirty="0"/>
              <a:t>Icon</a:t>
            </a:r>
          </a:p>
        </p:txBody>
      </p:sp>
      <p:pic>
        <p:nvPicPr>
          <p:cNvPr id="18" name="Picture 17"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8331202"/>
            <a:ext cx="16256000" cy="819343"/>
          </a:xfrm>
          <a:prstGeom prst="rect">
            <a:avLst/>
          </a:prstGeom>
        </p:spPr>
      </p:pic>
      <p:pic>
        <p:nvPicPr>
          <p:cNvPr id="19" name="Picture 18"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20" y="8595469"/>
            <a:ext cx="394669" cy="290809"/>
          </a:xfrm>
          <a:prstGeom prst="rect">
            <a:avLst/>
          </a:prstGeom>
        </p:spPr>
      </p:pic>
      <p:sp>
        <p:nvSpPr>
          <p:cNvPr id="20" name="Slide Number Placeholder 8"/>
          <p:cNvSpPr>
            <a:spLocks noGrp="1"/>
          </p:cNvSpPr>
          <p:nvPr>
            <p:ph type="sldNum" sz="quarter" idx="29"/>
          </p:nvPr>
        </p:nvSpPr>
        <p:spPr>
          <a:xfrm>
            <a:off x="199081" y="8497455"/>
            <a:ext cx="529133" cy="486836"/>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05879659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Video Slide">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3" name="Picture 2"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763846"/>
            <a:ext cx="16257588" cy="1739093"/>
          </a:xfrm>
          <a:prstGeom prst="rect">
            <a:avLst/>
          </a:prstGeom>
        </p:spPr>
      </p:pic>
      <p:sp>
        <p:nvSpPr>
          <p:cNvPr id="5" name="Media Placeholder 4"/>
          <p:cNvSpPr>
            <a:spLocks noGrp="1"/>
          </p:cNvSpPr>
          <p:nvPr>
            <p:ph type="media" sz="quarter" idx="10" hasCustomPrompt="1"/>
          </p:nvPr>
        </p:nvSpPr>
        <p:spPr>
          <a:xfrm>
            <a:off x="3287078" y="829734"/>
            <a:ext cx="9683435" cy="7501467"/>
          </a:xfrm>
        </p:spPr>
        <p:txBody>
          <a:bodyPr/>
          <a:lstStyle>
            <a:lvl1pPr>
              <a:defRPr>
                <a:solidFill>
                  <a:schemeClr val="bg1"/>
                </a:solidFill>
              </a:defRPr>
            </a:lvl1pPr>
          </a:lstStyle>
          <a:p>
            <a:r>
              <a:rPr lang="en-US" dirty="0"/>
              <a:t>Click this icon to insert a video</a:t>
            </a:r>
          </a:p>
        </p:txBody>
      </p:sp>
    </p:spTree>
    <p:extLst>
      <p:ext uri="{BB962C8B-B14F-4D97-AF65-F5344CB8AC3E}">
        <p14:creationId xmlns:p14="http://schemas.microsoft.com/office/powerpoint/2010/main" val="23530873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Quotes or Stats V1">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6" name="Picture 5"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763846"/>
            <a:ext cx="16257588" cy="1739093"/>
          </a:xfrm>
          <a:prstGeom prst="rect">
            <a:avLst/>
          </a:prstGeom>
        </p:spPr>
      </p:pic>
      <p:sp>
        <p:nvSpPr>
          <p:cNvPr id="3" name="Rectangle 2"/>
          <p:cNvSpPr/>
          <p:nvPr userDrawn="1"/>
        </p:nvSpPr>
        <p:spPr>
          <a:xfrm>
            <a:off x="805369" y="838201"/>
            <a:ext cx="14646856" cy="74676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801"/>
          </a:p>
        </p:txBody>
      </p:sp>
      <p:sp>
        <p:nvSpPr>
          <p:cNvPr id="2" name="Title 1"/>
          <p:cNvSpPr>
            <a:spLocks noGrp="1"/>
          </p:cNvSpPr>
          <p:nvPr>
            <p:ph type="title" hasCustomPrompt="1"/>
          </p:nvPr>
        </p:nvSpPr>
        <p:spPr>
          <a:xfrm>
            <a:off x="3287078" y="2787077"/>
            <a:ext cx="9683435" cy="3492671"/>
          </a:xfrm>
        </p:spPr>
        <p:txBody>
          <a:bodyPr/>
          <a:lstStyle>
            <a:lvl1pPr algn="ctr">
              <a:lnSpc>
                <a:spcPct val="110000"/>
              </a:lnSpc>
              <a:defRPr sz="4800" baseline="0">
                <a:solidFill>
                  <a:srgbClr val="599A83"/>
                </a:solidFill>
              </a:defRPr>
            </a:lvl1pPr>
          </a:lstStyle>
          <a:p>
            <a:r>
              <a:rPr lang="en-CA" dirty="0"/>
              <a:t>Enter an impressive statistic or fact. e.g. 98% of Algonquin students have been hired immediately after graduation.</a:t>
            </a:r>
            <a:endParaRPr lang="en-US" dirty="0"/>
          </a:p>
        </p:txBody>
      </p:sp>
      <p:sp>
        <p:nvSpPr>
          <p:cNvPr id="7" name="Text Placeholder 6"/>
          <p:cNvSpPr>
            <a:spLocks noGrp="1"/>
          </p:cNvSpPr>
          <p:nvPr>
            <p:ph type="body" sz="quarter" idx="13" hasCustomPrompt="1"/>
          </p:nvPr>
        </p:nvSpPr>
        <p:spPr>
          <a:xfrm>
            <a:off x="3287078" y="2125170"/>
            <a:ext cx="9683435" cy="510713"/>
          </a:xfrm>
        </p:spPr>
        <p:txBody>
          <a:bodyPr anchor="ctr"/>
          <a:lstStyle>
            <a:lvl1pPr algn="ctr">
              <a:lnSpc>
                <a:spcPct val="100000"/>
              </a:lnSpc>
              <a:defRPr sz="2100" b="1">
                <a:solidFill>
                  <a:schemeClr val="tx2"/>
                </a:solidFill>
              </a:defRPr>
            </a:lvl1pPr>
          </a:lstStyle>
          <a:p>
            <a:pPr lvl="0"/>
            <a:r>
              <a:rPr lang="en-CA" dirty="0"/>
              <a:t>THIS IS THE TITLE OF YOUR STATISTIC</a:t>
            </a:r>
            <a:endParaRPr lang="en-US" dirty="0"/>
          </a:p>
        </p:txBody>
      </p:sp>
      <p:sp>
        <p:nvSpPr>
          <p:cNvPr id="9" name="Text Placeholder 8"/>
          <p:cNvSpPr>
            <a:spLocks noGrp="1"/>
          </p:cNvSpPr>
          <p:nvPr>
            <p:ph type="body" sz="quarter" idx="14" hasCustomPrompt="1"/>
          </p:nvPr>
        </p:nvSpPr>
        <p:spPr>
          <a:xfrm>
            <a:off x="3287078" y="6561981"/>
            <a:ext cx="9683435" cy="388804"/>
          </a:xfrm>
        </p:spPr>
        <p:txBody>
          <a:bodyPr anchor="ctr"/>
          <a:lstStyle>
            <a:lvl1pPr algn="ctr">
              <a:defRPr sz="1600"/>
            </a:lvl1pPr>
          </a:lstStyle>
          <a:p>
            <a:pPr lvl="0"/>
            <a:r>
              <a:rPr lang="en-CA" dirty="0"/>
              <a:t>THIS IS A SPACE FOR A CITATION OR SOURCE</a:t>
            </a:r>
            <a:endParaRPr lang="en-US" dirty="0"/>
          </a:p>
        </p:txBody>
      </p:sp>
    </p:spTree>
    <p:extLst>
      <p:ext uri="{BB962C8B-B14F-4D97-AF65-F5344CB8AC3E}">
        <p14:creationId xmlns:p14="http://schemas.microsoft.com/office/powerpoint/2010/main" val="1419874548"/>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Quotes or Stats V2">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5" name="Picture 4"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763846"/>
            <a:ext cx="16257588" cy="1739093"/>
          </a:xfrm>
          <a:prstGeom prst="rect">
            <a:avLst/>
          </a:prstGeom>
        </p:spPr>
      </p:pic>
      <p:sp>
        <p:nvSpPr>
          <p:cNvPr id="8" name="Title 1"/>
          <p:cNvSpPr>
            <a:spLocks noGrp="1"/>
          </p:cNvSpPr>
          <p:nvPr>
            <p:ph type="title" hasCustomPrompt="1"/>
          </p:nvPr>
        </p:nvSpPr>
        <p:spPr>
          <a:xfrm>
            <a:off x="3287078" y="2787077"/>
            <a:ext cx="9683435" cy="3492671"/>
          </a:xfrm>
        </p:spPr>
        <p:txBody>
          <a:bodyPr/>
          <a:lstStyle>
            <a:lvl1pPr algn="ctr">
              <a:lnSpc>
                <a:spcPct val="110000"/>
              </a:lnSpc>
              <a:defRPr sz="4800" baseline="0">
                <a:solidFill>
                  <a:srgbClr val="A6C8BC"/>
                </a:solidFill>
              </a:defRPr>
            </a:lvl1pPr>
          </a:lstStyle>
          <a:p>
            <a:r>
              <a:rPr lang="en-CA" dirty="0"/>
              <a:t>Enter an impressive statistic or fact. e.g. 98% of Algonquin students have been hired immediately after graduation.</a:t>
            </a:r>
            <a:endParaRPr lang="en-US" dirty="0"/>
          </a:p>
        </p:txBody>
      </p:sp>
      <p:sp>
        <p:nvSpPr>
          <p:cNvPr id="10" name="Text Placeholder 6"/>
          <p:cNvSpPr>
            <a:spLocks noGrp="1"/>
          </p:cNvSpPr>
          <p:nvPr>
            <p:ph type="body" sz="quarter" idx="13" hasCustomPrompt="1"/>
          </p:nvPr>
        </p:nvSpPr>
        <p:spPr>
          <a:xfrm>
            <a:off x="3287078" y="2125170"/>
            <a:ext cx="9683435" cy="510713"/>
          </a:xfrm>
        </p:spPr>
        <p:txBody>
          <a:bodyPr anchor="ctr"/>
          <a:lstStyle>
            <a:lvl1pPr algn="ctr">
              <a:lnSpc>
                <a:spcPct val="100000"/>
              </a:lnSpc>
              <a:defRPr sz="2100" b="1">
                <a:solidFill>
                  <a:schemeClr val="bg1"/>
                </a:solidFill>
              </a:defRPr>
            </a:lvl1pPr>
          </a:lstStyle>
          <a:p>
            <a:pPr lvl="0"/>
            <a:r>
              <a:rPr lang="en-CA" dirty="0"/>
              <a:t>THIS IS THE TITLE OF YOUR STATISTIC</a:t>
            </a:r>
            <a:endParaRPr lang="en-US" dirty="0"/>
          </a:p>
        </p:txBody>
      </p:sp>
      <p:sp>
        <p:nvSpPr>
          <p:cNvPr id="11" name="Text Placeholder 8"/>
          <p:cNvSpPr>
            <a:spLocks noGrp="1"/>
          </p:cNvSpPr>
          <p:nvPr>
            <p:ph type="body" sz="quarter" idx="14" hasCustomPrompt="1"/>
          </p:nvPr>
        </p:nvSpPr>
        <p:spPr>
          <a:xfrm>
            <a:off x="3287078" y="6561981"/>
            <a:ext cx="9683435" cy="388804"/>
          </a:xfrm>
        </p:spPr>
        <p:txBody>
          <a:bodyPr anchor="ctr"/>
          <a:lstStyle>
            <a:lvl1pPr algn="ctr">
              <a:defRPr sz="1600">
                <a:solidFill>
                  <a:schemeClr val="bg1"/>
                </a:solidFill>
              </a:defRPr>
            </a:lvl1pPr>
          </a:lstStyle>
          <a:p>
            <a:pPr lvl="0"/>
            <a:r>
              <a:rPr lang="en-CA" dirty="0"/>
              <a:t>THIS IS A SPACE FOR A CITATION OR SOURCE</a:t>
            </a:r>
            <a:endParaRPr lang="en-US" dirty="0"/>
          </a:p>
        </p:txBody>
      </p:sp>
    </p:spTree>
    <p:extLst>
      <p:ext uri="{BB962C8B-B14F-4D97-AF65-F5344CB8AC3E}">
        <p14:creationId xmlns:p14="http://schemas.microsoft.com/office/powerpoint/2010/main" val="2906388767"/>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Quotes or Stats V3">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3" name="Picture 2" descr="campus-scape.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 y="4965702"/>
            <a:ext cx="16256000" cy="4178300"/>
          </a:xfrm>
          <a:prstGeom prst="rect">
            <a:avLst/>
          </a:prstGeom>
        </p:spPr>
      </p:pic>
      <p:sp>
        <p:nvSpPr>
          <p:cNvPr id="5" name="Title 1"/>
          <p:cNvSpPr>
            <a:spLocks noGrp="1"/>
          </p:cNvSpPr>
          <p:nvPr>
            <p:ph type="title" hasCustomPrompt="1"/>
          </p:nvPr>
        </p:nvSpPr>
        <p:spPr>
          <a:xfrm>
            <a:off x="3287078" y="1313875"/>
            <a:ext cx="9683435" cy="3492671"/>
          </a:xfrm>
        </p:spPr>
        <p:txBody>
          <a:bodyPr/>
          <a:lstStyle>
            <a:lvl1pPr algn="ctr">
              <a:lnSpc>
                <a:spcPct val="110000"/>
              </a:lnSpc>
              <a:defRPr sz="4800" baseline="0">
                <a:solidFill>
                  <a:srgbClr val="A6C8BC"/>
                </a:solidFill>
              </a:defRPr>
            </a:lvl1pPr>
          </a:lstStyle>
          <a:p>
            <a:r>
              <a:rPr lang="en-CA" dirty="0"/>
              <a:t>Enter an impressive statistic or fact. e.g. We raised $1,000,000 this year. Highlight a number by making it bold and white.</a:t>
            </a:r>
            <a:endParaRPr lang="en-US" dirty="0"/>
          </a:p>
        </p:txBody>
      </p:sp>
      <p:sp>
        <p:nvSpPr>
          <p:cNvPr id="6" name="Text Placeholder 6"/>
          <p:cNvSpPr>
            <a:spLocks noGrp="1"/>
          </p:cNvSpPr>
          <p:nvPr>
            <p:ph type="body" sz="quarter" idx="13" hasCustomPrompt="1"/>
          </p:nvPr>
        </p:nvSpPr>
        <p:spPr>
          <a:xfrm>
            <a:off x="3287078" y="651969"/>
            <a:ext cx="9683435" cy="510713"/>
          </a:xfrm>
        </p:spPr>
        <p:txBody>
          <a:bodyPr anchor="ctr"/>
          <a:lstStyle>
            <a:lvl1pPr algn="ctr">
              <a:lnSpc>
                <a:spcPct val="100000"/>
              </a:lnSpc>
              <a:defRPr sz="2100" b="1">
                <a:solidFill>
                  <a:schemeClr val="bg1"/>
                </a:solidFill>
              </a:defRPr>
            </a:lvl1pPr>
          </a:lstStyle>
          <a:p>
            <a:pPr lvl="0"/>
            <a:r>
              <a:rPr lang="en-CA" dirty="0"/>
              <a:t>THIS IS THE TITLE OF YOUR STATISTIC</a:t>
            </a:r>
            <a:endParaRPr lang="en-US" dirty="0"/>
          </a:p>
        </p:txBody>
      </p:sp>
    </p:spTree>
    <p:extLst>
      <p:ext uri="{BB962C8B-B14F-4D97-AF65-F5344CB8AC3E}">
        <p14:creationId xmlns:p14="http://schemas.microsoft.com/office/powerpoint/2010/main" val="619414563"/>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Quotes or Stats V4">
    <p:bg>
      <p:bgPr>
        <a:solidFill>
          <a:schemeClr val="bg1"/>
        </a:solidFill>
        <a:effectLst/>
      </p:bgPr>
    </p:bg>
    <p:spTree>
      <p:nvGrpSpPr>
        <p:cNvPr id="1" name=""/>
        <p:cNvGrpSpPr/>
        <p:nvPr/>
      </p:nvGrpSpPr>
      <p:grpSpPr>
        <a:xfrm>
          <a:off x="0" y="0"/>
          <a:ext cx="0" cy="0"/>
          <a:chOff x="0" y="0"/>
          <a:chExt cx="0" cy="0"/>
        </a:xfrm>
      </p:grpSpPr>
      <p:pic>
        <p:nvPicPr>
          <p:cNvPr id="4" name="Picture 3" descr="campus-scape.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4965702"/>
            <a:ext cx="16256000" cy="4178300"/>
          </a:xfrm>
          <a:prstGeom prst="rect">
            <a:avLst/>
          </a:prstGeom>
        </p:spPr>
      </p:pic>
      <p:sp>
        <p:nvSpPr>
          <p:cNvPr id="5" name="Title 1"/>
          <p:cNvSpPr>
            <a:spLocks noGrp="1"/>
          </p:cNvSpPr>
          <p:nvPr>
            <p:ph type="title" hasCustomPrompt="1"/>
          </p:nvPr>
        </p:nvSpPr>
        <p:spPr>
          <a:xfrm>
            <a:off x="3287078" y="1313875"/>
            <a:ext cx="9683435" cy="3492671"/>
          </a:xfrm>
        </p:spPr>
        <p:txBody>
          <a:bodyPr/>
          <a:lstStyle>
            <a:lvl1pPr algn="ctr">
              <a:lnSpc>
                <a:spcPct val="110000"/>
              </a:lnSpc>
              <a:defRPr sz="4800" baseline="0">
                <a:solidFill>
                  <a:srgbClr val="599A83"/>
                </a:solidFill>
              </a:defRPr>
            </a:lvl1pPr>
          </a:lstStyle>
          <a:p>
            <a:r>
              <a:rPr lang="en-CA" dirty="0"/>
              <a:t>Enter an impressive statistic or fact. e.g. We raised $1,000,000 this year. Highlight a number by making it bold and 100% green.</a:t>
            </a:r>
            <a:endParaRPr lang="en-US" dirty="0"/>
          </a:p>
        </p:txBody>
      </p:sp>
      <p:sp>
        <p:nvSpPr>
          <p:cNvPr id="6" name="Text Placeholder 6"/>
          <p:cNvSpPr>
            <a:spLocks noGrp="1"/>
          </p:cNvSpPr>
          <p:nvPr>
            <p:ph type="body" sz="quarter" idx="13" hasCustomPrompt="1"/>
          </p:nvPr>
        </p:nvSpPr>
        <p:spPr>
          <a:xfrm>
            <a:off x="3287078" y="651969"/>
            <a:ext cx="9683435" cy="510713"/>
          </a:xfrm>
        </p:spPr>
        <p:txBody>
          <a:bodyPr anchor="ctr"/>
          <a:lstStyle>
            <a:lvl1pPr algn="ctr">
              <a:lnSpc>
                <a:spcPct val="100000"/>
              </a:lnSpc>
              <a:defRPr sz="2100" b="1">
                <a:solidFill>
                  <a:schemeClr val="accent1"/>
                </a:solidFill>
              </a:defRPr>
            </a:lvl1pPr>
          </a:lstStyle>
          <a:p>
            <a:pPr lvl="0"/>
            <a:r>
              <a:rPr lang="en-CA" dirty="0"/>
              <a:t>THIS IS THE TITLE OF YOUR STATISTIC</a:t>
            </a:r>
            <a:endParaRPr lang="en-US" dirty="0"/>
          </a:p>
        </p:txBody>
      </p:sp>
    </p:spTree>
    <p:extLst>
      <p:ext uri="{BB962C8B-B14F-4D97-AF65-F5344CB8AC3E}">
        <p14:creationId xmlns:p14="http://schemas.microsoft.com/office/powerpoint/2010/main" val="1458367474"/>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Quotes or Stats v5">
    <p:bg>
      <p:bgRef idx="1001">
        <a:schemeClr val="bg2"/>
      </p:bgRef>
    </p:bg>
    <p:spTree>
      <p:nvGrpSpPr>
        <p:cNvPr id="1" name=""/>
        <p:cNvGrpSpPr/>
        <p:nvPr/>
      </p:nvGrpSpPr>
      <p:grpSpPr>
        <a:xfrm>
          <a:off x="0" y="0"/>
          <a:ext cx="0" cy="0"/>
          <a:chOff x="0" y="0"/>
          <a:chExt cx="0" cy="0"/>
        </a:xfrm>
      </p:grpSpPr>
      <p:sp>
        <p:nvSpPr>
          <p:cNvPr id="4" name="Picture Placeholder 3"/>
          <p:cNvSpPr>
            <a:spLocks noGrp="1"/>
          </p:cNvSpPr>
          <p:nvPr>
            <p:ph type="pic" sz="quarter" idx="15" hasCustomPrompt="1"/>
          </p:nvPr>
        </p:nvSpPr>
        <p:spPr>
          <a:xfrm>
            <a:off x="2" y="2"/>
            <a:ext cx="8127737" cy="4571404"/>
          </a:xfrm>
          <a:solidFill>
            <a:schemeClr val="bg2"/>
          </a:solidFill>
          <a:ln>
            <a:noFill/>
          </a:ln>
        </p:spPr>
        <p:txBody>
          <a:bodyPr/>
          <a:lstStyle>
            <a:lvl1pPr algn="ctr">
              <a:defRPr baseline="0">
                <a:ln>
                  <a:noFill/>
                </a:ln>
                <a:solidFill>
                  <a:schemeClr val="tx1"/>
                </a:solidFill>
              </a:defRPr>
            </a:lvl1pPr>
          </a:lstStyle>
          <a:p>
            <a:r>
              <a:rPr lang="en-US" dirty="0"/>
              <a:t>Click this icon to insert a background photo, the resize this box so it covers the whole screen. Make sure it’s good quality.</a:t>
            </a:r>
          </a:p>
        </p:txBody>
      </p:sp>
      <p:sp>
        <p:nvSpPr>
          <p:cNvPr id="12" name="Title 1"/>
          <p:cNvSpPr>
            <a:spLocks noGrp="1"/>
          </p:cNvSpPr>
          <p:nvPr>
            <p:ph type="title" hasCustomPrompt="1"/>
          </p:nvPr>
        </p:nvSpPr>
        <p:spPr>
          <a:xfrm>
            <a:off x="2980796" y="2552253"/>
            <a:ext cx="10296002" cy="4039500"/>
          </a:xfrm>
          <a:solidFill>
            <a:srgbClr val="FFFFFF"/>
          </a:solidFill>
          <a:ln>
            <a:noFill/>
          </a:ln>
          <a:effectLst>
            <a:outerShdw blurRad="381000" dir="2700000" sx="98000" sy="98000" algn="tl" rotWithShape="0">
              <a:srgbClr val="000000">
                <a:alpha val="85000"/>
              </a:srgbClr>
            </a:outerShdw>
          </a:effectLst>
        </p:spPr>
        <p:txBody>
          <a:bodyPr lIns="324000" tIns="1080000" rIns="324000" bIns="1080000"/>
          <a:lstStyle>
            <a:lvl1pPr algn="ctr">
              <a:lnSpc>
                <a:spcPct val="90000"/>
              </a:lnSpc>
              <a:defRPr sz="11197">
                <a:solidFill>
                  <a:srgbClr val="599A83"/>
                </a:solidFill>
              </a:defRPr>
            </a:lvl1pPr>
          </a:lstStyle>
          <a:p>
            <a:r>
              <a:rPr lang="en-CA" dirty="0"/>
              <a:t>$#,###,###</a:t>
            </a:r>
            <a:endParaRPr lang="en-US" dirty="0"/>
          </a:p>
        </p:txBody>
      </p:sp>
      <p:sp>
        <p:nvSpPr>
          <p:cNvPr id="10" name="Text Placeholder 6"/>
          <p:cNvSpPr>
            <a:spLocks noGrp="1"/>
          </p:cNvSpPr>
          <p:nvPr>
            <p:ph type="body" sz="quarter" idx="13" hasCustomPrompt="1"/>
          </p:nvPr>
        </p:nvSpPr>
        <p:spPr>
          <a:xfrm>
            <a:off x="3301894" y="3012629"/>
            <a:ext cx="9653802" cy="510713"/>
          </a:xfrm>
        </p:spPr>
        <p:txBody>
          <a:bodyPr anchor="ctr"/>
          <a:lstStyle>
            <a:lvl1pPr algn="ctr">
              <a:lnSpc>
                <a:spcPct val="100000"/>
              </a:lnSpc>
              <a:defRPr sz="2100" b="1" baseline="0">
                <a:solidFill>
                  <a:srgbClr val="00673E"/>
                </a:solidFill>
              </a:defRPr>
            </a:lvl1pPr>
          </a:lstStyle>
          <a:p>
            <a:pPr lvl="0"/>
            <a:r>
              <a:rPr lang="en-CA" dirty="0"/>
              <a:t>THIS IS THE TITLE OF YOUR STATISTIC</a:t>
            </a:r>
            <a:endParaRPr lang="en-US" dirty="0"/>
          </a:p>
        </p:txBody>
      </p:sp>
      <p:sp>
        <p:nvSpPr>
          <p:cNvPr id="11" name="Text Placeholder 8"/>
          <p:cNvSpPr>
            <a:spLocks noGrp="1"/>
          </p:cNvSpPr>
          <p:nvPr>
            <p:ph type="body" sz="quarter" idx="14" hasCustomPrompt="1"/>
          </p:nvPr>
        </p:nvSpPr>
        <p:spPr>
          <a:xfrm>
            <a:off x="3301894" y="5643921"/>
            <a:ext cx="9653802" cy="388804"/>
          </a:xfrm>
        </p:spPr>
        <p:txBody>
          <a:bodyPr anchor="ctr"/>
          <a:lstStyle>
            <a:lvl1pPr algn="ctr">
              <a:defRPr sz="1600">
                <a:solidFill>
                  <a:schemeClr val="bg1"/>
                </a:solidFill>
              </a:defRPr>
            </a:lvl1pPr>
          </a:lstStyle>
          <a:p>
            <a:pPr lvl="0"/>
            <a:r>
              <a:rPr lang="en-CA" dirty="0"/>
              <a:t>THIS IS A SPACE FOR A CITATION OR SOURCE</a:t>
            </a:r>
            <a:endParaRPr lang="en-US" dirty="0"/>
          </a:p>
        </p:txBody>
      </p:sp>
    </p:spTree>
    <p:extLst>
      <p:ext uri="{BB962C8B-B14F-4D97-AF65-F5344CB8AC3E}">
        <p14:creationId xmlns:p14="http://schemas.microsoft.com/office/powerpoint/2010/main" val="1890322492"/>
      </p:ext>
    </p:extLst>
  </p:cSld>
  <p:clrMapOvr>
    <a:overrideClrMapping bg1="dk1" tx1="lt1" bg2="dk2" tx2="lt2" accent1="accent1" accent2="accent2" accent3="accent3" accent4="accent4" accent5="accent5" accent6="accent6" hlink="hlink" folHlink="folHlink"/>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Right-Aligned Image with Text +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812886" y="2404536"/>
            <a:ext cx="7484180" cy="5130800"/>
          </a:xfrm>
        </p:spPr>
        <p:txBody>
          <a:bodyPr/>
          <a:lstStyle>
            <a:lvl1pPr>
              <a:spcBef>
                <a:spcPts val="1600"/>
              </a:spcBef>
              <a:defRPr baseline="0"/>
            </a:lvl1pPr>
            <a:lvl3pPr marL="2019996" indent="-457117">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2" name="Title 1"/>
          <p:cNvSpPr>
            <a:spLocks noGrp="1"/>
          </p:cNvSpPr>
          <p:nvPr>
            <p:ph type="title" hasCustomPrompt="1"/>
          </p:nvPr>
        </p:nvSpPr>
        <p:spPr>
          <a:xfrm>
            <a:off x="812882" y="768367"/>
            <a:ext cx="7484182" cy="1335973"/>
          </a:xfrm>
        </p:spPr>
        <p:txBody>
          <a:bodyPr anchor="t">
            <a:noAutofit/>
          </a:bodyPr>
          <a:lstStyle>
            <a:lvl1pPr>
              <a:defRPr sz="4800" b="1" baseline="0">
                <a:solidFill>
                  <a:srgbClr val="00673E"/>
                </a:solidFill>
              </a:defRPr>
            </a:lvl1pPr>
          </a:lstStyle>
          <a:p>
            <a:r>
              <a:rPr lang="en-CA" dirty="0"/>
              <a:t>A slide with a right-aligned image</a:t>
            </a:r>
            <a:endParaRPr lang="en-US" dirty="0"/>
          </a:p>
        </p:txBody>
      </p:sp>
      <p:sp>
        <p:nvSpPr>
          <p:cNvPr id="10" name="Text Placeholder 9"/>
          <p:cNvSpPr>
            <a:spLocks noGrp="1"/>
          </p:cNvSpPr>
          <p:nvPr>
            <p:ph type="body" sz="quarter" idx="14" hasCustomPrompt="1"/>
          </p:nvPr>
        </p:nvSpPr>
        <p:spPr>
          <a:xfrm>
            <a:off x="3318826" y="6267280"/>
            <a:ext cx="4978240" cy="1268053"/>
          </a:xfrm>
        </p:spPr>
        <p:txBody>
          <a:bodyPr anchor="b"/>
          <a:lstStyle>
            <a:lvl1pPr>
              <a:defRPr sz="2100">
                <a:solidFill>
                  <a:srgbClr val="599A83"/>
                </a:solidFill>
              </a:defRPr>
            </a:lvl1pPr>
          </a:lstStyle>
          <a:p>
            <a:pPr lvl="0"/>
            <a:r>
              <a:rPr lang="en-CA" dirty="0"/>
              <a:t>An optional annotation or extra information text box</a:t>
            </a:r>
            <a:endParaRPr lang="en-US" dirty="0"/>
          </a:p>
        </p:txBody>
      </p:sp>
      <p:sp>
        <p:nvSpPr>
          <p:cNvPr id="11" name="Picture Placeholder 4"/>
          <p:cNvSpPr>
            <a:spLocks noGrp="1"/>
          </p:cNvSpPr>
          <p:nvPr>
            <p:ph type="pic" sz="quarter" idx="16" hasCustomPrompt="1"/>
          </p:nvPr>
        </p:nvSpPr>
        <p:spPr>
          <a:xfrm>
            <a:off x="9346897" y="853033"/>
            <a:ext cx="6910691" cy="6682303"/>
          </a:xfrm>
        </p:spPr>
        <p:txBody>
          <a:bodyPr/>
          <a:lstStyle>
            <a:lvl1pPr>
              <a:defRPr baseline="0"/>
            </a:lvl1pPr>
          </a:lstStyle>
          <a:p>
            <a:r>
              <a:rPr lang="en-US" dirty="0"/>
              <a:t>Click on this icon to insert a photo.</a:t>
            </a:r>
          </a:p>
        </p:txBody>
      </p:sp>
      <p:sp>
        <p:nvSpPr>
          <p:cNvPr id="13" name="Text Placeholder 8"/>
          <p:cNvSpPr>
            <a:spLocks noGrp="1"/>
          </p:cNvSpPr>
          <p:nvPr>
            <p:ph type="body" sz="quarter" idx="17" hasCustomPrompt="1"/>
          </p:nvPr>
        </p:nvSpPr>
        <p:spPr>
          <a:xfrm>
            <a:off x="9346899" y="5494445"/>
            <a:ext cx="5029037" cy="767454"/>
          </a:xfrm>
          <a:solidFill>
            <a:srgbClr val="43B02A"/>
          </a:solidFill>
          <a:ln>
            <a:noFill/>
          </a:ln>
        </p:spPr>
        <p:txBody>
          <a:bodyPr wrap="square" lIns="252000" tIns="252000" rIns="252000" bIns="252000" anchor="ctr">
            <a:spAutoFit/>
          </a:bodyPr>
          <a:lstStyle>
            <a:lvl1pPr>
              <a:lnSpc>
                <a:spcPct val="80000"/>
              </a:lnSpc>
              <a:defRPr sz="2100" b="1" baseline="0">
                <a:ln>
                  <a:noFill/>
                </a:ln>
                <a:solidFill>
                  <a:schemeClr val="bg1"/>
                </a:solidFill>
                <a:effectLst/>
              </a:defRPr>
            </a:lvl1pPr>
          </a:lstStyle>
          <a:p>
            <a:pPr lvl="0"/>
            <a:r>
              <a:rPr lang="en-CA" dirty="0"/>
              <a:t>Optional short caption here</a:t>
            </a:r>
            <a:endParaRPr lang="en-US" dirty="0"/>
          </a:p>
        </p:txBody>
      </p:sp>
      <p:pic>
        <p:nvPicPr>
          <p:cNvPr id="15" name="Picture 14"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8331202"/>
            <a:ext cx="16256000" cy="819343"/>
          </a:xfrm>
          <a:prstGeom prst="rect">
            <a:avLst/>
          </a:prstGeom>
        </p:spPr>
      </p:pic>
      <p:pic>
        <p:nvPicPr>
          <p:cNvPr id="16" name="Picture 15"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20" y="8595469"/>
            <a:ext cx="394669" cy="290809"/>
          </a:xfrm>
          <a:prstGeom prst="rect">
            <a:avLst/>
          </a:prstGeom>
        </p:spPr>
      </p:pic>
      <p:sp>
        <p:nvSpPr>
          <p:cNvPr id="17" name="Slide Number Placeholder 8"/>
          <p:cNvSpPr>
            <a:spLocks noGrp="1"/>
          </p:cNvSpPr>
          <p:nvPr>
            <p:ph type="sldNum" sz="quarter" idx="19"/>
          </p:nvPr>
        </p:nvSpPr>
        <p:spPr>
          <a:xfrm>
            <a:off x="199081" y="8497455"/>
            <a:ext cx="529133" cy="486836"/>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25473870"/>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Left-Aligned Image with Text +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7992386" y="2404536"/>
            <a:ext cx="7484180" cy="5130800"/>
          </a:xfrm>
        </p:spPr>
        <p:txBody>
          <a:bodyPr/>
          <a:lstStyle>
            <a:lvl1pPr>
              <a:spcBef>
                <a:spcPts val="1600"/>
              </a:spcBef>
              <a:defRPr baseline="0"/>
            </a:lvl1pPr>
            <a:lvl3pPr marL="2019996" indent="-457117">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2" name="Title 1"/>
          <p:cNvSpPr>
            <a:spLocks noGrp="1"/>
          </p:cNvSpPr>
          <p:nvPr>
            <p:ph type="title" hasCustomPrompt="1"/>
          </p:nvPr>
        </p:nvSpPr>
        <p:spPr>
          <a:xfrm>
            <a:off x="7992382" y="768367"/>
            <a:ext cx="7484182" cy="1335973"/>
          </a:xfrm>
        </p:spPr>
        <p:txBody>
          <a:bodyPr anchor="t">
            <a:noAutofit/>
          </a:bodyPr>
          <a:lstStyle>
            <a:lvl1pPr>
              <a:defRPr sz="4800" b="1" baseline="0">
                <a:solidFill>
                  <a:srgbClr val="00673E"/>
                </a:solidFill>
              </a:defRPr>
            </a:lvl1pPr>
          </a:lstStyle>
          <a:p>
            <a:r>
              <a:rPr lang="en-CA" dirty="0"/>
              <a:t>A slide with a left-aligned image</a:t>
            </a:r>
            <a:endParaRPr lang="en-US" dirty="0"/>
          </a:p>
        </p:txBody>
      </p:sp>
      <p:sp>
        <p:nvSpPr>
          <p:cNvPr id="10" name="Text Placeholder 9"/>
          <p:cNvSpPr>
            <a:spLocks noGrp="1"/>
          </p:cNvSpPr>
          <p:nvPr>
            <p:ph type="body" sz="quarter" idx="14" hasCustomPrompt="1"/>
          </p:nvPr>
        </p:nvSpPr>
        <p:spPr>
          <a:xfrm>
            <a:off x="7992381" y="6267280"/>
            <a:ext cx="4978240" cy="1268053"/>
          </a:xfrm>
        </p:spPr>
        <p:txBody>
          <a:bodyPr anchor="b"/>
          <a:lstStyle>
            <a:lvl1pPr>
              <a:defRPr sz="2100">
                <a:solidFill>
                  <a:srgbClr val="599A83"/>
                </a:solidFill>
              </a:defRPr>
            </a:lvl1pPr>
          </a:lstStyle>
          <a:p>
            <a:pPr lvl="0"/>
            <a:r>
              <a:rPr lang="en-CA" dirty="0"/>
              <a:t>An optional annotation or extra information text box</a:t>
            </a:r>
            <a:endParaRPr lang="en-US" dirty="0"/>
          </a:p>
        </p:txBody>
      </p:sp>
      <p:sp>
        <p:nvSpPr>
          <p:cNvPr id="14" name="Picture Placeholder 4"/>
          <p:cNvSpPr>
            <a:spLocks noGrp="1"/>
          </p:cNvSpPr>
          <p:nvPr>
            <p:ph type="pic" sz="quarter" idx="16" hasCustomPrompt="1"/>
          </p:nvPr>
        </p:nvSpPr>
        <p:spPr>
          <a:xfrm>
            <a:off x="0" y="853033"/>
            <a:ext cx="6910691" cy="6682303"/>
          </a:xfrm>
        </p:spPr>
        <p:txBody>
          <a:bodyPr/>
          <a:lstStyle>
            <a:lvl1pPr>
              <a:defRPr baseline="0"/>
            </a:lvl1pPr>
          </a:lstStyle>
          <a:p>
            <a:r>
              <a:rPr lang="en-US" dirty="0"/>
              <a:t>Click on this icon to insert a photo.</a:t>
            </a:r>
          </a:p>
        </p:txBody>
      </p:sp>
      <p:sp>
        <p:nvSpPr>
          <p:cNvPr id="15" name="Text Placeholder 8"/>
          <p:cNvSpPr>
            <a:spLocks noGrp="1"/>
          </p:cNvSpPr>
          <p:nvPr>
            <p:ph type="body" sz="quarter" idx="17" hasCustomPrompt="1"/>
          </p:nvPr>
        </p:nvSpPr>
        <p:spPr>
          <a:xfrm>
            <a:off x="3" y="5494445"/>
            <a:ext cx="5029037" cy="767454"/>
          </a:xfrm>
          <a:solidFill>
            <a:srgbClr val="43B02A"/>
          </a:solidFill>
          <a:ln>
            <a:noFill/>
          </a:ln>
        </p:spPr>
        <p:txBody>
          <a:bodyPr wrap="square" lIns="252000" tIns="252000" rIns="252000" bIns="252000" anchor="ctr">
            <a:spAutoFit/>
          </a:bodyPr>
          <a:lstStyle>
            <a:lvl1pPr>
              <a:lnSpc>
                <a:spcPct val="80000"/>
              </a:lnSpc>
              <a:defRPr sz="2100" b="1" baseline="0">
                <a:ln>
                  <a:noFill/>
                </a:ln>
                <a:solidFill>
                  <a:schemeClr val="bg1"/>
                </a:solidFill>
                <a:effectLst/>
              </a:defRPr>
            </a:lvl1pPr>
          </a:lstStyle>
          <a:p>
            <a:pPr lvl="0"/>
            <a:r>
              <a:rPr lang="en-CA" dirty="0"/>
              <a:t>Optional short caption here</a:t>
            </a:r>
            <a:endParaRPr lang="en-US" dirty="0"/>
          </a:p>
        </p:txBody>
      </p:sp>
      <p:pic>
        <p:nvPicPr>
          <p:cNvPr id="16" name="Picture 15"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8331202"/>
            <a:ext cx="16256000" cy="819343"/>
          </a:xfrm>
          <a:prstGeom prst="rect">
            <a:avLst/>
          </a:prstGeom>
        </p:spPr>
      </p:pic>
      <p:pic>
        <p:nvPicPr>
          <p:cNvPr id="17" name="Picture 16"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20" y="8595469"/>
            <a:ext cx="394669" cy="290809"/>
          </a:xfrm>
          <a:prstGeom prst="rect">
            <a:avLst/>
          </a:prstGeom>
        </p:spPr>
      </p:pic>
      <p:sp>
        <p:nvSpPr>
          <p:cNvPr id="18" name="Slide Number Placeholder 8"/>
          <p:cNvSpPr>
            <a:spLocks noGrp="1"/>
          </p:cNvSpPr>
          <p:nvPr>
            <p:ph type="sldNum" sz="quarter" idx="19"/>
          </p:nvPr>
        </p:nvSpPr>
        <p:spPr>
          <a:xfrm>
            <a:off x="199081" y="8497455"/>
            <a:ext cx="529133" cy="486836"/>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729726628"/>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Full Frame Photo">
    <p:bg>
      <p:bgPr>
        <a:solidFill>
          <a:schemeClr val="bg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1187" y="0"/>
            <a:ext cx="16256403" cy="9144000"/>
          </a:xfrm>
        </p:spPr>
        <p:txBody>
          <a:bodyPr/>
          <a:lstStyle>
            <a:lvl1pPr marL="0" indent="0">
              <a:buNone/>
              <a:defRPr sz="4000" baseline="0"/>
            </a:lvl1pPr>
            <a:lvl2pPr marL="781440" indent="0">
              <a:buNone/>
              <a:defRPr sz="4800"/>
            </a:lvl2pPr>
            <a:lvl3pPr marL="1562880" indent="0">
              <a:buNone/>
              <a:defRPr sz="4100"/>
            </a:lvl3pPr>
            <a:lvl4pPr marL="2344320" indent="0">
              <a:buNone/>
              <a:defRPr sz="3401"/>
            </a:lvl4pPr>
            <a:lvl5pPr marL="3125762" indent="0">
              <a:buNone/>
              <a:defRPr sz="3401"/>
            </a:lvl5pPr>
            <a:lvl6pPr marL="3907200" indent="0">
              <a:buNone/>
              <a:defRPr sz="3401"/>
            </a:lvl6pPr>
            <a:lvl7pPr marL="4688640" indent="0">
              <a:buNone/>
              <a:defRPr sz="3401"/>
            </a:lvl7pPr>
            <a:lvl8pPr marL="5470082" indent="0">
              <a:buNone/>
              <a:defRPr sz="3401"/>
            </a:lvl8pPr>
            <a:lvl9pPr marL="6251520" indent="0">
              <a:buNone/>
              <a:defRPr sz="3401"/>
            </a:lvl9pPr>
          </a:lstStyle>
          <a:p>
            <a:r>
              <a:rPr lang="en-US" dirty="0"/>
              <a:t>Click on this icon to insert a photo.</a:t>
            </a:r>
          </a:p>
        </p:txBody>
      </p:sp>
      <p:sp>
        <p:nvSpPr>
          <p:cNvPr id="8" name="Text Placeholder 8"/>
          <p:cNvSpPr>
            <a:spLocks noGrp="1"/>
          </p:cNvSpPr>
          <p:nvPr>
            <p:ph type="body" sz="quarter" idx="16" hasCustomPrompt="1"/>
          </p:nvPr>
        </p:nvSpPr>
        <p:spPr>
          <a:xfrm>
            <a:off x="3" y="6313861"/>
            <a:ext cx="7958408" cy="759384"/>
          </a:xfrm>
          <a:solidFill>
            <a:srgbClr val="43B02A"/>
          </a:solidFill>
          <a:ln>
            <a:noFill/>
          </a:ln>
        </p:spPr>
        <p:txBody>
          <a:bodyPr wrap="square" lIns="252000" tIns="180000" rIns="252000" bIns="252000" anchor="ctr">
            <a:spAutoFit/>
          </a:bodyPr>
          <a:lstStyle>
            <a:lvl1pPr>
              <a:lnSpc>
                <a:spcPct val="100000"/>
              </a:lnSpc>
              <a:defRPr sz="2100" b="1" baseline="0">
                <a:ln>
                  <a:noFill/>
                </a:ln>
                <a:solidFill>
                  <a:schemeClr val="bg1"/>
                </a:solidFill>
                <a:effectLst/>
              </a:defRPr>
            </a:lvl1pPr>
          </a:lstStyle>
          <a:p>
            <a:pPr lvl="0"/>
            <a:r>
              <a:rPr lang="en-CA" dirty="0"/>
              <a:t>Optional short caption here</a:t>
            </a:r>
            <a:endParaRPr lang="en-US" dirty="0"/>
          </a:p>
        </p:txBody>
      </p:sp>
    </p:spTree>
    <p:extLst>
      <p:ext uri="{BB962C8B-B14F-4D97-AF65-F5344CB8AC3E}">
        <p14:creationId xmlns:p14="http://schemas.microsoft.com/office/powerpoint/2010/main" val="429093086"/>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wo Photos">
    <p:bg>
      <p:bgPr>
        <a:solidFill>
          <a:schemeClr val="bg1"/>
        </a:solid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0" y="3763846"/>
            <a:ext cx="16257588" cy="1739093"/>
          </a:xfrm>
          <a:prstGeom prst="rect">
            <a:avLst/>
          </a:prstGeom>
        </p:spPr>
      </p:pic>
      <p:sp>
        <p:nvSpPr>
          <p:cNvPr id="4" name="Picture Placeholder 3"/>
          <p:cNvSpPr>
            <a:spLocks noGrp="1"/>
          </p:cNvSpPr>
          <p:nvPr>
            <p:ph type="pic" sz="quarter" idx="10" hasCustomPrompt="1"/>
          </p:nvPr>
        </p:nvSpPr>
        <p:spPr>
          <a:xfrm>
            <a:off x="8332917" y="829735"/>
            <a:ext cx="7111899" cy="6696000"/>
          </a:xfrm>
        </p:spPr>
        <p:txBody>
          <a:bodyPr/>
          <a:lstStyle/>
          <a:p>
            <a:r>
              <a:rPr lang="en-US" dirty="0"/>
              <a:t>Click on this icon to insert a photo.</a:t>
            </a:r>
          </a:p>
        </p:txBody>
      </p:sp>
      <p:sp>
        <p:nvSpPr>
          <p:cNvPr id="6" name="Picture Placeholder 5"/>
          <p:cNvSpPr>
            <a:spLocks noGrp="1"/>
          </p:cNvSpPr>
          <p:nvPr>
            <p:ph type="pic" sz="quarter" idx="11" hasCustomPrompt="1"/>
          </p:nvPr>
        </p:nvSpPr>
        <p:spPr>
          <a:xfrm>
            <a:off x="829708" y="829735"/>
            <a:ext cx="7145633" cy="6696000"/>
          </a:xfrm>
        </p:spPr>
        <p:txBody>
          <a:bodyPr/>
          <a:lstStyle/>
          <a:p>
            <a:r>
              <a:rPr lang="en-US" dirty="0"/>
              <a:t>Click on this icon to insert a photo.</a:t>
            </a:r>
          </a:p>
        </p:txBody>
      </p:sp>
      <p:sp>
        <p:nvSpPr>
          <p:cNvPr id="9" name="Text Placeholder 8"/>
          <p:cNvSpPr>
            <a:spLocks noGrp="1"/>
          </p:cNvSpPr>
          <p:nvPr>
            <p:ph type="body" sz="quarter" idx="16" hasCustomPrompt="1"/>
          </p:nvPr>
        </p:nvSpPr>
        <p:spPr>
          <a:xfrm>
            <a:off x="829711" y="5504387"/>
            <a:ext cx="4673447" cy="767454"/>
          </a:xfrm>
          <a:solidFill>
            <a:srgbClr val="43B02A"/>
          </a:solidFill>
          <a:ln>
            <a:noFill/>
          </a:ln>
        </p:spPr>
        <p:txBody>
          <a:bodyPr wrap="square" lIns="252000" tIns="252000" rIns="252000" bIns="252000" anchor="ctr">
            <a:spAutoFit/>
          </a:bodyPr>
          <a:lstStyle>
            <a:lvl1pPr>
              <a:lnSpc>
                <a:spcPct val="80000"/>
              </a:lnSpc>
              <a:defRPr sz="2100" b="1">
                <a:ln>
                  <a:noFill/>
                </a:ln>
                <a:solidFill>
                  <a:schemeClr val="bg1"/>
                </a:solidFill>
                <a:effectLst/>
              </a:defRPr>
            </a:lvl1pPr>
          </a:lstStyle>
          <a:p>
            <a:pPr lvl="0"/>
            <a:r>
              <a:rPr lang="en-CA" dirty="0"/>
              <a:t>Optional short caption here</a:t>
            </a:r>
            <a:endParaRPr lang="en-US" dirty="0"/>
          </a:p>
        </p:txBody>
      </p:sp>
      <p:sp>
        <p:nvSpPr>
          <p:cNvPr id="11" name="Text Placeholder 8"/>
          <p:cNvSpPr>
            <a:spLocks noGrp="1"/>
          </p:cNvSpPr>
          <p:nvPr>
            <p:ph type="body" sz="quarter" idx="18" hasCustomPrompt="1"/>
          </p:nvPr>
        </p:nvSpPr>
        <p:spPr>
          <a:xfrm>
            <a:off x="8332920" y="5504387"/>
            <a:ext cx="4654528" cy="767454"/>
          </a:xfrm>
          <a:solidFill>
            <a:srgbClr val="43B02A"/>
          </a:solidFill>
          <a:ln>
            <a:noFill/>
          </a:ln>
        </p:spPr>
        <p:txBody>
          <a:bodyPr wrap="square" lIns="252000" tIns="252000" rIns="252000" bIns="252000" anchor="ctr">
            <a:spAutoFit/>
          </a:bodyPr>
          <a:lstStyle>
            <a:lvl1pPr>
              <a:lnSpc>
                <a:spcPct val="80000"/>
              </a:lnSpc>
              <a:defRPr sz="2100" b="1">
                <a:ln>
                  <a:noFill/>
                </a:ln>
                <a:solidFill>
                  <a:schemeClr val="bg1"/>
                </a:solidFill>
                <a:effectLst/>
              </a:defRPr>
            </a:lvl1pPr>
          </a:lstStyle>
          <a:p>
            <a:pPr lvl="0"/>
            <a:r>
              <a:rPr lang="en-CA" dirty="0"/>
              <a:t>Optional short caption here</a:t>
            </a:r>
            <a:endParaRPr lang="en-US" dirty="0"/>
          </a:p>
        </p:txBody>
      </p:sp>
      <p:pic>
        <p:nvPicPr>
          <p:cNvPr id="16" name="Picture 15" descr="green-bar.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 y="8331202"/>
            <a:ext cx="16256000" cy="819343"/>
          </a:xfrm>
          <a:prstGeom prst="rect">
            <a:avLst/>
          </a:prstGeom>
        </p:spPr>
      </p:pic>
      <p:pic>
        <p:nvPicPr>
          <p:cNvPr id="17" name="Picture 16" descr="ac-icon.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5703720" y="8595469"/>
            <a:ext cx="394669" cy="290809"/>
          </a:xfrm>
          <a:prstGeom prst="rect">
            <a:avLst/>
          </a:prstGeom>
        </p:spPr>
      </p:pic>
      <p:sp>
        <p:nvSpPr>
          <p:cNvPr id="18" name="Slide Number Placeholder 8"/>
          <p:cNvSpPr>
            <a:spLocks noGrp="1"/>
          </p:cNvSpPr>
          <p:nvPr>
            <p:ph type="sldNum" sz="quarter" idx="19"/>
          </p:nvPr>
        </p:nvSpPr>
        <p:spPr>
          <a:xfrm>
            <a:off x="199081" y="8497455"/>
            <a:ext cx="529133" cy="486836"/>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701114265"/>
      </p:ext>
    </p:extLst>
  </p:cSld>
  <p:clrMapOvr>
    <a:overrideClrMapping bg1="lt1" tx1="dk1" bg2="lt2" tx2="dk2" accent1="accent1" accent2="accent2" accent3="accent3" accent4="accent4" accent5="accent5" accent6="accent6" hlink="hlink" folHlink="folHlink"/>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Photo with Description">
    <p:bg>
      <p:bgPr>
        <a:solidFill>
          <a:schemeClr val="bg1"/>
        </a:solidFill>
        <a:effectLst/>
      </p:bgPr>
    </p:bg>
    <p:spTree>
      <p:nvGrpSpPr>
        <p:cNvPr id="1" name=""/>
        <p:cNvGrpSpPr/>
        <p:nvPr/>
      </p:nvGrpSpPr>
      <p:grpSpPr>
        <a:xfrm>
          <a:off x="0" y="0"/>
          <a:ext cx="0" cy="0"/>
          <a:chOff x="0" y="0"/>
          <a:chExt cx="0" cy="0"/>
        </a:xfrm>
      </p:grpSpPr>
      <p:pic>
        <p:nvPicPr>
          <p:cNvPr id="11" name="Picture 10" descr="swoosh-85.eps"/>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0" y="5194194"/>
            <a:ext cx="16257588" cy="1739093"/>
          </a:xfrm>
          <a:prstGeom prst="rect">
            <a:avLst/>
          </a:prstGeom>
        </p:spPr>
      </p:pic>
      <p:sp>
        <p:nvSpPr>
          <p:cNvPr id="12" name="Picture Placeholder 5"/>
          <p:cNvSpPr>
            <a:spLocks noGrp="1"/>
          </p:cNvSpPr>
          <p:nvPr>
            <p:ph type="pic" sz="quarter" idx="11" hasCustomPrompt="1"/>
          </p:nvPr>
        </p:nvSpPr>
        <p:spPr>
          <a:xfrm>
            <a:off x="829711" y="829735"/>
            <a:ext cx="11598956" cy="6696000"/>
          </a:xfrm>
        </p:spPr>
        <p:txBody>
          <a:bodyPr/>
          <a:lstStyle>
            <a:lvl1pPr>
              <a:defRPr baseline="0"/>
            </a:lvl1pPr>
          </a:lstStyle>
          <a:p>
            <a:r>
              <a:rPr lang="en-US" dirty="0"/>
              <a:t>Click on this icon to insert a photo.</a:t>
            </a:r>
          </a:p>
        </p:txBody>
      </p:sp>
      <p:sp>
        <p:nvSpPr>
          <p:cNvPr id="13" name="Text Placeholder 8"/>
          <p:cNvSpPr>
            <a:spLocks noGrp="1"/>
          </p:cNvSpPr>
          <p:nvPr>
            <p:ph type="body" sz="quarter" idx="16" hasCustomPrompt="1"/>
          </p:nvPr>
        </p:nvSpPr>
        <p:spPr>
          <a:xfrm>
            <a:off x="829711" y="5504387"/>
            <a:ext cx="4673447" cy="767454"/>
          </a:xfrm>
          <a:solidFill>
            <a:srgbClr val="43B02A"/>
          </a:solidFill>
          <a:ln>
            <a:noFill/>
          </a:ln>
        </p:spPr>
        <p:txBody>
          <a:bodyPr wrap="square" lIns="252000" tIns="252000" rIns="252000" bIns="252000" anchor="ctr">
            <a:spAutoFit/>
          </a:bodyPr>
          <a:lstStyle>
            <a:lvl1pPr>
              <a:lnSpc>
                <a:spcPct val="80000"/>
              </a:lnSpc>
              <a:defRPr sz="2100" b="1">
                <a:ln>
                  <a:noFill/>
                </a:ln>
                <a:solidFill>
                  <a:schemeClr val="bg1"/>
                </a:solidFill>
                <a:effectLst/>
              </a:defRPr>
            </a:lvl1pPr>
          </a:lstStyle>
          <a:p>
            <a:pPr lvl="0"/>
            <a:r>
              <a:rPr lang="en-CA" dirty="0"/>
              <a:t>Optional short caption here</a:t>
            </a:r>
            <a:endParaRPr lang="en-US" dirty="0"/>
          </a:p>
        </p:txBody>
      </p:sp>
      <p:sp>
        <p:nvSpPr>
          <p:cNvPr id="14" name="Text Placeholder 9"/>
          <p:cNvSpPr>
            <a:spLocks noGrp="1"/>
          </p:cNvSpPr>
          <p:nvPr>
            <p:ph type="body" sz="quarter" idx="14" hasCustomPrompt="1"/>
          </p:nvPr>
        </p:nvSpPr>
        <p:spPr>
          <a:xfrm>
            <a:off x="13104842" y="735010"/>
            <a:ext cx="2339870" cy="6800324"/>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pic>
        <p:nvPicPr>
          <p:cNvPr id="19" name="Picture 18" descr="green-bar.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 y="8331202"/>
            <a:ext cx="16256000" cy="819343"/>
          </a:xfrm>
          <a:prstGeom prst="rect">
            <a:avLst/>
          </a:prstGeom>
        </p:spPr>
      </p:pic>
      <p:pic>
        <p:nvPicPr>
          <p:cNvPr id="20" name="Picture 19" descr="ac-icon.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5703720" y="8595469"/>
            <a:ext cx="394669" cy="290809"/>
          </a:xfrm>
          <a:prstGeom prst="rect">
            <a:avLst/>
          </a:prstGeom>
        </p:spPr>
      </p:pic>
      <p:sp>
        <p:nvSpPr>
          <p:cNvPr id="21" name="Slide Number Placeholder 8"/>
          <p:cNvSpPr>
            <a:spLocks noGrp="1"/>
          </p:cNvSpPr>
          <p:nvPr>
            <p:ph type="sldNum" sz="quarter" idx="19"/>
          </p:nvPr>
        </p:nvSpPr>
        <p:spPr>
          <a:xfrm>
            <a:off x="199081" y="8497455"/>
            <a:ext cx="529133" cy="486836"/>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074729763"/>
      </p:ext>
    </p:extLst>
  </p:cSld>
  <p:clrMapOvr>
    <a:overrideClrMapping bg1="lt1" tx1="dk1" bg2="lt2" tx2="dk2" accent1="accent1" accent2="accent2" accent3="accent3" accent4="accent4" accent5="accent5" accent6="accent6" hlink="hlink" folHlink="folHlink"/>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Graphic + Title and Description">
    <p:bg>
      <p:bgPr>
        <a:solidFill>
          <a:schemeClr val="bg1"/>
        </a:solid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0" y="5194194"/>
            <a:ext cx="16257588" cy="1739093"/>
          </a:xfrm>
          <a:prstGeom prst="rect">
            <a:avLst/>
          </a:prstGeom>
        </p:spPr>
      </p:pic>
      <p:sp>
        <p:nvSpPr>
          <p:cNvPr id="13" name="Picture Placeholder 5"/>
          <p:cNvSpPr>
            <a:spLocks noGrp="1"/>
          </p:cNvSpPr>
          <p:nvPr>
            <p:ph type="pic" sz="quarter" idx="11" hasCustomPrompt="1"/>
          </p:nvPr>
        </p:nvSpPr>
        <p:spPr>
          <a:xfrm>
            <a:off x="829711" y="2404536"/>
            <a:ext cx="9459088" cy="5121200"/>
          </a:xfrm>
        </p:spPr>
        <p:txBody>
          <a:bodyPr/>
          <a:lstStyle/>
          <a:p>
            <a:r>
              <a:rPr lang="en-US" dirty="0"/>
              <a:t>Click on this icon to insert a graphic.</a:t>
            </a:r>
          </a:p>
        </p:txBody>
      </p:sp>
      <p:sp>
        <p:nvSpPr>
          <p:cNvPr id="20" name="Title 1"/>
          <p:cNvSpPr>
            <a:spLocks noGrp="1"/>
          </p:cNvSpPr>
          <p:nvPr>
            <p:ph type="title" hasCustomPrompt="1"/>
          </p:nvPr>
        </p:nvSpPr>
        <p:spPr>
          <a:xfrm>
            <a:off x="812883" y="768367"/>
            <a:ext cx="9475914" cy="1335973"/>
          </a:xfrm>
        </p:spPr>
        <p:txBody>
          <a:bodyPr anchor="t">
            <a:noAutofit/>
          </a:bodyPr>
          <a:lstStyle>
            <a:lvl1pPr>
              <a:defRPr sz="4800" b="1" baseline="0">
                <a:solidFill>
                  <a:srgbClr val="00673E"/>
                </a:solidFill>
              </a:defRPr>
            </a:lvl1pPr>
          </a:lstStyle>
          <a:p>
            <a:r>
              <a:rPr lang="en-CA" dirty="0"/>
              <a:t>This is graphic slide with a title and optional annotation</a:t>
            </a:r>
            <a:endParaRPr lang="en-US" dirty="0"/>
          </a:p>
        </p:txBody>
      </p:sp>
      <p:sp>
        <p:nvSpPr>
          <p:cNvPr id="23" name="Text Placeholder 9"/>
          <p:cNvSpPr>
            <a:spLocks noGrp="1"/>
          </p:cNvSpPr>
          <p:nvPr>
            <p:ph type="body" sz="quarter" idx="14" hasCustomPrompt="1"/>
          </p:nvPr>
        </p:nvSpPr>
        <p:spPr>
          <a:xfrm>
            <a:off x="13104842" y="735010"/>
            <a:ext cx="2339870" cy="6800324"/>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pic>
        <p:nvPicPr>
          <p:cNvPr id="24" name="Picture 23" descr="green-bar.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 y="8331202"/>
            <a:ext cx="16256000" cy="819343"/>
          </a:xfrm>
          <a:prstGeom prst="rect">
            <a:avLst/>
          </a:prstGeom>
        </p:spPr>
      </p:pic>
      <p:pic>
        <p:nvPicPr>
          <p:cNvPr id="25" name="Picture 24" descr="ac-icon.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5703720" y="8595469"/>
            <a:ext cx="394669" cy="290809"/>
          </a:xfrm>
          <a:prstGeom prst="rect">
            <a:avLst/>
          </a:prstGeom>
        </p:spPr>
      </p:pic>
      <p:sp>
        <p:nvSpPr>
          <p:cNvPr id="26" name="Slide Number Placeholder 8"/>
          <p:cNvSpPr>
            <a:spLocks noGrp="1"/>
          </p:cNvSpPr>
          <p:nvPr>
            <p:ph type="sldNum" sz="quarter" idx="19"/>
          </p:nvPr>
        </p:nvSpPr>
        <p:spPr>
          <a:xfrm>
            <a:off x="199081" y="8497455"/>
            <a:ext cx="529133" cy="486836"/>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533927439"/>
      </p:ext>
    </p:extLst>
  </p:cSld>
  <p:clrMapOvr>
    <a:overrideClrMapping bg1="lt1" tx1="dk1" bg2="lt2" tx2="dk2" accent1="accent1" accent2="accent2" accent3="accent3" accent4="accent4" accent5="accent5" accent6="accent6" hlink="hlink" folHlink="folHlink"/>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able or Chart">
    <p:bg>
      <p:bgRef idx="1001">
        <a:schemeClr val="bg1"/>
      </p:bgRef>
    </p:bg>
    <p:spTree>
      <p:nvGrpSpPr>
        <p:cNvPr id="1" name=""/>
        <p:cNvGrpSpPr/>
        <p:nvPr/>
      </p:nvGrpSpPr>
      <p:grpSpPr>
        <a:xfrm>
          <a:off x="0" y="0"/>
          <a:ext cx="0" cy="0"/>
          <a:chOff x="0" y="0"/>
          <a:chExt cx="0" cy="0"/>
        </a:xfrm>
      </p:grpSpPr>
      <p:pic>
        <p:nvPicPr>
          <p:cNvPr id="5" name="Picture 4"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8331202"/>
            <a:ext cx="16256000" cy="819343"/>
          </a:xfrm>
          <a:prstGeom prst="rect">
            <a:avLst/>
          </a:prstGeom>
        </p:spPr>
      </p:pic>
      <p:pic>
        <p:nvPicPr>
          <p:cNvPr id="8" name="Picture 7"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20" y="8595469"/>
            <a:ext cx="394669" cy="290809"/>
          </a:xfrm>
          <a:prstGeom prst="rect">
            <a:avLst/>
          </a:prstGeom>
        </p:spPr>
      </p:pic>
      <p:sp>
        <p:nvSpPr>
          <p:cNvPr id="13" name="Slide Number Placeholder 8"/>
          <p:cNvSpPr>
            <a:spLocks noGrp="1"/>
          </p:cNvSpPr>
          <p:nvPr>
            <p:ph type="sldNum" sz="quarter" idx="19"/>
          </p:nvPr>
        </p:nvSpPr>
        <p:spPr>
          <a:xfrm>
            <a:off x="199081" y="8497455"/>
            <a:ext cx="529133" cy="486836"/>
          </a:xfrm>
        </p:spPr>
        <p:txBody>
          <a:bodyPr/>
          <a:lstStyle>
            <a:lvl1pPr>
              <a:defRPr>
                <a:solidFill>
                  <a:schemeClr val="accent3"/>
                </a:solidFill>
              </a:defRPr>
            </a:lvl1pPr>
          </a:lstStyle>
          <a:p>
            <a:fld id="{DEF3F5F5-7776-394F-A41F-3BAFC9CC9F8E}" type="slidenum">
              <a:rPr lang="en-US" smtClean="0"/>
              <a:pPr/>
              <a:t>‹#›</a:t>
            </a:fld>
            <a:endParaRPr lang="en-US" dirty="0"/>
          </a:p>
        </p:txBody>
      </p:sp>
      <p:sp>
        <p:nvSpPr>
          <p:cNvPr id="15" name="Title 1"/>
          <p:cNvSpPr>
            <a:spLocks noGrp="1"/>
          </p:cNvSpPr>
          <p:nvPr>
            <p:ph type="title" hasCustomPrompt="1"/>
          </p:nvPr>
        </p:nvSpPr>
        <p:spPr>
          <a:xfrm>
            <a:off x="812883" y="768367"/>
            <a:ext cx="9475914" cy="1335973"/>
          </a:xfrm>
        </p:spPr>
        <p:txBody>
          <a:bodyPr anchor="t">
            <a:noAutofit/>
          </a:bodyPr>
          <a:lstStyle>
            <a:lvl1pPr>
              <a:defRPr sz="4800" b="1" baseline="0">
                <a:solidFill>
                  <a:srgbClr val="00673E"/>
                </a:solidFill>
              </a:defRPr>
            </a:lvl1pPr>
          </a:lstStyle>
          <a:p>
            <a:r>
              <a:rPr lang="en-CA" dirty="0"/>
              <a:t>This is a chart or table slide with optional annotation</a:t>
            </a:r>
            <a:endParaRPr lang="en-US" dirty="0"/>
          </a:p>
        </p:txBody>
      </p:sp>
      <p:sp>
        <p:nvSpPr>
          <p:cNvPr id="17" name="Table Placeholder 3"/>
          <p:cNvSpPr>
            <a:spLocks noGrp="1"/>
          </p:cNvSpPr>
          <p:nvPr>
            <p:ph type="tbl" sz="quarter" idx="20" hasCustomPrompt="1"/>
          </p:nvPr>
        </p:nvSpPr>
        <p:spPr>
          <a:xfrm>
            <a:off x="812802" y="2405064"/>
            <a:ext cx="9475788" cy="5121275"/>
          </a:xfrm>
        </p:spPr>
        <p:txBody>
          <a:bodyPr/>
          <a:lstStyle>
            <a:lvl1pPr>
              <a:defRPr baseline="0"/>
            </a:lvl1pPr>
          </a:lstStyle>
          <a:p>
            <a:r>
              <a:rPr lang="en-US" dirty="0"/>
              <a:t>Click on the icon to insert a table or chart.</a:t>
            </a:r>
          </a:p>
        </p:txBody>
      </p:sp>
      <p:sp>
        <p:nvSpPr>
          <p:cNvPr id="18" name="Text Placeholder 9"/>
          <p:cNvSpPr>
            <a:spLocks noGrp="1"/>
          </p:cNvSpPr>
          <p:nvPr>
            <p:ph type="body" sz="quarter" idx="14" hasCustomPrompt="1"/>
          </p:nvPr>
        </p:nvSpPr>
        <p:spPr>
          <a:xfrm>
            <a:off x="13104842" y="735010"/>
            <a:ext cx="2339870" cy="6800324"/>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spTree>
    <p:extLst>
      <p:ext uri="{BB962C8B-B14F-4D97-AF65-F5344CB8AC3E}">
        <p14:creationId xmlns:p14="http://schemas.microsoft.com/office/powerpoint/2010/main" val="459781218"/>
      </p:ext>
    </p:extLst>
  </p:cSld>
  <p:clrMapOvr>
    <a:overrideClrMapping bg1="lt1" tx1="dk1" bg2="lt2" tx2="dk2" accent1="accent1" accent2="accent2" accent3="accent3" accent4="accent4" accent5="accent5" accent6="accent6" hlink="hlink" folHlink="folHlink"/>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Outro Slide">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2948422" y="3117810"/>
            <a:ext cx="10360745" cy="2612172"/>
          </a:xfrm>
        </p:spPr>
        <p:txBody>
          <a:bodyPr lIns="0" tIns="0" rIns="0" bIns="0" anchor="ctr">
            <a:noAutofit/>
          </a:bodyPr>
          <a:lstStyle>
            <a:lvl1pPr marL="0" indent="0" algn="ctr">
              <a:buNone/>
              <a:defRPr sz="4800" baseline="0">
                <a:solidFill>
                  <a:schemeClr val="accent5"/>
                </a:solidFill>
              </a:defRPr>
            </a:lvl1pPr>
            <a:lvl2pPr marL="781440" indent="0" algn="ctr">
              <a:buNone/>
              <a:defRPr>
                <a:solidFill>
                  <a:schemeClr val="tx1">
                    <a:tint val="75000"/>
                  </a:schemeClr>
                </a:solidFill>
              </a:defRPr>
            </a:lvl2pPr>
            <a:lvl3pPr marL="1562880" indent="0" algn="ctr">
              <a:buNone/>
              <a:defRPr>
                <a:solidFill>
                  <a:schemeClr val="tx1">
                    <a:tint val="75000"/>
                  </a:schemeClr>
                </a:solidFill>
              </a:defRPr>
            </a:lvl3pPr>
            <a:lvl4pPr marL="2344320" indent="0" algn="ctr">
              <a:buNone/>
              <a:defRPr>
                <a:solidFill>
                  <a:schemeClr val="tx1">
                    <a:tint val="75000"/>
                  </a:schemeClr>
                </a:solidFill>
              </a:defRPr>
            </a:lvl4pPr>
            <a:lvl5pPr marL="3125762" indent="0" algn="ctr">
              <a:buNone/>
              <a:defRPr>
                <a:solidFill>
                  <a:schemeClr val="tx1">
                    <a:tint val="75000"/>
                  </a:schemeClr>
                </a:solidFill>
              </a:defRPr>
            </a:lvl5pPr>
            <a:lvl6pPr marL="3907200" indent="0" algn="ctr">
              <a:buNone/>
              <a:defRPr>
                <a:solidFill>
                  <a:schemeClr val="tx1">
                    <a:tint val="75000"/>
                  </a:schemeClr>
                </a:solidFill>
              </a:defRPr>
            </a:lvl6pPr>
            <a:lvl7pPr marL="4688640" indent="0" algn="ctr">
              <a:buNone/>
              <a:defRPr>
                <a:solidFill>
                  <a:schemeClr val="tx1">
                    <a:tint val="75000"/>
                  </a:schemeClr>
                </a:solidFill>
              </a:defRPr>
            </a:lvl7pPr>
            <a:lvl8pPr marL="5470082" indent="0" algn="ctr">
              <a:buNone/>
              <a:defRPr>
                <a:solidFill>
                  <a:schemeClr val="tx1">
                    <a:tint val="75000"/>
                  </a:schemeClr>
                </a:solidFill>
              </a:defRPr>
            </a:lvl8pPr>
            <a:lvl9pPr marL="6251520" indent="0" algn="ctr">
              <a:buNone/>
              <a:defRPr>
                <a:solidFill>
                  <a:schemeClr val="tx1">
                    <a:tint val="75000"/>
                  </a:schemeClr>
                </a:solidFill>
              </a:defRPr>
            </a:lvl9pPr>
          </a:lstStyle>
          <a:p>
            <a:r>
              <a:rPr lang="en-CA" dirty="0"/>
              <a:t>Questions? Put your contact prompt message and your email here.</a:t>
            </a:r>
            <a:endParaRPr lang="en-US" dirty="0"/>
          </a:p>
        </p:txBody>
      </p:sp>
      <p:sp>
        <p:nvSpPr>
          <p:cNvPr id="2" name="Title 1"/>
          <p:cNvSpPr>
            <a:spLocks noGrp="1"/>
          </p:cNvSpPr>
          <p:nvPr>
            <p:ph type="ctrTitle" hasCustomPrompt="1"/>
          </p:nvPr>
        </p:nvSpPr>
        <p:spPr>
          <a:xfrm>
            <a:off x="3320944" y="2082798"/>
            <a:ext cx="9615706" cy="1018079"/>
          </a:xfrm>
        </p:spPr>
        <p:txBody>
          <a:bodyPr anchor="b"/>
          <a:lstStyle>
            <a:lvl1pPr algn="ctr">
              <a:defRPr baseline="0">
                <a:solidFill>
                  <a:srgbClr val="00673E"/>
                </a:solidFill>
              </a:defRPr>
            </a:lvl1pPr>
          </a:lstStyle>
          <a:p>
            <a:r>
              <a:rPr lang="en-CA" dirty="0"/>
              <a:t>Thank you message</a:t>
            </a:r>
            <a:endParaRPr lang="en-US" dirty="0"/>
          </a:p>
        </p:txBody>
      </p:sp>
      <p:sp>
        <p:nvSpPr>
          <p:cNvPr id="5" name="Text Placeholder 4"/>
          <p:cNvSpPr>
            <a:spLocks noGrp="1"/>
          </p:cNvSpPr>
          <p:nvPr>
            <p:ph type="body" sz="quarter" idx="10" hasCustomPrompt="1"/>
          </p:nvPr>
        </p:nvSpPr>
        <p:spPr>
          <a:xfrm>
            <a:off x="3320944" y="6017841"/>
            <a:ext cx="9615706" cy="462415"/>
          </a:xfrm>
        </p:spPr>
        <p:txBody>
          <a:bodyPr anchor="t"/>
          <a:lstStyle>
            <a:lvl1pPr algn="ctr">
              <a:defRPr>
                <a:solidFill>
                  <a:schemeClr val="accent2"/>
                </a:solidFill>
              </a:defRPr>
            </a:lvl1pPr>
          </a:lstStyle>
          <a:p>
            <a:pPr lvl="0"/>
            <a:r>
              <a:rPr lang="en-CA" dirty="0" err="1"/>
              <a:t>www.algonquincollege.com</a:t>
            </a:r>
            <a:r>
              <a:rPr lang="en-CA" dirty="0"/>
              <a:t>/</a:t>
            </a:r>
            <a:r>
              <a:rPr lang="en-CA" dirty="0" err="1"/>
              <a:t>relevantURL</a:t>
            </a:r>
            <a:endParaRPr lang="en-US" dirty="0"/>
          </a:p>
        </p:txBody>
      </p:sp>
      <p:pic>
        <p:nvPicPr>
          <p:cNvPr id="13" name="Picture 12" descr="ac-icon-green.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77685" y="828551"/>
            <a:ext cx="635143" cy="467999"/>
          </a:xfrm>
          <a:prstGeom prst="rect">
            <a:avLst/>
          </a:prstGeom>
        </p:spPr>
      </p:pic>
      <p:pic>
        <p:nvPicPr>
          <p:cNvPr id="14" name="Picture 13" descr="curtain-100.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7365827"/>
            <a:ext cx="16257588" cy="1778175"/>
          </a:xfrm>
          <a:prstGeom prst="rect">
            <a:avLst/>
          </a:prstGeom>
        </p:spPr>
      </p:pic>
    </p:spTree>
    <p:extLst>
      <p:ext uri="{BB962C8B-B14F-4D97-AF65-F5344CB8AC3E}">
        <p14:creationId xmlns:p14="http://schemas.microsoft.com/office/powerpoint/2010/main" val="313701571"/>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1027318"/>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938717" y="2462784"/>
            <a:ext cx="1281128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4394714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9.xml"/><Relationship Id="rId18" Type="http://schemas.openxmlformats.org/officeDocument/2006/relationships/slideLayout" Target="../slideLayouts/slideLayout54.xml"/><Relationship Id="rId26" Type="http://schemas.openxmlformats.org/officeDocument/2006/relationships/slideLayout" Target="../slideLayouts/slideLayout62.xml"/><Relationship Id="rId3" Type="http://schemas.openxmlformats.org/officeDocument/2006/relationships/slideLayout" Target="../slideLayouts/slideLayout39.xml"/><Relationship Id="rId21" Type="http://schemas.openxmlformats.org/officeDocument/2006/relationships/slideLayout" Target="../slideLayouts/slideLayout57.xml"/><Relationship Id="rId34" Type="http://schemas.openxmlformats.org/officeDocument/2006/relationships/slideLayout" Target="../slideLayouts/slideLayout70.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17" Type="http://schemas.openxmlformats.org/officeDocument/2006/relationships/slideLayout" Target="../slideLayouts/slideLayout53.xml"/><Relationship Id="rId25" Type="http://schemas.openxmlformats.org/officeDocument/2006/relationships/slideLayout" Target="../slideLayouts/slideLayout61.xml"/><Relationship Id="rId33" Type="http://schemas.openxmlformats.org/officeDocument/2006/relationships/slideLayout" Target="../slideLayouts/slideLayout69.xml"/><Relationship Id="rId2" Type="http://schemas.openxmlformats.org/officeDocument/2006/relationships/slideLayout" Target="../slideLayouts/slideLayout38.xml"/><Relationship Id="rId16" Type="http://schemas.openxmlformats.org/officeDocument/2006/relationships/slideLayout" Target="../slideLayouts/slideLayout52.xml"/><Relationship Id="rId20" Type="http://schemas.openxmlformats.org/officeDocument/2006/relationships/slideLayout" Target="../slideLayouts/slideLayout56.xml"/><Relationship Id="rId29" Type="http://schemas.openxmlformats.org/officeDocument/2006/relationships/slideLayout" Target="../slideLayouts/slideLayout65.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24" Type="http://schemas.openxmlformats.org/officeDocument/2006/relationships/slideLayout" Target="../slideLayouts/slideLayout60.xml"/><Relationship Id="rId32" Type="http://schemas.openxmlformats.org/officeDocument/2006/relationships/slideLayout" Target="../slideLayouts/slideLayout68.xml"/><Relationship Id="rId5" Type="http://schemas.openxmlformats.org/officeDocument/2006/relationships/slideLayout" Target="../slideLayouts/slideLayout41.xml"/><Relationship Id="rId15" Type="http://schemas.openxmlformats.org/officeDocument/2006/relationships/slideLayout" Target="../slideLayouts/slideLayout51.xml"/><Relationship Id="rId23" Type="http://schemas.openxmlformats.org/officeDocument/2006/relationships/slideLayout" Target="../slideLayouts/slideLayout59.xml"/><Relationship Id="rId28" Type="http://schemas.openxmlformats.org/officeDocument/2006/relationships/slideLayout" Target="../slideLayouts/slideLayout64.xml"/><Relationship Id="rId36" Type="http://schemas.openxmlformats.org/officeDocument/2006/relationships/theme" Target="../theme/theme2.xml"/><Relationship Id="rId10" Type="http://schemas.openxmlformats.org/officeDocument/2006/relationships/slideLayout" Target="../slideLayouts/slideLayout46.xml"/><Relationship Id="rId19" Type="http://schemas.openxmlformats.org/officeDocument/2006/relationships/slideLayout" Target="../slideLayouts/slideLayout55.xml"/><Relationship Id="rId31" Type="http://schemas.openxmlformats.org/officeDocument/2006/relationships/slideLayout" Target="../slideLayouts/slideLayout67.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slideLayout" Target="../slideLayouts/slideLayout50.xml"/><Relationship Id="rId22" Type="http://schemas.openxmlformats.org/officeDocument/2006/relationships/slideLayout" Target="../slideLayouts/slideLayout58.xml"/><Relationship Id="rId27" Type="http://schemas.openxmlformats.org/officeDocument/2006/relationships/slideLayout" Target="../slideLayouts/slideLayout63.xml"/><Relationship Id="rId30" Type="http://schemas.openxmlformats.org/officeDocument/2006/relationships/slideLayout" Target="../slideLayouts/slideLayout66.xml"/><Relationship Id="rId35" Type="http://schemas.openxmlformats.org/officeDocument/2006/relationships/slideLayout" Target="../slideLayouts/slideLayout71.xml"/><Relationship Id="rId8" Type="http://schemas.openxmlformats.org/officeDocument/2006/relationships/slideLayout" Target="../slideLayouts/slideLayout44.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84.xml"/><Relationship Id="rId18" Type="http://schemas.openxmlformats.org/officeDocument/2006/relationships/slideLayout" Target="../slideLayouts/slideLayout89.xml"/><Relationship Id="rId26" Type="http://schemas.openxmlformats.org/officeDocument/2006/relationships/slideLayout" Target="../slideLayouts/slideLayout97.xml"/><Relationship Id="rId21" Type="http://schemas.openxmlformats.org/officeDocument/2006/relationships/slideLayout" Target="../slideLayouts/slideLayout92.xml"/><Relationship Id="rId34" Type="http://schemas.openxmlformats.org/officeDocument/2006/relationships/slideLayout" Target="../slideLayouts/slideLayout105.xml"/><Relationship Id="rId7" Type="http://schemas.openxmlformats.org/officeDocument/2006/relationships/slideLayout" Target="../slideLayouts/slideLayout78.xml"/><Relationship Id="rId12" Type="http://schemas.openxmlformats.org/officeDocument/2006/relationships/slideLayout" Target="../slideLayouts/slideLayout83.xml"/><Relationship Id="rId17" Type="http://schemas.openxmlformats.org/officeDocument/2006/relationships/slideLayout" Target="../slideLayouts/slideLayout88.xml"/><Relationship Id="rId25" Type="http://schemas.openxmlformats.org/officeDocument/2006/relationships/slideLayout" Target="../slideLayouts/slideLayout96.xml"/><Relationship Id="rId33" Type="http://schemas.openxmlformats.org/officeDocument/2006/relationships/slideLayout" Target="../slideLayouts/slideLayout104.xml"/><Relationship Id="rId2" Type="http://schemas.openxmlformats.org/officeDocument/2006/relationships/slideLayout" Target="../slideLayouts/slideLayout73.xml"/><Relationship Id="rId16" Type="http://schemas.openxmlformats.org/officeDocument/2006/relationships/slideLayout" Target="../slideLayouts/slideLayout87.xml"/><Relationship Id="rId20" Type="http://schemas.openxmlformats.org/officeDocument/2006/relationships/slideLayout" Target="../slideLayouts/slideLayout91.xml"/><Relationship Id="rId29" Type="http://schemas.openxmlformats.org/officeDocument/2006/relationships/slideLayout" Target="../slideLayouts/slideLayout100.xml"/><Relationship Id="rId1" Type="http://schemas.openxmlformats.org/officeDocument/2006/relationships/slideLayout" Target="../slideLayouts/slideLayout72.xml"/><Relationship Id="rId6" Type="http://schemas.openxmlformats.org/officeDocument/2006/relationships/slideLayout" Target="../slideLayouts/slideLayout77.xml"/><Relationship Id="rId11" Type="http://schemas.openxmlformats.org/officeDocument/2006/relationships/slideLayout" Target="../slideLayouts/slideLayout82.xml"/><Relationship Id="rId24" Type="http://schemas.openxmlformats.org/officeDocument/2006/relationships/slideLayout" Target="../slideLayouts/slideLayout95.xml"/><Relationship Id="rId32" Type="http://schemas.openxmlformats.org/officeDocument/2006/relationships/slideLayout" Target="../slideLayouts/slideLayout103.xml"/><Relationship Id="rId37" Type="http://schemas.openxmlformats.org/officeDocument/2006/relationships/theme" Target="../theme/theme3.xml"/><Relationship Id="rId5" Type="http://schemas.openxmlformats.org/officeDocument/2006/relationships/slideLayout" Target="../slideLayouts/slideLayout76.xml"/><Relationship Id="rId15" Type="http://schemas.openxmlformats.org/officeDocument/2006/relationships/slideLayout" Target="../slideLayouts/slideLayout86.xml"/><Relationship Id="rId23" Type="http://schemas.openxmlformats.org/officeDocument/2006/relationships/slideLayout" Target="../slideLayouts/slideLayout94.xml"/><Relationship Id="rId28" Type="http://schemas.openxmlformats.org/officeDocument/2006/relationships/slideLayout" Target="../slideLayouts/slideLayout99.xml"/><Relationship Id="rId36" Type="http://schemas.openxmlformats.org/officeDocument/2006/relationships/slideLayout" Target="../slideLayouts/slideLayout107.xml"/><Relationship Id="rId10" Type="http://schemas.openxmlformats.org/officeDocument/2006/relationships/slideLayout" Target="../slideLayouts/slideLayout81.xml"/><Relationship Id="rId19" Type="http://schemas.openxmlformats.org/officeDocument/2006/relationships/slideLayout" Target="../slideLayouts/slideLayout90.xml"/><Relationship Id="rId31" Type="http://schemas.openxmlformats.org/officeDocument/2006/relationships/slideLayout" Target="../slideLayouts/slideLayout102.xml"/><Relationship Id="rId4" Type="http://schemas.openxmlformats.org/officeDocument/2006/relationships/slideLayout" Target="../slideLayouts/slideLayout75.xml"/><Relationship Id="rId9" Type="http://schemas.openxmlformats.org/officeDocument/2006/relationships/slideLayout" Target="../slideLayouts/slideLayout80.xml"/><Relationship Id="rId14" Type="http://schemas.openxmlformats.org/officeDocument/2006/relationships/slideLayout" Target="../slideLayouts/slideLayout85.xml"/><Relationship Id="rId22" Type="http://schemas.openxmlformats.org/officeDocument/2006/relationships/slideLayout" Target="../slideLayouts/slideLayout93.xml"/><Relationship Id="rId27" Type="http://schemas.openxmlformats.org/officeDocument/2006/relationships/slideLayout" Target="../slideLayouts/slideLayout98.xml"/><Relationship Id="rId30" Type="http://schemas.openxmlformats.org/officeDocument/2006/relationships/slideLayout" Target="../slideLayouts/slideLayout101.xml"/><Relationship Id="rId35" Type="http://schemas.openxmlformats.org/officeDocument/2006/relationships/slideLayout" Target="../slideLayouts/slideLayout106.xml"/><Relationship Id="rId8" Type="http://schemas.openxmlformats.org/officeDocument/2006/relationships/slideLayout" Target="../slideLayouts/slideLayout79.xml"/><Relationship Id="rId3" Type="http://schemas.openxmlformats.org/officeDocument/2006/relationships/slideLayout" Target="../slideLayouts/slideLayout7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80" y="666518"/>
            <a:ext cx="14631829" cy="1467081"/>
          </a:xfrm>
          <a:prstGeom prst="rect">
            <a:avLst/>
          </a:prstGeom>
        </p:spPr>
        <p:txBody>
          <a:bodyPr vert="horz" lIns="0" tIns="0" rIns="0" bIns="0" rtlCol="0" anchor="ctr">
            <a:noAutofit/>
          </a:bodyPr>
          <a:lstStyle/>
          <a:p>
            <a:r>
              <a:rPr lang="en-CA" dirty="0"/>
              <a:t>Click to edit Master title style</a:t>
            </a:r>
            <a:endParaRPr lang="en-US" dirty="0"/>
          </a:p>
        </p:txBody>
      </p:sp>
      <p:sp>
        <p:nvSpPr>
          <p:cNvPr id="3" name="Text Placeholder 2"/>
          <p:cNvSpPr>
            <a:spLocks noGrp="1"/>
          </p:cNvSpPr>
          <p:nvPr>
            <p:ph type="body" idx="1"/>
          </p:nvPr>
        </p:nvSpPr>
        <p:spPr>
          <a:xfrm>
            <a:off x="812880" y="2133600"/>
            <a:ext cx="14631829" cy="5204532"/>
          </a:xfrm>
          <a:prstGeom prst="rect">
            <a:avLst/>
          </a:prstGeom>
        </p:spPr>
        <p:txBody>
          <a:bodyPr vert="horz" lIns="0" tIns="0" rIns="0" bIns="0" rtlCol="0">
            <a:noAutofit/>
          </a:bodyPr>
          <a:lstStyle/>
          <a:p>
            <a:pPr lvl="0"/>
            <a:r>
              <a:rPr lang="en-CA" dirty="0"/>
              <a:t>Click to edit Master text styles</a:t>
            </a:r>
          </a:p>
          <a:p>
            <a:pPr lvl="1"/>
            <a:r>
              <a:rPr lang="en-CA" dirty="0"/>
              <a:t>First level</a:t>
            </a:r>
          </a:p>
          <a:p>
            <a:pPr lvl="2"/>
            <a:r>
              <a:rPr lang="en-CA" dirty="0"/>
              <a:t>Second level</a:t>
            </a:r>
          </a:p>
          <a:p>
            <a:pPr lvl="0"/>
            <a:endParaRPr lang="en-CA" dirty="0"/>
          </a:p>
        </p:txBody>
      </p:sp>
      <p:sp>
        <p:nvSpPr>
          <p:cNvPr id="6" name="Slide Number Placeholder 5"/>
          <p:cNvSpPr>
            <a:spLocks noGrp="1"/>
          </p:cNvSpPr>
          <p:nvPr>
            <p:ph type="sldNum" sz="quarter" idx="4"/>
          </p:nvPr>
        </p:nvSpPr>
        <p:spPr>
          <a:xfrm>
            <a:off x="812880" y="8475135"/>
            <a:ext cx="1180185" cy="486834"/>
          </a:xfrm>
          <a:prstGeom prst="rect">
            <a:avLst/>
          </a:prstGeom>
        </p:spPr>
        <p:txBody>
          <a:bodyPr vert="horz" lIns="0" tIns="0" rIns="0" bIns="0" rtlCol="0" anchor="ctr"/>
          <a:lstStyle>
            <a:lvl1pPr algn="l">
              <a:defRPr sz="2100" b="1">
                <a:solidFill>
                  <a:schemeClr val="tx1">
                    <a:tint val="75000"/>
                  </a:schemeClr>
                </a:solidFill>
              </a:defRPr>
            </a:lvl1pPr>
          </a:lstStyle>
          <a:p>
            <a:fld id="{C1424084-422A-4246-8522-ECCBA4948A88}" type="slidenum">
              <a:rPr lang="en-US" smtClean="0"/>
              <a:pPr/>
              <a:t>‹#›</a:t>
            </a:fld>
            <a:endParaRPr lang="en-US" dirty="0"/>
          </a:p>
        </p:txBody>
      </p:sp>
    </p:spTree>
    <p:extLst>
      <p:ext uri="{BB962C8B-B14F-4D97-AF65-F5344CB8AC3E}">
        <p14:creationId xmlns:p14="http://schemas.microsoft.com/office/powerpoint/2010/main" val="3683788119"/>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79" r:id="rId3"/>
    <p:sldLayoutId id="2147483686" r:id="rId4"/>
    <p:sldLayoutId id="2147483650" r:id="rId5"/>
    <p:sldLayoutId id="2147483693" r:id="rId6"/>
    <p:sldLayoutId id="2147483685" r:id="rId7"/>
    <p:sldLayoutId id="2147483687" r:id="rId8"/>
    <p:sldLayoutId id="2147483688" r:id="rId9"/>
    <p:sldLayoutId id="2147483689" r:id="rId10"/>
    <p:sldLayoutId id="2147483690" r:id="rId11"/>
    <p:sldLayoutId id="2147483691" r:id="rId12"/>
    <p:sldLayoutId id="2147483692" r:id="rId13"/>
    <p:sldLayoutId id="2147483694" r:id="rId14"/>
    <p:sldLayoutId id="2147483695" r:id="rId15"/>
    <p:sldLayoutId id="2147483696" r:id="rId16"/>
    <p:sldLayoutId id="2147483697" r:id="rId17"/>
    <p:sldLayoutId id="2147483677" r:id="rId18"/>
    <p:sldLayoutId id="2147483698" r:id="rId19"/>
    <p:sldLayoutId id="2147483699" r:id="rId20"/>
    <p:sldLayoutId id="2147483682" r:id="rId21"/>
    <p:sldLayoutId id="2147483654" r:id="rId22"/>
    <p:sldLayoutId id="2147483662" r:id="rId23"/>
    <p:sldLayoutId id="2147483683" r:id="rId24"/>
    <p:sldLayoutId id="2147483684" r:id="rId25"/>
    <p:sldLayoutId id="2147483664" r:id="rId26"/>
    <p:sldLayoutId id="2147483700" r:id="rId27"/>
    <p:sldLayoutId id="2147483701" r:id="rId28"/>
    <p:sldLayoutId id="2147483657" r:id="rId29"/>
    <p:sldLayoutId id="2147483674" r:id="rId30"/>
    <p:sldLayoutId id="2147483675" r:id="rId31"/>
    <p:sldLayoutId id="2147483681" r:id="rId32"/>
    <p:sldLayoutId id="2147483667" r:id="rId33"/>
    <p:sldLayoutId id="2147483680" r:id="rId34"/>
    <p:sldLayoutId id="2147483702" r:id="rId35"/>
    <p:sldLayoutId id="2147483703" r:id="rId36"/>
  </p:sldLayoutIdLst>
  <p:hf hdr="0" ftr="0" dt="0"/>
  <p:txStyles>
    <p:titleStyle>
      <a:lvl1pPr algn="l" defTabSz="781583" rtl="0" eaLnBrk="1" latinLnBrk="0" hangingPunct="1">
        <a:lnSpc>
          <a:spcPct val="80000"/>
        </a:lnSpc>
        <a:spcBef>
          <a:spcPct val="0"/>
        </a:spcBef>
        <a:buNone/>
        <a:defRPr sz="7200" kern="1200">
          <a:solidFill>
            <a:schemeClr val="accent5"/>
          </a:solidFill>
          <a:latin typeface="+mj-lt"/>
          <a:ea typeface="+mj-ea"/>
          <a:cs typeface="+mj-cs"/>
        </a:defRPr>
      </a:lvl1pPr>
    </p:titleStyle>
    <p:bodyStyle>
      <a:lvl1pPr marL="0" indent="0" algn="l" defTabSz="781583" rtl="0" eaLnBrk="1" latinLnBrk="0" hangingPunct="1">
        <a:lnSpc>
          <a:spcPct val="110000"/>
        </a:lnSpc>
        <a:spcBef>
          <a:spcPct val="20000"/>
        </a:spcBef>
        <a:buClr>
          <a:schemeClr val="accent2"/>
        </a:buClr>
        <a:buFontTx/>
        <a:buNone/>
        <a:defRPr sz="3200" kern="1200">
          <a:solidFill>
            <a:schemeClr val="accent5"/>
          </a:solidFill>
          <a:latin typeface="+mn-lt"/>
          <a:ea typeface="+mn-ea"/>
          <a:cs typeface="+mn-cs"/>
        </a:defRPr>
      </a:lvl1pPr>
      <a:lvl2pPr marL="1270073" indent="-488490" algn="l" defTabSz="781583" rtl="0" eaLnBrk="1" latinLnBrk="0" hangingPunct="1">
        <a:lnSpc>
          <a:spcPct val="110000"/>
        </a:lnSpc>
        <a:spcBef>
          <a:spcPct val="20000"/>
        </a:spcBef>
        <a:buClr>
          <a:schemeClr val="accent2"/>
        </a:buClr>
        <a:buSzPct val="75000"/>
        <a:buFont typeface="Arial"/>
        <a:buChar char="•"/>
        <a:defRPr sz="3200" kern="1200">
          <a:solidFill>
            <a:schemeClr val="accent5"/>
          </a:solidFill>
          <a:latin typeface="+mn-lt"/>
          <a:ea typeface="+mn-ea"/>
          <a:cs typeface="+mn-cs"/>
        </a:defRPr>
      </a:lvl2pPr>
      <a:lvl3pPr marL="2020367" indent="-457200" algn="l" defTabSz="781583" rtl="0" eaLnBrk="1" latinLnBrk="0" hangingPunct="1">
        <a:lnSpc>
          <a:spcPct val="110000"/>
        </a:lnSpc>
        <a:spcBef>
          <a:spcPct val="20000"/>
        </a:spcBef>
        <a:buClr>
          <a:schemeClr val="accent2"/>
        </a:buClr>
        <a:buSzPct val="60000"/>
        <a:buFont typeface="Wingdings" charset="2"/>
        <a:buChar char="§"/>
        <a:defRPr sz="3200" kern="1200" baseline="0">
          <a:solidFill>
            <a:schemeClr val="accent5"/>
          </a:solidFill>
          <a:latin typeface="+mn-lt"/>
          <a:ea typeface="+mn-ea"/>
          <a:cs typeface="+mn-cs"/>
        </a:defRPr>
      </a:lvl3pPr>
      <a:lvl4pPr marL="2735542" indent="-390792" algn="l" defTabSz="781583" rtl="0" eaLnBrk="1" latinLnBrk="0" hangingPunct="1">
        <a:lnSpc>
          <a:spcPct val="120000"/>
        </a:lnSpc>
        <a:spcBef>
          <a:spcPct val="20000"/>
        </a:spcBef>
        <a:buClr>
          <a:schemeClr val="accent2"/>
        </a:buClr>
        <a:buSzPct val="90000"/>
        <a:buFont typeface="Arial"/>
        <a:buChar char="–"/>
        <a:defRPr sz="2100" kern="1200">
          <a:solidFill>
            <a:schemeClr val="accent4"/>
          </a:solidFill>
          <a:latin typeface="+mn-lt"/>
          <a:ea typeface="+mn-ea"/>
          <a:cs typeface="+mn-cs"/>
        </a:defRPr>
      </a:lvl4pPr>
      <a:lvl5pPr marL="3517125" indent="-390792" algn="l" defTabSz="781583" rtl="0" eaLnBrk="1" latinLnBrk="0" hangingPunct="1">
        <a:spcBef>
          <a:spcPct val="20000"/>
        </a:spcBef>
        <a:buFont typeface="Arial"/>
        <a:buChar char="»"/>
        <a:defRPr sz="3400" kern="1200">
          <a:solidFill>
            <a:schemeClr val="accent5"/>
          </a:solidFill>
          <a:latin typeface="+mn-lt"/>
          <a:ea typeface="+mn-ea"/>
          <a:cs typeface="+mn-cs"/>
        </a:defRPr>
      </a:lvl5pPr>
      <a:lvl6pPr marL="4298709" indent="-390792" algn="l" defTabSz="781583" rtl="0" eaLnBrk="1" latinLnBrk="0" hangingPunct="1">
        <a:spcBef>
          <a:spcPct val="20000"/>
        </a:spcBef>
        <a:buFont typeface="Arial"/>
        <a:buChar char="•"/>
        <a:defRPr sz="3400" kern="1200">
          <a:solidFill>
            <a:schemeClr val="tx1"/>
          </a:solidFill>
          <a:latin typeface="+mn-lt"/>
          <a:ea typeface="+mn-ea"/>
          <a:cs typeface="+mn-cs"/>
        </a:defRPr>
      </a:lvl6pPr>
      <a:lvl7pPr marL="5080292" indent="-390792" algn="l" defTabSz="781583" rtl="0" eaLnBrk="1" latinLnBrk="0" hangingPunct="1">
        <a:spcBef>
          <a:spcPct val="20000"/>
        </a:spcBef>
        <a:buFont typeface="Arial"/>
        <a:buChar char="•"/>
        <a:defRPr sz="3400" kern="1200">
          <a:solidFill>
            <a:schemeClr val="tx1"/>
          </a:solidFill>
          <a:latin typeface="+mn-lt"/>
          <a:ea typeface="+mn-ea"/>
          <a:cs typeface="+mn-cs"/>
        </a:defRPr>
      </a:lvl7pPr>
      <a:lvl8pPr marL="5861876" indent="-390792" algn="l" defTabSz="781583" rtl="0" eaLnBrk="1" latinLnBrk="0" hangingPunct="1">
        <a:spcBef>
          <a:spcPct val="20000"/>
        </a:spcBef>
        <a:buFont typeface="Arial"/>
        <a:buChar char="•"/>
        <a:defRPr sz="3400" kern="1200">
          <a:solidFill>
            <a:schemeClr val="tx1"/>
          </a:solidFill>
          <a:latin typeface="+mn-lt"/>
          <a:ea typeface="+mn-ea"/>
          <a:cs typeface="+mn-cs"/>
        </a:defRPr>
      </a:lvl8pPr>
      <a:lvl9pPr marL="6643459" indent="-390792" algn="l" defTabSz="781583" rtl="0" eaLnBrk="1" latinLnBrk="0" hangingPunct="1">
        <a:spcBef>
          <a:spcPct val="20000"/>
        </a:spcBef>
        <a:buFont typeface="Arial"/>
        <a:buChar char="•"/>
        <a:defRPr sz="3400" kern="1200">
          <a:solidFill>
            <a:schemeClr val="tx1"/>
          </a:solidFill>
          <a:latin typeface="+mn-lt"/>
          <a:ea typeface="+mn-ea"/>
          <a:cs typeface="+mn-cs"/>
        </a:defRPr>
      </a:lvl9pPr>
    </p:bodyStyle>
    <p:otherStyle>
      <a:defPPr>
        <a:defRPr lang="en-US"/>
      </a:defPPr>
      <a:lvl1pPr marL="0" algn="l" defTabSz="781583" rtl="0" eaLnBrk="1" latinLnBrk="0" hangingPunct="1">
        <a:defRPr sz="3100" kern="1200">
          <a:solidFill>
            <a:schemeClr val="tx1"/>
          </a:solidFill>
          <a:latin typeface="+mn-lt"/>
          <a:ea typeface="+mn-ea"/>
          <a:cs typeface="+mn-cs"/>
        </a:defRPr>
      </a:lvl1pPr>
      <a:lvl2pPr marL="781583" algn="l" defTabSz="781583" rtl="0" eaLnBrk="1" latinLnBrk="0" hangingPunct="1">
        <a:defRPr sz="3100" kern="1200">
          <a:solidFill>
            <a:schemeClr val="tx1"/>
          </a:solidFill>
          <a:latin typeface="+mn-lt"/>
          <a:ea typeface="+mn-ea"/>
          <a:cs typeface="+mn-cs"/>
        </a:defRPr>
      </a:lvl2pPr>
      <a:lvl3pPr marL="1563167" algn="l" defTabSz="781583" rtl="0" eaLnBrk="1" latinLnBrk="0" hangingPunct="1">
        <a:defRPr sz="3100" kern="1200">
          <a:solidFill>
            <a:schemeClr val="tx1"/>
          </a:solidFill>
          <a:latin typeface="+mn-lt"/>
          <a:ea typeface="+mn-ea"/>
          <a:cs typeface="+mn-cs"/>
        </a:defRPr>
      </a:lvl3pPr>
      <a:lvl4pPr marL="2344750" algn="l" defTabSz="781583" rtl="0" eaLnBrk="1" latinLnBrk="0" hangingPunct="1">
        <a:defRPr sz="3100" kern="1200">
          <a:solidFill>
            <a:schemeClr val="tx1"/>
          </a:solidFill>
          <a:latin typeface="+mn-lt"/>
          <a:ea typeface="+mn-ea"/>
          <a:cs typeface="+mn-cs"/>
        </a:defRPr>
      </a:lvl4pPr>
      <a:lvl5pPr marL="3126334" algn="l" defTabSz="781583" rtl="0" eaLnBrk="1" latinLnBrk="0" hangingPunct="1">
        <a:defRPr sz="3100" kern="1200">
          <a:solidFill>
            <a:schemeClr val="tx1"/>
          </a:solidFill>
          <a:latin typeface="+mn-lt"/>
          <a:ea typeface="+mn-ea"/>
          <a:cs typeface="+mn-cs"/>
        </a:defRPr>
      </a:lvl5pPr>
      <a:lvl6pPr marL="3907917" algn="l" defTabSz="781583" rtl="0" eaLnBrk="1" latinLnBrk="0" hangingPunct="1">
        <a:defRPr sz="3100" kern="1200">
          <a:solidFill>
            <a:schemeClr val="tx1"/>
          </a:solidFill>
          <a:latin typeface="+mn-lt"/>
          <a:ea typeface="+mn-ea"/>
          <a:cs typeface="+mn-cs"/>
        </a:defRPr>
      </a:lvl6pPr>
      <a:lvl7pPr marL="4689500" algn="l" defTabSz="781583" rtl="0" eaLnBrk="1" latinLnBrk="0" hangingPunct="1">
        <a:defRPr sz="3100" kern="1200">
          <a:solidFill>
            <a:schemeClr val="tx1"/>
          </a:solidFill>
          <a:latin typeface="+mn-lt"/>
          <a:ea typeface="+mn-ea"/>
          <a:cs typeface="+mn-cs"/>
        </a:defRPr>
      </a:lvl7pPr>
      <a:lvl8pPr marL="5471084" algn="l" defTabSz="781583" rtl="0" eaLnBrk="1" latinLnBrk="0" hangingPunct="1">
        <a:defRPr sz="3100" kern="1200">
          <a:solidFill>
            <a:schemeClr val="tx1"/>
          </a:solidFill>
          <a:latin typeface="+mn-lt"/>
          <a:ea typeface="+mn-ea"/>
          <a:cs typeface="+mn-cs"/>
        </a:defRPr>
      </a:lvl8pPr>
      <a:lvl9pPr marL="6252667" algn="l" defTabSz="781583" rtl="0" eaLnBrk="1" latinLnBrk="0" hangingPunct="1">
        <a:defRPr sz="31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81" y="666520"/>
            <a:ext cx="14631829" cy="1467081"/>
          </a:xfrm>
          <a:prstGeom prst="rect">
            <a:avLst/>
          </a:prstGeom>
        </p:spPr>
        <p:txBody>
          <a:bodyPr vert="horz" lIns="0" tIns="0" rIns="0" bIns="0" rtlCol="0" anchor="ctr">
            <a:noAutofit/>
          </a:bodyPr>
          <a:lstStyle/>
          <a:p>
            <a:r>
              <a:rPr lang="en-CA" dirty="0"/>
              <a:t>Click to edit Master title style</a:t>
            </a:r>
            <a:endParaRPr lang="en-US" dirty="0"/>
          </a:p>
        </p:txBody>
      </p:sp>
      <p:sp>
        <p:nvSpPr>
          <p:cNvPr id="3" name="Text Placeholder 2"/>
          <p:cNvSpPr>
            <a:spLocks noGrp="1"/>
          </p:cNvSpPr>
          <p:nvPr>
            <p:ph type="body" idx="1"/>
          </p:nvPr>
        </p:nvSpPr>
        <p:spPr>
          <a:xfrm>
            <a:off x="812881" y="2133601"/>
            <a:ext cx="14631829" cy="5204532"/>
          </a:xfrm>
          <a:prstGeom prst="rect">
            <a:avLst/>
          </a:prstGeom>
        </p:spPr>
        <p:txBody>
          <a:bodyPr vert="horz" lIns="0" tIns="0" rIns="0" bIns="0" rtlCol="0">
            <a:noAutofit/>
          </a:bodyPr>
          <a:lstStyle/>
          <a:p>
            <a:pPr lvl="0"/>
            <a:r>
              <a:rPr lang="en-CA" dirty="0"/>
              <a:t>Click to edit Master text styles</a:t>
            </a:r>
          </a:p>
          <a:p>
            <a:pPr lvl="1"/>
            <a:r>
              <a:rPr lang="en-CA" dirty="0"/>
              <a:t>First level</a:t>
            </a:r>
          </a:p>
          <a:p>
            <a:pPr lvl="2"/>
            <a:r>
              <a:rPr lang="en-CA" dirty="0"/>
              <a:t>Second level</a:t>
            </a:r>
          </a:p>
          <a:p>
            <a:pPr lvl="0"/>
            <a:endParaRPr lang="en-CA" dirty="0"/>
          </a:p>
        </p:txBody>
      </p:sp>
      <p:sp>
        <p:nvSpPr>
          <p:cNvPr id="6" name="Slide Number Placeholder 5"/>
          <p:cNvSpPr>
            <a:spLocks noGrp="1"/>
          </p:cNvSpPr>
          <p:nvPr>
            <p:ph type="sldNum" sz="quarter" idx="4"/>
          </p:nvPr>
        </p:nvSpPr>
        <p:spPr>
          <a:xfrm>
            <a:off x="812881" y="8475135"/>
            <a:ext cx="1180185" cy="486835"/>
          </a:xfrm>
          <a:prstGeom prst="rect">
            <a:avLst/>
          </a:prstGeom>
        </p:spPr>
        <p:txBody>
          <a:bodyPr vert="horz" lIns="0" tIns="0" rIns="0" bIns="0" rtlCol="0" anchor="ctr"/>
          <a:lstStyle>
            <a:lvl1pPr algn="l">
              <a:defRPr sz="2100" b="1">
                <a:solidFill>
                  <a:schemeClr val="tx1">
                    <a:tint val="75000"/>
                  </a:schemeClr>
                </a:solidFill>
              </a:defRPr>
            </a:lvl1pPr>
          </a:lstStyle>
          <a:p>
            <a:fld id="{C1424084-422A-4246-8522-ECCBA4948A88}" type="slidenum">
              <a:rPr lang="en-US" smtClean="0"/>
              <a:pPr/>
              <a:t>‹#›</a:t>
            </a:fld>
            <a:endParaRPr lang="en-US" dirty="0"/>
          </a:p>
        </p:txBody>
      </p:sp>
    </p:spTree>
    <p:extLst>
      <p:ext uri="{BB962C8B-B14F-4D97-AF65-F5344CB8AC3E}">
        <p14:creationId xmlns:p14="http://schemas.microsoft.com/office/powerpoint/2010/main" val="3585700755"/>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720" r:id="rId16"/>
    <p:sldLayoutId id="2147483721" r:id="rId17"/>
    <p:sldLayoutId id="2147483722" r:id="rId18"/>
    <p:sldLayoutId id="2147483723" r:id="rId19"/>
    <p:sldLayoutId id="2147483724" r:id="rId20"/>
    <p:sldLayoutId id="2147483725" r:id="rId21"/>
    <p:sldLayoutId id="2147483726" r:id="rId22"/>
    <p:sldLayoutId id="2147483727" r:id="rId23"/>
    <p:sldLayoutId id="2147483728" r:id="rId24"/>
    <p:sldLayoutId id="2147483729" r:id="rId25"/>
    <p:sldLayoutId id="2147483730" r:id="rId26"/>
    <p:sldLayoutId id="2147483731" r:id="rId27"/>
    <p:sldLayoutId id="2147483732" r:id="rId28"/>
    <p:sldLayoutId id="2147483733" r:id="rId29"/>
    <p:sldLayoutId id="2147483734" r:id="rId30"/>
    <p:sldLayoutId id="2147483735" r:id="rId31"/>
    <p:sldLayoutId id="2147483736" r:id="rId32"/>
    <p:sldLayoutId id="2147483737" r:id="rId33"/>
    <p:sldLayoutId id="2147483738" r:id="rId34"/>
    <p:sldLayoutId id="2147483739" r:id="rId35"/>
  </p:sldLayoutIdLst>
  <p:hf hdr="0" ftr="0" dt="0"/>
  <p:txStyles>
    <p:titleStyle>
      <a:lvl1pPr algn="l" defTabSz="781459" rtl="0" eaLnBrk="1" latinLnBrk="0" hangingPunct="1">
        <a:lnSpc>
          <a:spcPct val="80000"/>
        </a:lnSpc>
        <a:spcBef>
          <a:spcPct val="0"/>
        </a:spcBef>
        <a:buNone/>
        <a:defRPr sz="7198" kern="1200">
          <a:solidFill>
            <a:schemeClr val="accent5"/>
          </a:solidFill>
          <a:latin typeface="+mj-lt"/>
          <a:ea typeface="+mj-ea"/>
          <a:cs typeface="+mj-cs"/>
        </a:defRPr>
      </a:lvl1pPr>
    </p:titleStyle>
    <p:bodyStyle>
      <a:lvl1pPr marL="0" indent="0" algn="l" defTabSz="781459" rtl="0" eaLnBrk="1" latinLnBrk="0" hangingPunct="1">
        <a:lnSpc>
          <a:spcPct val="110000"/>
        </a:lnSpc>
        <a:spcBef>
          <a:spcPct val="20000"/>
        </a:spcBef>
        <a:buClr>
          <a:schemeClr val="accent2"/>
        </a:buClr>
        <a:buFontTx/>
        <a:buNone/>
        <a:defRPr sz="3200" kern="1200">
          <a:solidFill>
            <a:schemeClr val="accent5"/>
          </a:solidFill>
          <a:latin typeface="+mn-lt"/>
          <a:ea typeface="+mn-ea"/>
          <a:cs typeface="+mn-cs"/>
        </a:defRPr>
      </a:lvl1pPr>
      <a:lvl2pPr marL="1269872" indent="-488413" algn="l" defTabSz="781459" rtl="0" eaLnBrk="1" latinLnBrk="0" hangingPunct="1">
        <a:lnSpc>
          <a:spcPct val="110000"/>
        </a:lnSpc>
        <a:spcBef>
          <a:spcPct val="20000"/>
        </a:spcBef>
        <a:buClr>
          <a:schemeClr val="accent2"/>
        </a:buClr>
        <a:buSzPct val="75000"/>
        <a:buFont typeface="Arial"/>
        <a:buChar char="•"/>
        <a:defRPr sz="3200" kern="1200">
          <a:solidFill>
            <a:schemeClr val="accent5"/>
          </a:solidFill>
          <a:latin typeface="+mn-lt"/>
          <a:ea typeface="+mn-ea"/>
          <a:cs typeface="+mn-cs"/>
        </a:defRPr>
      </a:lvl2pPr>
      <a:lvl3pPr marL="2020047" indent="-457127" algn="l" defTabSz="781459" rtl="0" eaLnBrk="1" latinLnBrk="0" hangingPunct="1">
        <a:lnSpc>
          <a:spcPct val="110000"/>
        </a:lnSpc>
        <a:spcBef>
          <a:spcPct val="20000"/>
        </a:spcBef>
        <a:buClr>
          <a:schemeClr val="accent2"/>
        </a:buClr>
        <a:buSzPct val="60000"/>
        <a:buFont typeface="Wingdings" charset="2"/>
        <a:buChar char="§"/>
        <a:defRPr sz="3200" kern="1200" baseline="0">
          <a:solidFill>
            <a:schemeClr val="accent5"/>
          </a:solidFill>
          <a:latin typeface="+mn-lt"/>
          <a:ea typeface="+mn-ea"/>
          <a:cs typeface="+mn-cs"/>
        </a:defRPr>
      </a:lvl3pPr>
      <a:lvl4pPr marL="2735109" indent="-390730" algn="l" defTabSz="781459" rtl="0" eaLnBrk="1" latinLnBrk="0" hangingPunct="1">
        <a:lnSpc>
          <a:spcPct val="120000"/>
        </a:lnSpc>
        <a:spcBef>
          <a:spcPct val="20000"/>
        </a:spcBef>
        <a:buClr>
          <a:schemeClr val="accent2"/>
        </a:buClr>
        <a:buSzPct val="90000"/>
        <a:buFont typeface="Arial"/>
        <a:buChar char="–"/>
        <a:defRPr sz="2100" kern="1200">
          <a:solidFill>
            <a:schemeClr val="accent4"/>
          </a:solidFill>
          <a:latin typeface="+mn-lt"/>
          <a:ea typeface="+mn-ea"/>
          <a:cs typeface="+mn-cs"/>
        </a:defRPr>
      </a:lvl4pPr>
      <a:lvl5pPr marL="3516568" indent="-390730" algn="l" defTabSz="781459" rtl="0" eaLnBrk="1" latinLnBrk="0" hangingPunct="1">
        <a:spcBef>
          <a:spcPct val="20000"/>
        </a:spcBef>
        <a:buFont typeface="Arial"/>
        <a:buChar char="»"/>
        <a:defRPr sz="3400" kern="1200">
          <a:solidFill>
            <a:schemeClr val="accent5"/>
          </a:solidFill>
          <a:latin typeface="+mn-lt"/>
          <a:ea typeface="+mn-ea"/>
          <a:cs typeface="+mn-cs"/>
        </a:defRPr>
      </a:lvl5pPr>
      <a:lvl6pPr marL="4298029" indent="-390730" algn="l" defTabSz="781459" rtl="0" eaLnBrk="1" latinLnBrk="0" hangingPunct="1">
        <a:spcBef>
          <a:spcPct val="20000"/>
        </a:spcBef>
        <a:buFont typeface="Arial"/>
        <a:buChar char="•"/>
        <a:defRPr sz="3400" kern="1200">
          <a:solidFill>
            <a:schemeClr val="tx1"/>
          </a:solidFill>
          <a:latin typeface="+mn-lt"/>
          <a:ea typeface="+mn-ea"/>
          <a:cs typeface="+mn-cs"/>
        </a:defRPr>
      </a:lvl6pPr>
      <a:lvl7pPr marL="5079488" indent="-390730" algn="l" defTabSz="781459" rtl="0" eaLnBrk="1" latinLnBrk="0" hangingPunct="1">
        <a:spcBef>
          <a:spcPct val="20000"/>
        </a:spcBef>
        <a:buFont typeface="Arial"/>
        <a:buChar char="•"/>
        <a:defRPr sz="3400" kern="1200">
          <a:solidFill>
            <a:schemeClr val="tx1"/>
          </a:solidFill>
          <a:latin typeface="+mn-lt"/>
          <a:ea typeface="+mn-ea"/>
          <a:cs typeface="+mn-cs"/>
        </a:defRPr>
      </a:lvl7pPr>
      <a:lvl8pPr marL="5860948" indent="-390730" algn="l" defTabSz="781459" rtl="0" eaLnBrk="1" latinLnBrk="0" hangingPunct="1">
        <a:spcBef>
          <a:spcPct val="20000"/>
        </a:spcBef>
        <a:buFont typeface="Arial"/>
        <a:buChar char="•"/>
        <a:defRPr sz="3400" kern="1200">
          <a:solidFill>
            <a:schemeClr val="tx1"/>
          </a:solidFill>
          <a:latin typeface="+mn-lt"/>
          <a:ea typeface="+mn-ea"/>
          <a:cs typeface="+mn-cs"/>
        </a:defRPr>
      </a:lvl8pPr>
      <a:lvl9pPr marL="6642407" indent="-390730" algn="l" defTabSz="781459" rtl="0" eaLnBrk="1" latinLnBrk="0" hangingPunct="1">
        <a:spcBef>
          <a:spcPct val="20000"/>
        </a:spcBef>
        <a:buFont typeface="Arial"/>
        <a:buChar char="•"/>
        <a:defRPr sz="3400" kern="1200">
          <a:solidFill>
            <a:schemeClr val="tx1"/>
          </a:solidFill>
          <a:latin typeface="+mn-lt"/>
          <a:ea typeface="+mn-ea"/>
          <a:cs typeface="+mn-cs"/>
        </a:defRPr>
      </a:lvl9pPr>
    </p:bodyStyle>
    <p:otherStyle>
      <a:defPPr>
        <a:defRPr lang="en-US"/>
      </a:defPPr>
      <a:lvl1pPr marL="0" algn="l" defTabSz="781459" rtl="0" eaLnBrk="1" latinLnBrk="0" hangingPunct="1">
        <a:defRPr sz="3100" kern="1200">
          <a:solidFill>
            <a:schemeClr val="tx1"/>
          </a:solidFill>
          <a:latin typeface="+mn-lt"/>
          <a:ea typeface="+mn-ea"/>
          <a:cs typeface="+mn-cs"/>
        </a:defRPr>
      </a:lvl1pPr>
      <a:lvl2pPr marL="781459" algn="l" defTabSz="781459" rtl="0" eaLnBrk="1" latinLnBrk="0" hangingPunct="1">
        <a:defRPr sz="3100" kern="1200">
          <a:solidFill>
            <a:schemeClr val="tx1"/>
          </a:solidFill>
          <a:latin typeface="+mn-lt"/>
          <a:ea typeface="+mn-ea"/>
          <a:cs typeface="+mn-cs"/>
        </a:defRPr>
      </a:lvl2pPr>
      <a:lvl3pPr marL="1562920" algn="l" defTabSz="781459" rtl="0" eaLnBrk="1" latinLnBrk="0" hangingPunct="1">
        <a:defRPr sz="3100" kern="1200">
          <a:solidFill>
            <a:schemeClr val="tx1"/>
          </a:solidFill>
          <a:latin typeface="+mn-lt"/>
          <a:ea typeface="+mn-ea"/>
          <a:cs typeface="+mn-cs"/>
        </a:defRPr>
      </a:lvl3pPr>
      <a:lvl4pPr marL="2344379" algn="l" defTabSz="781459" rtl="0" eaLnBrk="1" latinLnBrk="0" hangingPunct="1">
        <a:defRPr sz="3100" kern="1200">
          <a:solidFill>
            <a:schemeClr val="tx1"/>
          </a:solidFill>
          <a:latin typeface="+mn-lt"/>
          <a:ea typeface="+mn-ea"/>
          <a:cs typeface="+mn-cs"/>
        </a:defRPr>
      </a:lvl4pPr>
      <a:lvl5pPr marL="3125839" algn="l" defTabSz="781459" rtl="0" eaLnBrk="1" latinLnBrk="0" hangingPunct="1">
        <a:defRPr sz="3100" kern="1200">
          <a:solidFill>
            <a:schemeClr val="tx1"/>
          </a:solidFill>
          <a:latin typeface="+mn-lt"/>
          <a:ea typeface="+mn-ea"/>
          <a:cs typeface="+mn-cs"/>
        </a:defRPr>
      </a:lvl5pPr>
      <a:lvl6pPr marL="3907298" algn="l" defTabSz="781459" rtl="0" eaLnBrk="1" latinLnBrk="0" hangingPunct="1">
        <a:defRPr sz="3100" kern="1200">
          <a:solidFill>
            <a:schemeClr val="tx1"/>
          </a:solidFill>
          <a:latin typeface="+mn-lt"/>
          <a:ea typeface="+mn-ea"/>
          <a:cs typeface="+mn-cs"/>
        </a:defRPr>
      </a:lvl6pPr>
      <a:lvl7pPr marL="4688757" algn="l" defTabSz="781459" rtl="0" eaLnBrk="1" latinLnBrk="0" hangingPunct="1">
        <a:defRPr sz="3100" kern="1200">
          <a:solidFill>
            <a:schemeClr val="tx1"/>
          </a:solidFill>
          <a:latin typeface="+mn-lt"/>
          <a:ea typeface="+mn-ea"/>
          <a:cs typeface="+mn-cs"/>
        </a:defRPr>
      </a:lvl7pPr>
      <a:lvl8pPr marL="5470218" algn="l" defTabSz="781459" rtl="0" eaLnBrk="1" latinLnBrk="0" hangingPunct="1">
        <a:defRPr sz="3100" kern="1200">
          <a:solidFill>
            <a:schemeClr val="tx1"/>
          </a:solidFill>
          <a:latin typeface="+mn-lt"/>
          <a:ea typeface="+mn-ea"/>
          <a:cs typeface="+mn-cs"/>
        </a:defRPr>
      </a:lvl8pPr>
      <a:lvl9pPr marL="6251677" algn="l" defTabSz="781459" rtl="0" eaLnBrk="1" latinLnBrk="0" hangingPunct="1">
        <a:defRPr sz="31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81" y="666521"/>
            <a:ext cx="14631829" cy="1467081"/>
          </a:xfrm>
          <a:prstGeom prst="rect">
            <a:avLst/>
          </a:prstGeom>
        </p:spPr>
        <p:txBody>
          <a:bodyPr vert="horz" lIns="0" tIns="0" rIns="0" bIns="0" rtlCol="0" anchor="ctr">
            <a:noAutofit/>
          </a:bodyPr>
          <a:lstStyle/>
          <a:p>
            <a:r>
              <a:rPr lang="en-CA" dirty="0"/>
              <a:t>Click to edit Master title style</a:t>
            </a:r>
            <a:endParaRPr lang="en-US" dirty="0"/>
          </a:p>
        </p:txBody>
      </p:sp>
      <p:sp>
        <p:nvSpPr>
          <p:cNvPr id="3" name="Text Placeholder 2"/>
          <p:cNvSpPr>
            <a:spLocks noGrp="1"/>
          </p:cNvSpPr>
          <p:nvPr>
            <p:ph type="body" idx="1"/>
          </p:nvPr>
        </p:nvSpPr>
        <p:spPr>
          <a:xfrm>
            <a:off x="812881" y="2133603"/>
            <a:ext cx="14631829" cy="5204532"/>
          </a:xfrm>
          <a:prstGeom prst="rect">
            <a:avLst/>
          </a:prstGeom>
        </p:spPr>
        <p:txBody>
          <a:bodyPr vert="horz" lIns="0" tIns="0" rIns="0" bIns="0" rtlCol="0">
            <a:noAutofit/>
          </a:bodyPr>
          <a:lstStyle/>
          <a:p>
            <a:pPr lvl="0"/>
            <a:r>
              <a:rPr lang="en-CA" dirty="0"/>
              <a:t>Click to edit Master text styles</a:t>
            </a:r>
          </a:p>
          <a:p>
            <a:pPr lvl="1"/>
            <a:r>
              <a:rPr lang="en-CA" dirty="0"/>
              <a:t>First level</a:t>
            </a:r>
          </a:p>
          <a:p>
            <a:pPr lvl="2"/>
            <a:r>
              <a:rPr lang="en-CA" dirty="0"/>
              <a:t>Second level</a:t>
            </a:r>
          </a:p>
          <a:p>
            <a:pPr lvl="0"/>
            <a:endParaRPr lang="en-CA" dirty="0"/>
          </a:p>
        </p:txBody>
      </p:sp>
      <p:sp>
        <p:nvSpPr>
          <p:cNvPr id="6" name="Slide Number Placeholder 5"/>
          <p:cNvSpPr>
            <a:spLocks noGrp="1"/>
          </p:cNvSpPr>
          <p:nvPr>
            <p:ph type="sldNum" sz="quarter" idx="4"/>
          </p:nvPr>
        </p:nvSpPr>
        <p:spPr>
          <a:xfrm>
            <a:off x="812882" y="8475135"/>
            <a:ext cx="1180185" cy="486836"/>
          </a:xfrm>
          <a:prstGeom prst="rect">
            <a:avLst/>
          </a:prstGeom>
        </p:spPr>
        <p:txBody>
          <a:bodyPr vert="horz" lIns="0" tIns="0" rIns="0" bIns="0" rtlCol="0" anchor="ctr"/>
          <a:lstStyle>
            <a:lvl1pPr algn="l">
              <a:defRPr sz="2100" b="1">
                <a:solidFill>
                  <a:schemeClr val="tx1">
                    <a:tint val="75000"/>
                  </a:schemeClr>
                </a:solidFill>
              </a:defRPr>
            </a:lvl1pPr>
          </a:lstStyle>
          <a:p>
            <a:fld id="{C1424084-422A-4246-8522-ECCBA4948A88}" type="slidenum">
              <a:rPr lang="en-US" smtClean="0"/>
              <a:pPr/>
              <a:t>‹#›</a:t>
            </a:fld>
            <a:endParaRPr lang="en-US" dirty="0"/>
          </a:p>
        </p:txBody>
      </p:sp>
    </p:spTree>
    <p:extLst>
      <p:ext uri="{BB962C8B-B14F-4D97-AF65-F5344CB8AC3E}">
        <p14:creationId xmlns:p14="http://schemas.microsoft.com/office/powerpoint/2010/main" val="728135026"/>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 id="2147483752" r:id="rId12"/>
    <p:sldLayoutId id="2147483753" r:id="rId13"/>
    <p:sldLayoutId id="2147483754" r:id="rId14"/>
    <p:sldLayoutId id="2147483755" r:id="rId15"/>
    <p:sldLayoutId id="2147483756" r:id="rId16"/>
    <p:sldLayoutId id="2147483757" r:id="rId17"/>
    <p:sldLayoutId id="2147483758" r:id="rId18"/>
    <p:sldLayoutId id="2147483759" r:id="rId19"/>
    <p:sldLayoutId id="2147483760" r:id="rId20"/>
    <p:sldLayoutId id="2147483761" r:id="rId21"/>
    <p:sldLayoutId id="2147483762" r:id="rId22"/>
    <p:sldLayoutId id="2147483763" r:id="rId23"/>
    <p:sldLayoutId id="2147483764" r:id="rId24"/>
    <p:sldLayoutId id="2147483765" r:id="rId25"/>
    <p:sldLayoutId id="2147483766" r:id="rId26"/>
    <p:sldLayoutId id="2147483767" r:id="rId27"/>
    <p:sldLayoutId id="2147483768" r:id="rId28"/>
    <p:sldLayoutId id="2147483769" r:id="rId29"/>
    <p:sldLayoutId id="2147483770" r:id="rId30"/>
    <p:sldLayoutId id="2147483771" r:id="rId31"/>
    <p:sldLayoutId id="2147483772" r:id="rId32"/>
    <p:sldLayoutId id="2147483773" r:id="rId33"/>
    <p:sldLayoutId id="2147483774" r:id="rId34"/>
    <p:sldLayoutId id="2147483775" r:id="rId35"/>
    <p:sldLayoutId id="2147483776" r:id="rId36"/>
  </p:sldLayoutIdLst>
  <p:hf hdr="0" ftr="0" dt="0"/>
  <p:txStyles>
    <p:titleStyle>
      <a:lvl1pPr algn="l" defTabSz="781440" rtl="0" eaLnBrk="1" latinLnBrk="0" hangingPunct="1">
        <a:lnSpc>
          <a:spcPct val="80000"/>
        </a:lnSpc>
        <a:spcBef>
          <a:spcPct val="0"/>
        </a:spcBef>
        <a:buNone/>
        <a:defRPr sz="7198" kern="1200">
          <a:solidFill>
            <a:schemeClr val="accent5"/>
          </a:solidFill>
          <a:latin typeface="+mj-lt"/>
          <a:ea typeface="+mj-ea"/>
          <a:cs typeface="+mj-cs"/>
        </a:defRPr>
      </a:lvl1pPr>
    </p:titleStyle>
    <p:bodyStyle>
      <a:lvl1pPr marL="0" indent="0" algn="l" defTabSz="781440" rtl="0" eaLnBrk="1" latinLnBrk="0" hangingPunct="1">
        <a:lnSpc>
          <a:spcPct val="110000"/>
        </a:lnSpc>
        <a:spcBef>
          <a:spcPct val="20000"/>
        </a:spcBef>
        <a:buClr>
          <a:schemeClr val="accent2"/>
        </a:buClr>
        <a:buFontTx/>
        <a:buNone/>
        <a:defRPr sz="3200" kern="1200">
          <a:solidFill>
            <a:schemeClr val="accent5"/>
          </a:solidFill>
          <a:latin typeface="+mn-lt"/>
          <a:ea typeface="+mn-ea"/>
          <a:cs typeface="+mn-cs"/>
        </a:defRPr>
      </a:lvl1pPr>
      <a:lvl2pPr marL="1269840" indent="-488401" algn="l" defTabSz="781440" rtl="0" eaLnBrk="1" latinLnBrk="0" hangingPunct="1">
        <a:lnSpc>
          <a:spcPct val="110000"/>
        </a:lnSpc>
        <a:spcBef>
          <a:spcPct val="20000"/>
        </a:spcBef>
        <a:buClr>
          <a:schemeClr val="accent2"/>
        </a:buClr>
        <a:buSzPct val="75000"/>
        <a:buFont typeface="Arial"/>
        <a:buChar char="•"/>
        <a:defRPr sz="3200" kern="1200">
          <a:solidFill>
            <a:schemeClr val="accent5"/>
          </a:solidFill>
          <a:latin typeface="+mn-lt"/>
          <a:ea typeface="+mn-ea"/>
          <a:cs typeface="+mn-cs"/>
        </a:defRPr>
      </a:lvl2pPr>
      <a:lvl3pPr marL="2019996" indent="-457117" algn="l" defTabSz="781440" rtl="0" eaLnBrk="1" latinLnBrk="0" hangingPunct="1">
        <a:lnSpc>
          <a:spcPct val="110000"/>
        </a:lnSpc>
        <a:spcBef>
          <a:spcPct val="20000"/>
        </a:spcBef>
        <a:buClr>
          <a:schemeClr val="accent2"/>
        </a:buClr>
        <a:buSzPct val="60000"/>
        <a:buFont typeface="Wingdings" charset="2"/>
        <a:buChar char="§"/>
        <a:defRPr sz="3200" kern="1200" baseline="0">
          <a:solidFill>
            <a:schemeClr val="accent5"/>
          </a:solidFill>
          <a:latin typeface="+mn-lt"/>
          <a:ea typeface="+mn-ea"/>
          <a:cs typeface="+mn-cs"/>
        </a:defRPr>
      </a:lvl3pPr>
      <a:lvl4pPr marL="2735040" indent="-390720" algn="l" defTabSz="781440" rtl="0" eaLnBrk="1" latinLnBrk="0" hangingPunct="1">
        <a:lnSpc>
          <a:spcPct val="120000"/>
        </a:lnSpc>
        <a:spcBef>
          <a:spcPct val="20000"/>
        </a:spcBef>
        <a:buClr>
          <a:schemeClr val="accent2"/>
        </a:buClr>
        <a:buSzPct val="90000"/>
        <a:buFont typeface="Arial"/>
        <a:buChar char="–"/>
        <a:defRPr sz="2100" kern="1200">
          <a:solidFill>
            <a:schemeClr val="accent4"/>
          </a:solidFill>
          <a:latin typeface="+mn-lt"/>
          <a:ea typeface="+mn-ea"/>
          <a:cs typeface="+mn-cs"/>
        </a:defRPr>
      </a:lvl4pPr>
      <a:lvl5pPr marL="3516480" indent="-390720" algn="l" defTabSz="781440" rtl="0" eaLnBrk="1" latinLnBrk="0" hangingPunct="1">
        <a:spcBef>
          <a:spcPct val="20000"/>
        </a:spcBef>
        <a:buFont typeface="Arial"/>
        <a:buChar char="»"/>
        <a:defRPr sz="3401" kern="1200">
          <a:solidFill>
            <a:schemeClr val="accent5"/>
          </a:solidFill>
          <a:latin typeface="+mn-lt"/>
          <a:ea typeface="+mn-ea"/>
          <a:cs typeface="+mn-cs"/>
        </a:defRPr>
      </a:lvl5pPr>
      <a:lvl6pPr marL="4297922" indent="-390720" algn="l" defTabSz="781440" rtl="0" eaLnBrk="1" latinLnBrk="0" hangingPunct="1">
        <a:spcBef>
          <a:spcPct val="20000"/>
        </a:spcBef>
        <a:buFont typeface="Arial"/>
        <a:buChar char="•"/>
        <a:defRPr sz="3401" kern="1200">
          <a:solidFill>
            <a:schemeClr val="tx1"/>
          </a:solidFill>
          <a:latin typeface="+mn-lt"/>
          <a:ea typeface="+mn-ea"/>
          <a:cs typeface="+mn-cs"/>
        </a:defRPr>
      </a:lvl6pPr>
      <a:lvl7pPr marL="5079360" indent="-390720" algn="l" defTabSz="781440" rtl="0" eaLnBrk="1" latinLnBrk="0" hangingPunct="1">
        <a:spcBef>
          <a:spcPct val="20000"/>
        </a:spcBef>
        <a:buFont typeface="Arial"/>
        <a:buChar char="•"/>
        <a:defRPr sz="3401" kern="1200">
          <a:solidFill>
            <a:schemeClr val="tx1"/>
          </a:solidFill>
          <a:latin typeface="+mn-lt"/>
          <a:ea typeface="+mn-ea"/>
          <a:cs typeface="+mn-cs"/>
        </a:defRPr>
      </a:lvl7pPr>
      <a:lvl8pPr marL="5860801" indent="-390720" algn="l" defTabSz="781440" rtl="0" eaLnBrk="1" latinLnBrk="0" hangingPunct="1">
        <a:spcBef>
          <a:spcPct val="20000"/>
        </a:spcBef>
        <a:buFont typeface="Arial"/>
        <a:buChar char="•"/>
        <a:defRPr sz="3401" kern="1200">
          <a:solidFill>
            <a:schemeClr val="tx1"/>
          </a:solidFill>
          <a:latin typeface="+mn-lt"/>
          <a:ea typeface="+mn-ea"/>
          <a:cs typeface="+mn-cs"/>
        </a:defRPr>
      </a:lvl8pPr>
      <a:lvl9pPr marL="6642242" indent="-390720" algn="l" defTabSz="781440" rtl="0" eaLnBrk="1" latinLnBrk="0" hangingPunct="1">
        <a:spcBef>
          <a:spcPct val="20000"/>
        </a:spcBef>
        <a:buFont typeface="Arial"/>
        <a:buChar char="•"/>
        <a:defRPr sz="3401" kern="1200">
          <a:solidFill>
            <a:schemeClr val="tx1"/>
          </a:solidFill>
          <a:latin typeface="+mn-lt"/>
          <a:ea typeface="+mn-ea"/>
          <a:cs typeface="+mn-cs"/>
        </a:defRPr>
      </a:lvl9pPr>
    </p:bodyStyle>
    <p:otherStyle>
      <a:defPPr>
        <a:defRPr lang="en-US"/>
      </a:defPPr>
      <a:lvl1pPr marL="0" algn="l" defTabSz="781440" rtl="0" eaLnBrk="1" latinLnBrk="0" hangingPunct="1">
        <a:defRPr sz="3100" kern="1200">
          <a:solidFill>
            <a:schemeClr val="tx1"/>
          </a:solidFill>
          <a:latin typeface="+mn-lt"/>
          <a:ea typeface="+mn-ea"/>
          <a:cs typeface="+mn-cs"/>
        </a:defRPr>
      </a:lvl1pPr>
      <a:lvl2pPr marL="781440" algn="l" defTabSz="781440" rtl="0" eaLnBrk="1" latinLnBrk="0" hangingPunct="1">
        <a:defRPr sz="3100" kern="1200">
          <a:solidFill>
            <a:schemeClr val="tx1"/>
          </a:solidFill>
          <a:latin typeface="+mn-lt"/>
          <a:ea typeface="+mn-ea"/>
          <a:cs typeface="+mn-cs"/>
        </a:defRPr>
      </a:lvl2pPr>
      <a:lvl3pPr marL="1562880" algn="l" defTabSz="781440" rtl="0" eaLnBrk="1" latinLnBrk="0" hangingPunct="1">
        <a:defRPr sz="3100" kern="1200">
          <a:solidFill>
            <a:schemeClr val="tx1"/>
          </a:solidFill>
          <a:latin typeface="+mn-lt"/>
          <a:ea typeface="+mn-ea"/>
          <a:cs typeface="+mn-cs"/>
        </a:defRPr>
      </a:lvl3pPr>
      <a:lvl4pPr marL="2344320" algn="l" defTabSz="781440" rtl="0" eaLnBrk="1" latinLnBrk="0" hangingPunct="1">
        <a:defRPr sz="3100" kern="1200">
          <a:solidFill>
            <a:schemeClr val="tx1"/>
          </a:solidFill>
          <a:latin typeface="+mn-lt"/>
          <a:ea typeface="+mn-ea"/>
          <a:cs typeface="+mn-cs"/>
        </a:defRPr>
      </a:lvl4pPr>
      <a:lvl5pPr marL="3125762" algn="l" defTabSz="781440" rtl="0" eaLnBrk="1" latinLnBrk="0" hangingPunct="1">
        <a:defRPr sz="3100" kern="1200">
          <a:solidFill>
            <a:schemeClr val="tx1"/>
          </a:solidFill>
          <a:latin typeface="+mn-lt"/>
          <a:ea typeface="+mn-ea"/>
          <a:cs typeface="+mn-cs"/>
        </a:defRPr>
      </a:lvl5pPr>
      <a:lvl6pPr marL="3907200" algn="l" defTabSz="781440" rtl="0" eaLnBrk="1" latinLnBrk="0" hangingPunct="1">
        <a:defRPr sz="3100" kern="1200">
          <a:solidFill>
            <a:schemeClr val="tx1"/>
          </a:solidFill>
          <a:latin typeface="+mn-lt"/>
          <a:ea typeface="+mn-ea"/>
          <a:cs typeface="+mn-cs"/>
        </a:defRPr>
      </a:lvl6pPr>
      <a:lvl7pPr marL="4688640" algn="l" defTabSz="781440" rtl="0" eaLnBrk="1" latinLnBrk="0" hangingPunct="1">
        <a:defRPr sz="3100" kern="1200">
          <a:solidFill>
            <a:schemeClr val="tx1"/>
          </a:solidFill>
          <a:latin typeface="+mn-lt"/>
          <a:ea typeface="+mn-ea"/>
          <a:cs typeface="+mn-cs"/>
        </a:defRPr>
      </a:lvl7pPr>
      <a:lvl8pPr marL="5470082" algn="l" defTabSz="781440" rtl="0" eaLnBrk="1" latinLnBrk="0" hangingPunct="1">
        <a:defRPr sz="3100" kern="1200">
          <a:solidFill>
            <a:schemeClr val="tx1"/>
          </a:solidFill>
          <a:latin typeface="+mn-lt"/>
          <a:ea typeface="+mn-ea"/>
          <a:cs typeface="+mn-cs"/>
        </a:defRPr>
      </a:lvl8pPr>
      <a:lvl9pPr marL="6251520" algn="l" defTabSz="781440" rtl="0" eaLnBrk="1" latinLnBrk="0" hangingPunct="1">
        <a:defRPr sz="3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4.xml"/><Relationship Id="rId1" Type="http://schemas.openxmlformats.org/officeDocument/2006/relationships/video" Target="https://www.youtube.com/embed/tjgtLSHhTPg?feature=oembed" TargetMode="External"/><Relationship Id="rId4" Type="http://schemas.openxmlformats.org/officeDocument/2006/relationships/image" Target="../media/image14.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1.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8.xml"/></Relationships>
</file>

<file path=ppt/slides/_rels/slide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8.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4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gFYBqZnFQ6w&amp;t=3s" TargetMode="External"/><Relationship Id="rId2" Type="http://schemas.openxmlformats.org/officeDocument/2006/relationships/notesSlide" Target="../notesSlides/notesSlide5.xml"/><Relationship Id="rId1" Type="http://schemas.openxmlformats.org/officeDocument/2006/relationships/slideLayout" Target="../slideLayouts/slideLayout41.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98.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8.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8.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8.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8.xml"/></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1.png"/><Relationship Id="rId1" Type="http://schemas.openxmlformats.org/officeDocument/2006/relationships/slideLayout" Target="../slideLayouts/slideLayout7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slideLayout" Target="../slideLayouts/slideLayout7.xml"/><Relationship Id="rId1" Type="http://schemas.openxmlformats.org/officeDocument/2006/relationships/video" Target="https://www.youtube.com/embed/CBYhVcO4WgI?feature=oembed"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s://fulcrum.rocks/projects#scoobe" TargetMode="Externa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hyperlink" Target="https://www.youtube.com/watch?v=gFYBqZnFQ6w&amp;t=3s" TargetMode="External"/><Relationship Id="rId2" Type="http://schemas.openxmlformats.org/officeDocument/2006/relationships/notesSlide" Target="../notesSlides/notesSlide12.xml"/><Relationship Id="rId1" Type="http://schemas.openxmlformats.org/officeDocument/2006/relationships/slideLayout" Target="../slideLayouts/slideLayout41.xml"/><Relationship Id="rId4" Type="http://schemas.openxmlformats.org/officeDocument/2006/relationships/image" Target="../media/image18.png"/></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12881" y="1716573"/>
            <a:ext cx="12966913" cy="2180690"/>
          </a:xfrm>
        </p:spPr>
        <p:txBody>
          <a:bodyPr>
            <a:normAutofit/>
          </a:bodyPr>
          <a:lstStyle/>
          <a:p>
            <a:r>
              <a:rPr lang="en-US" b="1" dirty="0"/>
              <a:t>MGT0114 - Entrepreneurship</a:t>
            </a:r>
          </a:p>
        </p:txBody>
      </p:sp>
      <p:sp>
        <p:nvSpPr>
          <p:cNvPr id="3" name="Subtitle 2"/>
          <p:cNvSpPr>
            <a:spLocks noGrp="1"/>
          </p:cNvSpPr>
          <p:nvPr>
            <p:ph type="subTitle" idx="1"/>
          </p:nvPr>
        </p:nvSpPr>
        <p:spPr/>
        <p:txBody>
          <a:bodyPr/>
          <a:lstStyle/>
          <a:p>
            <a:pPr>
              <a:lnSpc>
                <a:spcPct val="150000"/>
              </a:lnSpc>
            </a:pPr>
            <a:r>
              <a:rPr lang="en-US" sz="4000" i="1" dirty="0"/>
              <a:t>Week 3: Types of Innovation, Idea Generation</a:t>
            </a:r>
          </a:p>
        </p:txBody>
      </p:sp>
      <p:sp>
        <p:nvSpPr>
          <p:cNvPr id="4" name="Text Placeholder 3"/>
          <p:cNvSpPr>
            <a:spLocks noGrp="1"/>
          </p:cNvSpPr>
          <p:nvPr>
            <p:ph type="body" sz="quarter" idx="10"/>
          </p:nvPr>
        </p:nvSpPr>
        <p:spPr/>
        <p:txBody>
          <a:bodyPr/>
          <a:lstStyle/>
          <a:p>
            <a:r>
              <a:rPr lang="en-US"/>
              <a:t>Winter 2026</a:t>
            </a:r>
            <a:endParaRPr lang="en-US" dirty="0"/>
          </a:p>
        </p:txBody>
      </p:sp>
    </p:spTree>
    <p:extLst>
      <p:ext uri="{BB962C8B-B14F-4D97-AF65-F5344CB8AC3E}">
        <p14:creationId xmlns:p14="http://schemas.microsoft.com/office/powerpoint/2010/main" val="3695813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85A2B-0C61-4688-DA65-0AA1194935DF}"/>
            </a:ext>
          </a:extLst>
        </p:cNvPr>
        <p:cNvGrpSpPr/>
        <p:nvPr/>
      </p:nvGrpSpPr>
      <p:grpSpPr>
        <a:xfrm>
          <a:off x="0" y="0"/>
          <a:ext cx="0" cy="0"/>
          <a:chOff x="0" y="0"/>
          <a:chExt cx="0" cy="0"/>
        </a:xfrm>
      </p:grpSpPr>
      <p:sp>
        <p:nvSpPr>
          <p:cNvPr id="17410" name="Title 1">
            <a:extLst>
              <a:ext uri="{FF2B5EF4-FFF2-40B4-BE49-F238E27FC236}">
                <a16:creationId xmlns:a16="http://schemas.microsoft.com/office/drawing/2014/main" id="{E9E923A6-2189-9FA6-63EC-E0C7A9B523AC}"/>
              </a:ext>
            </a:extLst>
          </p:cNvPr>
          <p:cNvSpPr>
            <a:spLocks noGrp="1"/>
          </p:cNvSpPr>
          <p:nvPr>
            <p:ph type="title"/>
          </p:nvPr>
        </p:nvSpPr>
        <p:spPr>
          <a:xfrm>
            <a:off x="813597" y="768367"/>
            <a:ext cx="13069452" cy="1335973"/>
          </a:xfrm>
        </p:spPr>
        <p:txBody>
          <a:bodyPr anchor="ctr">
            <a:normAutofit/>
          </a:bodyPr>
          <a:lstStyle/>
          <a:p>
            <a:r>
              <a:rPr lang="en-US" altLang="en-US" dirty="0"/>
              <a:t>What does “Success” look like to you?</a:t>
            </a:r>
            <a:endParaRPr lang="en-CA" altLang="en-US" dirty="0"/>
          </a:p>
        </p:txBody>
      </p:sp>
      <p:sp>
        <p:nvSpPr>
          <p:cNvPr id="13" name="Slide Number Placeholder 5">
            <a:extLst>
              <a:ext uri="{FF2B5EF4-FFF2-40B4-BE49-F238E27FC236}">
                <a16:creationId xmlns:a16="http://schemas.microsoft.com/office/drawing/2014/main" id="{648D1685-D25D-2421-B189-E9F8A7AE4BF8}"/>
              </a:ext>
            </a:extLst>
          </p:cNvPr>
          <p:cNvSpPr>
            <a:spLocks noGrp="1"/>
          </p:cNvSpPr>
          <p:nvPr>
            <p:ph type="sldNum" sz="quarter" idx="19"/>
          </p:nvPr>
        </p:nvSpPr>
        <p:spPr>
          <a:xfrm>
            <a:off x="199856" y="8497455"/>
            <a:ext cx="529081" cy="486836"/>
          </a:xfrm>
        </p:spPr>
        <p:txBody>
          <a:bodyPr/>
          <a:lstStyle/>
          <a:p>
            <a:pPr defTabSz="781459">
              <a:defRPr/>
            </a:pPr>
            <a:fld id="{799AF5F7-841A-4D9A-ADCA-858CFC949EF0}" type="slidenum">
              <a:rPr lang="en-US">
                <a:solidFill>
                  <a:srgbClr val="A6C8BC"/>
                </a:solidFill>
                <a:latin typeface="Arial"/>
              </a:rPr>
              <a:pPr defTabSz="781459">
                <a:defRPr/>
              </a:pPr>
              <a:t>2</a:t>
            </a:fld>
            <a:endParaRPr lang="en-US">
              <a:solidFill>
                <a:srgbClr val="A6C8BC"/>
              </a:solidFill>
              <a:latin typeface="Arial"/>
            </a:endParaRPr>
          </a:p>
        </p:txBody>
      </p:sp>
      <p:pic>
        <p:nvPicPr>
          <p:cNvPr id="5" name="Picture 4">
            <a:extLst>
              <a:ext uri="{FF2B5EF4-FFF2-40B4-BE49-F238E27FC236}">
                <a16:creationId xmlns:a16="http://schemas.microsoft.com/office/drawing/2014/main" id="{6FAE5DF4-3AE2-15F4-075D-AB4108BD6F1D}"/>
              </a:ext>
            </a:extLst>
          </p:cNvPr>
          <p:cNvPicPr>
            <a:picLocks noChangeAspect="1"/>
          </p:cNvPicPr>
          <p:nvPr/>
        </p:nvPicPr>
        <p:blipFill>
          <a:blip r:embed="rId2"/>
          <a:stretch>
            <a:fillRect/>
          </a:stretch>
        </p:blipFill>
        <p:spPr>
          <a:xfrm>
            <a:off x="794" y="1754592"/>
            <a:ext cx="16256000" cy="5634817"/>
          </a:xfrm>
          <a:prstGeom prst="rect">
            <a:avLst/>
          </a:prstGeom>
        </p:spPr>
      </p:pic>
    </p:spTree>
    <p:extLst>
      <p:ext uri="{BB962C8B-B14F-4D97-AF65-F5344CB8AC3E}">
        <p14:creationId xmlns:p14="http://schemas.microsoft.com/office/powerpoint/2010/main" val="2982202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Online Media 9" title="Apple - Here's to the Crazy Ones (1997)">
            <a:hlinkClick r:id="" action="ppaction://media"/>
            <a:extLst>
              <a:ext uri="{FF2B5EF4-FFF2-40B4-BE49-F238E27FC236}">
                <a16:creationId xmlns:a16="http://schemas.microsoft.com/office/drawing/2014/main" id="{92BA2A78-9D3C-2E47-E170-FBE4CDA6F663}"/>
              </a:ext>
            </a:extLst>
          </p:cNvPr>
          <p:cNvPicPr>
            <a:picLocks noRot="1" noChangeAspect="1"/>
          </p:cNvPicPr>
          <p:nvPr>
            <a:videoFile r:link="rId1"/>
          </p:nvPr>
        </p:nvPicPr>
        <p:blipFill rotWithShape="1">
          <a:blip r:embed="rId4"/>
          <a:srcRect t="9314" r="1" b="15696"/>
          <a:stretch/>
        </p:blipFill>
        <p:spPr>
          <a:xfrm>
            <a:off x="161661" y="91018"/>
            <a:ext cx="15934267" cy="8961967"/>
          </a:xfrm>
          <a:prstGeom prst="rect">
            <a:avLst/>
          </a:prstGeom>
          <a:noFill/>
        </p:spPr>
      </p:pic>
      <p:sp>
        <p:nvSpPr>
          <p:cNvPr id="5" name="Slide Number Placeholder 4" hidden="1"/>
          <p:cNvSpPr>
            <a:spLocks noGrp="1"/>
          </p:cNvSpPr>
          <p:nvPr>
            <p:ph type="sldNum" sz="quarter" idx="4294967295"/>
          </p:nvPr>
        </p:nvSpPr>
        <p:spPr>
          <a:xfrm>
            <a:off x="199857" y="8497455"/>
            <a:ext cx="529080" cy="486835"/>
          </a:xfrm>
        </p:spPr>
        <p:txBody>
          <a:bodyPr anchor="ctr">
            <a:normAutofit/>
          </a:bodyPr>
          <a:lstStyle/>
          <a:p>
            <a:pPr defTabSz="1219170">
              <a:spcAft>
                <a:spcPts val="800"/>
              </a:spcAft>
              <a:defRPr/>
            </a:pPr>
            <a:fld id="{DEF3F5F5-7776-394F-A41F-3BAFC9CC9F8E}" type="slidenum">
              <a:rPr lang="en-US">
                <a:solidFill>
                  <a:srgbClr val="A6C8BC"/>
                </a:solidFill>
                <a:latin typeface="Arial"/>
              </a:rPr>
              <a:pPr defTabSz="1219170">
                <a:spcAft>
                  <a:spcPts val="800"/>
                </a:spcAft>
                <a:defRPr/>
              </a:pPr>
              <a:t>3</a:t>
            </a:fld>
            <a:endParaRPr lang="en-US">
              <a:solidFill>
                <a:srgbClr val="A6C8BC"/>
              </a:solidFill>
              <a:latin typeface="Arial"/>
            </a:endParaRPr>
          </a:p>
        </p:txBody>
      </p:sp>
    </p:spTree>
    <p:extLst>
      <p:ext uri="{BB962C8B-B14F-4D97-AF65-F5344CB8AC3E}">
        <p14:creationId xmlns:p14="http://schemas.microsoft.com/office/powerpoint/2010/main" val="2942314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441B4-61CF-69E5-9624-9ECD28EBE3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926782-632C-6F63-77D5-5B335D23C8B4}"/>
              </a:ext>
            </a:extLst>
          </p:cNvPr>
          <p:cNvSpPr>
            <a:spLocks noGrp="1"/>
          </p:cNvSpPr>
          <p:nvPr>
            <p:ph type="title"/>
          </p:nvPr>
        </p:nvSpPr>
        <p:spPr/>
        <p:txBody>
          <a:bodyPr/>
          <a:lstStyle/>
          <a:p>
            <a:r>
              <a:rPr lang="en-US" dirty="0"/>
              <a:t>Plan for today</a:t>
            </a:r>
            <a:endParaRPr lang="en-CA" dirty="0"/>
          </a:p>
        </p:txBody>
      </p:sp>
      <p:sp>
        <p:nvSpPr>
          <p:cNvPr id="3" name="Text Placeholder 2">
            <a:extLst>
              <a:ext uri="{FF2B5EF4-FFF2-40B4-BE49-F238E27FC236}">
                <a16:creationId xmlns:a16="http://schemas.microsoft.com/office/drawing/2014/main" id="{83759360-98E7-E251-AF91-6D44F4A93318}"/>
              </a:ext>
            </a:extLst>
          </p:cNvPr>
          <p:cNvSpPr>
            <a:spLocks noGrp="1"/>
          </p:cNvSpPr>
          <p:nvPr>
            <p:ph type="body" sz="quarter" idx="15"/>
          </p:nvPr>
        </p:nvSpPr>
        <p:spPr>
          <a:xfrm>
            <a:off x="813596" y="1787218"/>
            <a:ext cx="14920389" cy="6125680"/>
          </a:xfrm>
        </p:spPr>
        <p:txBody>
          <a:bodyPr>
            <a:normAutofit fontScale="55000" lnSpcReduction="20000"/>
          </a:bodyPr>
          <a:lstStyle/>
          <a:p>
            <a:pPr marL="457189" indent="-457189">
              <a:buFont typeface="Arial" panose="020B0604020202020204" pitchFamily="34" charset="0"/>
              <a:buChar char="•"/>
            </a:pPr>
            <a:r>
              <a:rPr lang="en-US" sz="3600" b="1" dirty="0"/>
              <a:t>Albert Einstein: Physicist, developed the theory of relativity, revolutionized our understanding of space, time, gravity, and the universe. Nobel Prize winner.</a:t>
            </a:r>
          </a:p>
          <a:p>
            <a:pPr marL="457189" indent="-457189">
              <a:buFont typeface="Arial" panose="020B0604020202020204" pitchFamily="34" charset="0"/>
              <a:buChar char="•"/>
            </a:pPr>
            <a:r>
              <a:rPr lang="en-US" sz="3600" b="1" dirty="0"/>
              <a:t>Bob Dylan: Singer-songwriter, poet. One of the most influential musicians of the 20th century, tackled social justice and philosophical themes in his music.</a:t>
            </a:r>
          </a:p>
          <a:p>
            <a:pPr marL="457189" indent="-457189">
              <a:buFont typeface="Arial" panose="020B0604020202020204" pitchFamily="34" charset="0"/>
              <a:buChar char="•"/>
            </a:pPr>
            <a:r>
              <a:rPr lang="en-US" sz="3600" b="1" dirty="0"/>
              <a:t>Martin Luther King Jr.: Civil rights leader, minister, champion of nonviolent resistance against racial segregation. Nobel Peace Prize winner.</a:t>
            </a:r>
          </a:p>
          <a:p>
            <a:pPr marL="457189" indent="-457189">
              <a:buFont typeface="Arial" panose="020B0604020202020204" pitchFamily="34" charset="0"/>
              <a:buChar char="•"/>
            </a:pPr>
            <a:r>
              <a:rPr lang="en-US" sz="3600" b="1" dirty="0"/>
              <a:t>Richard Branson: Entrepreneur, founder of the Virgin Group, known for his adventurous spirit and various business ventures.</a:t>
            </a:r>
          </a:p>
          <a:p>
            <a:pPr marL="457189" indent="-457189">
              <a:buFont typeface="Arial" panose="020B0604020202020204" pitchFamily="34" charset="0"/>
              <a:buChar char="•"/>
            </a:pPr>
            <a:r>
              <a:rPr lang="en-US" sz="3600" b="1" dirty="0"/>
              <a:t>John Lennon (with Yoko Ono): Musician, songwriter, peace activist. Co-founder of The Beatles, later explored solo career and activism with his wife Yoko Ono.</a:t>
            </a:r>
          </a:p>
          <a:p>
            <a:pPr marL="457189" indent="-457189">
              <a:buFont typeface="Arial" panose="020B0604020202020204" pitchFamily="34" charset="0"/>
              <a:buChar char="•"/>
            </a:pPr>
            <a:r>
              <a:rPr lang="en-US" sz="3600" b="1" dirty="0"/>
              <a:t>Buckminster Fuller: Architect, futurist, inventor. Known for the geodesic dome design and his systems thinking approach.</a:t>
            </a:r>
          </a:p>
          <a:p>
            <a:pPr marL="457189" indent="-457189">
              <a:buFont typeface="Arial" panose="020B0604020202020204" pitchFamily="34" charset="0"/>
              <a:buChar char="•"/>
            </a:pPr>
            <a:r>
              <a:rPr lang="en-US" sz="3600" b="1" dirty="0"/>
              <a:t>Thomas Edison: Inventor, businessman. Developed many devices including the lightbulb, phonograph, and motion picture camera.</a:t>
            </a:r>
          </a:p>
          <a:p>
            <a:pPr marL="457189" indent="-457189">
              <a:buFont typeface="Arial" panose="020B0604020202020204" pitchFamily="34" charset="0"/>
              <a:buChar char="•"/>
            </a:pPr>
            <a:r>
              <a:rPr lang="en-US" sz="3600" b="1" dirty="0"/>
              <a:t>Muhammad Ali: Boxer, activist. Heavyweight champion, known for his skill, showmanship, and activism on civil rights.</a:t>
            </a:r>
          </a:p>
        </p:txBody>
      </p:sp>
      <p:sp>
        <p:nvSpPr>
          <p:cNvPr id="5" name="Slide Number Placeholder 4">
            <a:extLst>
              <a:ext uri="{FF2B5EF4-FFF2-40B4-BE49-F238E27FC236}">
                <a16:creationId xmlns:a16="http://schemas.microsoft.com/office/drawing/2014/main" id="{97414EF3-9A9F-4AC6-A609-3DC3CF92CCD0}"/>
              </a:ext>
            </a:extLst>
          </p:cNvPr>
          <p:cNvSpPr>
            <a:spLocks noGrp="1"/>
          </p:cNvSpPr>
          <p:nvPr>
            <p:ph type="sldNum" sz="quarter" idx="19"/>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fld id="{DEF3F5F5-7776-394F-A41F-3BAFC9CC9F8E}" type="slidenum">
              <a:rPr kumimoji="0" lang="en-US" sz="2100" b="1" i="0" u="none" strike="noStrike" kern="1200" cap="none" spc="0" normalizeH="0" baseline="0" noProof="0">
                <a:ln>
                  <a:noFill/>
                </a:ln>
                <a:solidFill>
                  <a:srgbClr val="A6C8BC"/>
                </a:solidFill>
                <a:effectLst/>
                <a:uLnTx/>
                <a:uFillTx/>
                <a:latin typeface="Arial"/>
                <a:ea typeface="+mn-ea"/>
                <a:cs typeface="+mn-cs"/>
              </a:rPr>
              <a:pPr marL="0" marR="0" lvl="0" indent="0" algn="l" defTabSz="1219170" rtl="0" eaLnBrk="1" fontAlgn="auto" latinLnBrk="0" hangingPunct="1">
                <a:lnSpc>
                  <a:spcPct val="100000"/>
                </a:lnSpc>
                <a:spcBef>
                  <a:spcPts val="0"/>
                </a:spcBef>
                <a:spcAft>
                  <a:spcPts val="0"/>
                </a:spcAft>
                <a:buClrTx/>
                <a:buSzTx/>
                <a:buFontTx/>
                <a:buNone/>
                <a:tabLst/>
                <a:defRPr/>
              </a:pPr>
              <a:t>4</a:t>
            </a:fld>
            <a:endParaRPr kumimoji="0" lang="en-US" sz="2100" b="1" i="0" u="none" strike="noStrike" kern="1200" cap="none" spc="0" normalizeH="0" baseline="0" noProof="0" dirty="0">
              <a:ln>
                <a:noFill/>
              </a:ln>
              <a:solidFill>
                <a:srgbClr val="A6C8BC"/>
              </a:solidFill>
              <a:effectLst/>
              <a:uLnTx/>
              <a:uFillTx/>
              <a:latin typeface="Arial"/>
              <a:ea typeface="+mn-ea"/>
              <a:cs typeface="+mn-cs"/>
            </a:endParaRPr>
          </a:p>
        </p:txBody>
      </p:sp>
    </p:spTree>
    <p:extLst>
      <p:ext uri="{BB962C8B-B14F-4D97-AF65-F5344CB8AC3E}">
        <p14:creationId xmlns:p14="http://schemas.microsoft.com/office/powerpoint/2010/main" val="2740561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98433-7AFA-D366-8246-3BA94837B6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E90D5B-6B86-A4F7-D739-83742E8BDDF5}"/>
              </a:ext>
            </a:extLst>
          </p:cNvPr>
          <p:cNvSpPr>
            <a:spLocks noGrp="1"/>
          </p:cNvSpPr>
          <p:nvPr>
            <p:ph type="title"/>
          </p:nvPr>
        </p:nvSpPr>
        <p:spPr/>
        <p:txBody>
          <a:bodyPr/>
          <a:lstStyle/>
          <a:p>
            <a:r>
              <a:rPr lang="en-US" dirty="0"/>
              <a:t>Plan for today</a:t>
            </a:r>
            <a:endParaRPr lang="en-CA" dirty="0"/>
          </a:p>
        </p:txBody>
      </p:sp>
      <p:sp>
        <p:nvSpPr>
          <p:cNvPr id="3" name="Text Placeholder 2">
            <a:extLst>
              <a:ext uri="{FF2B5EF4-FFF2-40B4-BE49-F238E27FC236}">
                <a16:creationId xmlns:a16="http://schemas.microsoft.com/office/drawing/2014/main" id="{229F994B-ED5B-025A-9D7A-CE9A1D99AA87}"/>
              </a:ext>
            </a:extLst>
          </p:cNvPr>
          <p:cNvSpPr>
            <a:spLocks noGrp="1"/>
          </p:cNvSpPr>
          <p:nvPr>
            <p:ph type="body" sz="quarter" idx="15"/>
          </p:nvPr>
        </p:nvSpPr>
        <p:spPr>
          <a:xfrm>
            <a:off x="813596" y="1787218"/>
            <a:ext cx="14920389" cy="6125680"/>
          </a:xfrm>
        </p:spPr>
        <p:txBody>
          <a:bodyPr>
            <a:normAutofit fontScale="70000" lnSpcReduction="20000"/>
          </a:bodyPr>
          <a:lstStyle/>
          <a:p>
            <a:pPr marL="457189" indent="-457189">
              <a:buFont typeface="Arial" panose="020B0604020202020204" pitchFamily="34" charset="0"/>
              <a:buChar char="•"/>
            </a:pPr>
            <a:r>
              <a:rPr lang="en-US" sz="3600" b="1" dirty="0"/>
              <a:t>Mahatma Gandhi: Leader of Indian independence movement against British rule. Espoused nonviolent civil disobedience.</a:t>
            </a:r>
          </a:p>
          <a:p>
            <a:pPr marL="457189" indent="-457189">
              <a:buFont typeface="Arial" panose="020B0604020202020204" pitchFamily="34" charset="0"/>
              <a:buChar char="•"/>
            </a:pPr>
            <a:r>
              <a:rPr lang="en-US" sz="3600" b="1" dirty="0"/>
              <a:t>Amelia Earhart: Aviator. First female pilot to fly solo across the Atlantic Ocean.</a:t>
            </a:r>
          </a:p>
          <a:p>
            <a:pPr marL="457189" indent="-457189">
              <a:buFont typeface="Arial" panose="020B0604020202020204" pitchFamily="34" charset="0"/>
              <a:buChar char="•"/>
            </a:pPr>
            <a:r>
              <a:rPr lang="en-US" sz="3600" b="1" dirty="0"/>
              <a:t>Alfred Hitchcock: Filmmaker. Master of suspense, pioneered many techniques in thrillers and psychological dramas.</a:t>
            </a:r>
          </a:p>
          <a:p>
            <a:pPr marL="457189" indent="-457189">
              <a:buFont typeface="Arial" panose="020B0604020202020204" pitchFamily="34" charset="0"/>
              <a:buChar char="•"/>
            </a:pPr>
            <a:r>
              <a:rPr lang="en-US" sz="3600" b="1" dirty="0"/>
              <a:t>Maria Callas: Opera singer. One of the most renowned and influential opera singers of the 20th century.</a:t>
            </a:r>
          </a:p>
          <a:p>
            <a:pPr marL="457189" indent="-457189">
              <a:buFont typeface="Arial" panose="020B0604020202020204" pitchFamily="34" charset="0"/>
              <a:buChar char="•"/>
            </a:pPr>
            <a:r>
              <a:rPr lang="en-US" sz="3600" b="1" dirty="0"/>
              <a:t>Pablo Picasso: Artist. Co-founder of Cubism, hugely influential on 20th century art with groundbreaking styles.</a:t>
            </a:r>
          </a:p>
          <a:p>
            <a:pPr marL="457189" indent="-457189">
              <a:buFont typeface="Arial" panose="020B0604020202020204" pitchFamily="34" charset="0"/>
              <a:buChar char="•"/>
            </a:pPr>
            <a:r>
              <a:rPr lang="en-US" sz="3600" b="1" dirty="0"/>
              <a:t>Jim Henson (with Kermit the Frog): Puppeteer, filmmaker. Creator of The Muppets and iconic characters like Kermit, Miss Piggy, and Big Bird.</a:t>
            </a:r>
          </a:p>
          <a:p>
            <a:pPr marL="457189" indent="-457189">
              <a:buFont typeface="Arial" panose="020B0604020202020204" pitchFamily="34" charset="0"/>
              <a:buChar char="•"/>
            </a:pPr>
            <a:r>
              <a:rPr lang="en-US" sz="3600" b="1" dirty="0"/>
              <a:t>Frank Lloyd Wright: Architect and designer. Pioneer of modern organic architecture, with a focus on harmony between structures and their environment.</a:t>
            </a:r>
          </a:p>
        </p:txBody>
      </p:sp>
      <p:sp>
        <p:nvSpPr>
          <p:cNvPr id="5" name="Slide Number Placeholder 4">
            <a:extLst>
              <a:ext uri="{FF2B5EF4-FFF2-40B4-BE49-F238E27FC236}">
                <a16:creationId xmlns:a16="http://schemas.microsoft.com/office/drawing/2014/main" id="{408D1125-BFE1-35B6-6432-63242D106106}"/>
              </a:ext>
            </a:extLst>
          </p:cNvPr>
          <p:cNvSpPr>
            <a:spLocks noGrp="1"/>
          </p:cNvSpPr>
          <p:nvPr>
            <p:ph type="sldNum" sz="quarter" idx="19"/>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fld id="{DEF3F5F5-7776-394F-A41F-3BAFC9CC9F8E}" type="slidenum">
              <a:rPr kumimoji="0" lang="en-US" sz="2100" b="1" i="0" u="none" strike="noStrike" kern="1200" cap="none" spc="0" normalizeH="0" baseline="0" noProof="0">
                <a:ln>
                  <a:noFill/>
                </a:ln>
                <a:solidFill>
                  <a:srgbClr val="A6C8BC"/>
                </a:solidFill>
                <a:effectLst/>
                <a:uLnTx/>
                <a:uFillTx/>
                <a:latin typeface="Arial"/>
                <a:ea typeface="+mn-ea"/>
                <a:cs typeface="+mn-cs"/>
              </a:rPr>
              <a:pPr marL="0" marR="0" lvl="0" indent="0" algn="l" defTabSz="1219170" rtl="0" eaLnBrk="1" fontAlgn="auto" latinLnBrk="0" hangingPunct="1">
                <a:lnSpc>
                  <a:spcPct val="100000"/>
                </a:lnSpc>
                <a:spcBef>
                  <a:spcPts val="0"/>
                </a:spcBef>
                <a:spcAft>
                  <a:spcPts val="0"/>
                </a:spcAft>
                <a:buClrTx/>
                <a:buSzTx/>
                <a:buFontTx/>
                <a:buNone/>
                <a:tabLst/>
                <a:defRPr/>
              </a:pPr>
              <a:t>5</a:t>
            </a:fld>
            <a:endParaRPr kumimoji="0" lang="en-US" sz="2100" b="1" i="0" u="none" strike="noStrike" kern="1200" cap="none" spc="0" normalizeH="0" baseline="0" noProof="0" dirty="0">
              <a:ln>
                <a:noFill/>
              </a:ln>
              <a:solidFill>
                <a:srgbClr val="A6C8BC"/>
              </a:solidFill>
              <a:effectLst/>
              <a:uLnTx/>
              <a:uFillTx/>
              <a:latin typeface="Arial"/>
              <a:ea typeface="+mn-ea"/>
              <a:cs typeface="+mn-cs"/>
            </a:endParaRPr>
          </a:p>
        </p:txBody>
      </p:sp>
    </p:spTree>
    <p:extLst>
      <p:ext uri="{BB962C8B-B14F-4D97-AF65-F5344CB8AC3E}">
        <p14:creationId xmlns:p14="http://schemas.microsoft.com/office/powerpoint/2010/main" val="1185220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336E2-1FEC-7CDB-5095-003488B09EC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09D4D4-12D9-E675-35A8-C376159143C4}"/>
              </a:ext>
            </a:extLst>
          </p:cNvPr>
          <p:cNvSpPr>
            <a:spLocks noGrp="1"/>
          </p:cNvSpPr>
          <p:nvPr>
            <p:ph type="body" sz="quarter" idx="15"/>
          </p:nvPr>
        </p:nvSpPr>
        <p:spPr>
          <a:xfrm>
            <a:off x="813597" y="2104339"/>
            <a:ext cx="9097846" cy="5661028"/>
          </a:xfrm>
        </p:spPr>
        <p:txBody>
          <a:bodyPr>
            <a:normAutofit fontScale="47500" lnSpcReduction="20000"/>
          </a:bodyPr>
          <a:lstStyle/>
          <a:p>
            <a:r>
              <a:rPr lang="en-US" sz="7733" dirty="0">
                <a:latin typeface="ADLaM Display" panose="02010000000000000000" pitchFamily="2" charset="0"/>
                <a:ea typeface="ADLaM Display" panose="02010000000000000000" pitchFamily="2" charset="0"/>
                <a:cs typeface="ADLaM Display" panose="02010000000000000000" pitchFamily="2" charset="0"/>
              </a:rPr>
              <a:t>"</a:t>
            </a:r>
            <a:r>
              <a:rPr lang="en-US" sz="7733"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Piracy is almost always a service problem and not a pricing problem</a:t>
            </a:r>
            <a:r>
              <a:rPr lang="en-US" sz="7733" dirty="0">
                <a:latin typeface="ADLaM Display" panose="02010000000000000000" pitchFamily="2" charset="0"/>
                <a:ea typeface="ADLaM Display" panose="02010000000000000000" pitchFamily="2" charset="0"/>
                <a:cs typeface="ADLaM Display" panose="02010000000000000000" pitchFamily="2" charset="0"/>
              </a:rPr>
              <a:t>. For example, if a pirate offers a product purchasable from the convenience of your PC, and the legal provider says the product can only be purchased at a brick and mortar store, then the pirate's service is more valuable." - Gabe Newell, co-founder, Valve</a:t>
            </a:r>
            <a:endParaRPr lang="en-US" sz="5867"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2" name="Title 1">
            <a:extLst>
              <a:ext uri="{FF2B5EF4-FFF2-40B4-BE49-F238E27FC236}">
                <a16:creationId xmlns:a16="http://schemas.microsoft.com/office/drawing/2014/main" id="{EC09DD5F-0A6C-92EC-557B-04895848CD35}"/>
              </a:ext>
            </a:extLst>
          </p:cNvPr>
          <p:cNvSpPr>
            <a:spLocks noGrp="1"/>
          </p:cNvSpPr>
          <p:nvPr>
            <p:ph type="title"/>
          </p:nvPr>
        </p:nvSpPr>
        <p:spPr>
          <a:xfrm>
            <a:off x="813597" y="768367"/>
            <a:ext cx="12857016" cy="1335973"/>
          </a:xfrm>
        </p:spPr>
        <p:txBody>
          <a:bodyPr/>
          <a:lstStyle/>
          <a:p>
            <a:r>
              <a:rPr lang="en-US" dirty="0"/>
              <a:t>Something to think about</a:t>
            </a:r>
            <a:endParaRPr lang="en-CA" dirty="0"/>
          </a:p>
        </p:txBody>
      </p:sp>
      <p:pic>
        <p:nvPicPr>
          <p:cNvPr id="1026" name="Picture 2" descr="Gabe Newell, beloved game developer and CEO of Valve. Age 61 years. :  r/OKbuddyHalfLife">
            <a:extLst>
              <a:ext uri="{FF2B5EF4-FFF2-40B4-BE49-F238E27FC236}">
                <a16:creationId xmlns:a16="http://schemas.microsoft.com/office/drawing/2014/main" id="{2905CD4B-0D72-407B-71A3-6CEAA3D2F15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1840" r="45849"/>
          <a:stretch>
            <a:fillRect/>
          </a:stretch>
        </p:blipFill>
        <p:spPr bwMode="auto">
          <a:xfrm>
            <a:off x="10842172" y="0"/>
            <a:ext cx="5408356" cy="83692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41748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B1E55-6342-B867-A350-E2CD00EE40EE}"/>
            </a:ext>
          </a:extLst>
        </p:cNvPr>
        <p:cNvGrpSpPr/>
        <p:nvPr/>
      </p:nvGrpSpPr>
      <p:grpSpPr>
        <a:xfrm>
          <a:off x="0" y="0"/>
          <a:ext cx="0" cy="0"/>
          <a:chOff x="0" y="0"/>
          <a:chExt cx="0" cy="0"/>
        </a:xfrm>
      </p:grpSpPr>
      <p:pic>
        <p:nvPicPr>
          <p:cNvPr id="10" name="Picture 9" descr="A blue and white background with text&#10;&#10;AI-generated content may be incorrect.">
            <a:extLst>
              <a:ext uri="{FF2B5EF4-FFF2-40B4-BE49-F238E27FC236}">
                <a16:creationId xmlns:a16="http://schemas.microsoft.com/office/drawing/2014/main" id="{9EA9540E-11A2-B287-6E25-17CDD76F44F8}"/>
              </a:ext>
            </a:extLst>
          </p:cNvPr>
          <p:cNvPicPr>
            <a:picLocks noChangeAspect="1"/>
          </p:cNvPicPr>
          <p:nvPr/>
        </p:nvPicPr>
        <p:blipFill>
          <a:blip r:embed="rId2">
            <a:duotone>
              <a:schemeClr val="accent1">
                <a:shade val="45000"/>
                <a:satMod val="135000"/>
              </a:schemeClr>
              <a:prstClr val="white"/>
            </a:duotone>
          </a:blip>
          <a:srcRect t="18181" b="23182"/>
          <a:stretch>
            <a:fillRect/>
          </a:stretch>
        </p:blipFill>
        <p:spPr>
          <a:xfrm>
            <a:off x="3693626" y="318653"/>
            <a:ext cx="8870337" cy="7804916"/>
          </a:xfrm>
          <a:prstGeom prst="rect">
            <a:avLst/>
          </a:prstGeom>
        </p:spPr>
      </p:pic>
    </p:spTree>
    <p:extLst>
      <p:ext uri="{BB962C8B-B14F-4D97-AF65-F5344CB8AC3E}">
        <p14:creationId xmlns:p14="http://schemas.microsoft.com/office/powerpoint/2010/main" val="4218197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 for today</a:t>
            </a:r>
            <a:endParaRPr lang="en-CA" dirty="0"/>
          </a:p>
        </p:txBody>
      </p:sp>
      <p:sp>
        <p:nvSpPr>
          <p:cNvPr id="3" name="Text Placeholder 2"/>
          <p:cNvSpPr>
            <a:spLocks noGrp="1"/>
          </p:cNvSpPr>
          <p:nvPr>
            <p:ph type="body" sz="quarter" idx="15"/>
          </p:nvPr>
        </p:nvSpPr>
        <p:spPr>
          <a:xfrm>
            <a:off x="813597" y="1787218"/>
            <a:ext cx="8533800" cy="6125680"/>
          </a:xfrm>
        </p:spPr>
        <p:txBody>
          <a:bodyPr>
            <a:normAutofit/>
          </a:bodyPr>
          <a:lstStyle/>
          <a:p>
            <a:pPr marL="457189" indent="-457189">
              <a:buFont typeface="Arial" panose="020B0604020202020204" pitchFamily="34" charset="0"/>
              <a:buChar char="•"/>
            </a:pPr>
            <a:r>
              <a:rPr lang="en-US" sz="3600" b="1" dirty="0"/>
              <a:t>Schedule</a:t>
            </a:r>
          </a:p>
          <a:p>
            <a:pPr marL="457189" indent="-457189">
              <a:buFont typeface="Arial" panose="020B0604020202020204" pitchFamily="34" charset="0"/>
              <a:buChar char="•"/>
            </a:pPr>
            <a:r>
              <a:rPr lang="en-US" sz="3600" b="1" dirty="0"/>
              <a:t>Assignment</a:t>
            </a:r>
          </a:p>
          <a:p>
            <a:pPr marL="457189" indent="-457189">
              <a:buFont typeface="Arial" panose="020B0604020202020204" pitchFamily="34" charset="0"/>
              <a:buChar char="•"/>
            </a:pPr>
            <a:r>
              <a:rPr lang="en-CA" sz="3600" b="1" dirty="0"/>
              <a:t>Entrepreneurship Theory and Practice</a:t>
            </a:r>
          </a:p>
          <a:p>
            <a:pPr marL="1612772" lvl="1" indent="-342900"/>
            <a:r>
              <a:rPr lang="en-CA" sz="3600" b="1" dirty="0"/>
              <a:t>Types of Innovation</a:t>
            </a:r>
          </a:p>
          <a:p>
            <a:pPr marL="1612772" lvl="1" indent="-342900"/>
            <a:r>
              <a:rPr lang="en-CA" sz="3600" b="1" dirty="0"/>
              <a:t>Idea Generation</a:t>
            </a:r>
          </a:p>
          <a:p>
            <a:pPr marL="1612772" lvl="1" indent="-342900"/>
            <a:r>
              <a:rPr lang="en-CA" sz="3600" b="1" dirty="0"/>
              <a:t>Solution Generation</a:t>
            </a:r>
          </a:p>
          <a:p>
            <a:pPr marL="1612772" lvl="1" indent="-342900"/>
            <a:r>
              <a:rPr lang="en-CA" sz="3600" b="1" dirty="0"/>
              <a:t>Lean Canvas Recap</a:t>
            </a:r>
          </a:p>
          <a:p>
            <a:pPr marL="1612772" lvl="1" indent="-342900"/>
            <a:endParaRPr lang="en-CA" sz="3600" b="1" dirty="0"/>
          </a:p>
        </p:txBody>
      </p:sp>
      <p:sp>
        <p:nvSpPr>
          <p:cNvPr id="5" name="Slide Number Placeholder 4"/>
          <p:cNvSpPr>
            <a:spLocks noGrp="1"/>
          </p:cNvSpPr>
          <p:nvPr>
            <p:ph type="sldNum" sz="quarter" idx="19"/>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fld id="{DEF3F5F5-7776-394F-A41F-3BAFC9CC9F8E}" type="slidenum">
              <a:rPr kumimoji="0" lang="en-US" sz="2100" b="1" i="0" u="none" strike="noStrike" kern="1200" cap="none" spc="0" normalizeH="0" baseline="0" noProof="0">
                <a:ln>
                  <a:noFill/>
                </a:ln>
                <a:solidFill>
                  <a:srgbClr val="A6C8BC"/>
                </a:solidFill>
                <a:effectLst/>
                <a:uLnTx/>
                <a:uFillTx/>
                <a:latin typeface="Arial"/>
                <a:ea typeface="+mn-ea"/>
                <a:cs typeface="+mn-cs"/>
              </a:rPr>
              <a:pPr marL="0" marR="0" lvl="0" indent="0" algn="l" defTabSz="1219170" rtl="0" eaLnBrk="1" fontAlgn="auto" latinLnBrk="0" hangingPunct="1">
                <a:lnSpc>
                  <a:spcPct val="100000"/>
                </a:lnSpc>
                <a:spcBef>
                  <a:spcPts val="0"/>
                </a:spcBef>
                <a:spcAft>
                  <a:spcPts val="0"/>
                </a:spcAft>
                <a:buClrTx/>
                <a:buSzTx/>
                <a:buFontTx/>
                <a:buNone/>
                <a:tabLst/>
                <a:defRPr/>
              </a:pPr>
              <a:t>8</a:t>
            </a:fld>
            <a:endParaRPr kumimoji="0" lang="en-US" sz="2100" b="1" i="0" u="none" strike="noStrike" kern="1200" cap="none" spc="0" normalizeH="0" baseline="0" noProof="0" dirty="0">
              <a:ln>
                <a:noFill/>
              </a:ln>
              <a:solidFill>
                <a:srgbClr val="A6C8BC"/>
              </a:solidFill>
              <a:effectLst/>
              <a:uLnTx/>
              <a:uFillTx/>
              <a:latin typeface="Arial"/>
              <a:ea typeface="+mn-ea"/>
              <a:cs typeface="+mn-cs"/>
            </a:endParaRPr>
          </a:p>
        </p:txBody>
      </p:sp>
      <p:pic>
        <p:nvPicPr>
          <p:cNvPr id="4" name="Picture 3">
            <a:extLst>
              <a:ext uri="{FF2B5EF4-FFF2-40B4-BE49-F238E27FC236}">
                <a16:creationId xmlns:a16="http://schemas.microsoft.com/office/drawing/2014/main" id="{B176A76A-8666-4EFC-C9D9-9A946B977599}"/>
              </a:ext>
            </a:extLst>
          </p:cNvPr>
          <p:cNvPicPr>
            <a:picLocks noChangeAspect="1"/>
          </p:cNvPicPr>
          <p:nvPr/>
        </p:nvPicPr>
        <p:blipFill>
          <a:blip r:embed="rId3"/>
          <a:stretch>
            <a:fillRect/>
          </a:stretch>
        </p:blipFill>
        <p:spPr>
          <a:xfrm>
            <a:off x="9347396" y="1231103"/>
            <a:ext cx="6909399" cy="6681795"/>
          </a:xfrm>
          <a:prstGeom prst="rect">
            <a:avLst/>
          </a:prstGeom>
        </p:spPr>
      </p:pic>
    </p:spTree>
    <p:extLst>
      <p:ext uri="{BB962C8B-B14F-4D97-AF65-F5344CB8AC3E}">
        <p14:creationId xmlns:p14="http://schemas.microsoft.com/office/powerpoint/2010/main" val="29017690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9E7E9BE-6EA9-10AA-86B3-744990B33B26}"/>
              </a:ext>
            </a:extLst>
          </p:cNvPr>
          <p:cNvSpPr>
            <a:spLocks noGrp="1"/>
          </p:cNvSpPr>
          <p:nvPr>
            <p:ph type="sldNum" sz="quarter" idx="19"/>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fld id="{DEF3F5F5-7776-394F-A41F-3BAFC9CC9F8E}" type="slidenum">
              <a:rPr kumimoji="0" lang="en-US" sz="2100" b="1" i="0" u="none" strike="noStrike" kern="1200" cap="none" spc="0" normalizeH="0" baseline="0" noProof="0">
                <a:ln>
                  <a:noFill/>
                </a:ln>
                <a:solidFill>
                  <a:srgbClr val="A6C8BC"/>
                </a:solidFill>
                <a:effectLst/>
                <a:uLnTx/>
                <a:uFillTx/>
                <a:latin typeface="Arial"/>
                <a:ea typeface="+mn-ea"/>
                <a:cs typeface="+mn-cs"/>
              </a:rPr>
              <a:pPr marL="0" marR="0" lvl="0" indent="0" algn="l" defTabSz="1219170" rtl="0" eaLnBrk="1" fontAlgn="auto" latinLnBrk="0" hangingPunct="1">
                <a:lnSpc>
                  <a:spcPct val="100000"/>
                </a:lnSpc>
                <a:spcBef>
                  <a:spcPts val="0"/>
                </a:spcBef>
                <a:spcAft>
                  <a:spcPts val="0"/>
                </a:spcAft>
                <a:buClrTx/>
                <a:buSzTx/>
                <a:buFontTx/>
                <a:buNone/>
                <a:tabLst/>
                <a:defRPr/>
              </a:pPr>
              <a:t>9</a:t>
            </a:fld>
            <a:endParaRPr kumimoji="0" lang="en-US" sz="2100" b="1" i="0" u="none" strike="noStrike" kern="1200" cap="none" spc="0" normalizeH="0" baseline="0" noProof="0" dirty="0">
              <a:ln>
                <a:noFill/>
              </a:ln>
              <a:solidFill>
                <a:srgbClr val="A6C8BC"/>
              </a:solidFill>
              <a:effectLst/>
              <a:uLnTx/>
              <a:uFillTx/>
              <a:latin typeface="Arial"/>
              <a:ea typeface="+mn-ea"/>
              <a:cs typeface="+mn-cs"/>
            </a:endParaRPr>
          </a:p>
        </p:txBody>
      </p:sp>
      <p:graphicFrame>
        <p:nvGraphicFramePr>
          <p:cNvPr id="7" name="Table 6">
            <a:extLst>
              <a:ext uri="{FF2B5EF4-FFF2-40B4-BE49-F238E27FC236}">
                <a16:creationId xmlns:a16="http://schemas.microsoft.com/office/drawing/2014/main" id="{21FCCD2C-2962-7E49-CD55-B696D6A7F00E}"/>
              </a:ext>
            </a:extLst>
          </p:cNvPr>
          <p:cNvGraphicFramePr>
            <a:graphicFrameLocks noGrp="1"/>
          </p:cNvGraphicFramePr>
          <p:nvPr>
            <p:extLst>
              <p:ext uri="{D42A27DB-BD31-4B8C-83A1-F6EECF244321}">
                <p14:modId xmlns:p14="http://schemas.microsoft.com/office/powerpoint/2010/main" val="2971375093"/>
              </p:ext>
            </p:extLst>
          </p:nvPr>
        </p:nvGraphicFramePr>
        <p:xfrm>
          <a:off x="464396" y="495635"/>
          <a:ext cx="15300000" cy="6423641"/>
        </p:xfrm>
        <a:graphic>
          <a:graphicData uri="http://schemas.openxmlformats.org/drawingml/2006/table">
            <a:tbl>
              <a:tblPr firstRow="1" firstCol="1" bandRow="1">
                <a:tableStyleId>{3B4B98B0-60AC-42C2-AFA5-B58CD77FA1E5}</a:tableStyleId>
              </a:tblPr>
              <a:tblGrid>
                <a:gridCol w="1512000">
                  <a:extLst>
                    <a:ext uri="{9D8B030D-6E8A-4147-A177-3AD203B41FA5}">
                      <a16:colId xmlns:a16="http://schemas.microsoft.com/office/drawing/2014/main" val="2561553873"/>
                    </a:ext>
                  </a:extLst>
                </a:gridCol>
                <a:gridCol w="10800000">
                  <a:extLst>
                    <a:ext uri="{9D8B030D-6E8A-4147-A177-3AD203B41FA5}">
                      <a16:colId xmlns:a16="http://schemas.microsoft.com/office/drawing/2014/main" val="662781463"/>
                    </a:ext>
                  </a:extLst>
                </a:gridCol>
                <a:gridCol w="2988000">
                  <a:extLst>
                    <a:ext uri="{9D8B030D-6E8A-4147-A177-3AD203B41FA5}">
                      <a16:colId xmlns:a16="http://schemas.microsoft.com/office/drawing/2014/main" val="368595015"/>
                    </a:ext>
                  </a:extLst>
                </a:gridCol>
              </a:tblGrid>
              <a:tr h="522705">
                <a:tc>
                  <a:txBody>
                    <a:bodyPr/>
                    <a:lstStyle/>
                    <a:p>
                      <a:pPr algn="ctr"/>
                      <a:endParaRPr lang="en-CA" sz="2400" dirty="0">
                        <a:solidFill>
                          <a:schemeClr val="bg1"/>
                        </a:solidFill>
                        <a:effectLst/>
                        <a:latin typeface="+mn-lt"/>
                        <a:ea typeface="Times New Roman" panose="02020603050405020304" pitchFamily="18" charset="0"/>
                      </a:endParaRPr>
                    </a:p>
                  </a:txBody>
                  <a:tcPr marL="54932" marR="5493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sz="2400" dirty="0">
                          <a:solidFill>
                            <a:schemeClr val="bg1"/>
                          </a:solidFill>
                          <a:effectLst/>
                        </a:rPr>
                        <a:t>Theme &amp; Learning Outcomes</a:t>
                      </a:r>
                      <a:endParaRPr lang="en-CA" sz="2400" dirty="0">
                        <a:solidFill>
                          <a:schemeClr val="bg1"/>
                        </a:solidFill>
                        <a:effectLst/>
                        <a:latin typeface="Times New Roman" panose="02020603050405020304" pitchFamily="18" charset="0"/>
                        <a:ea typeface="Times New Roman" panose="02020603050405020304" pitchFamily="18" charset="0"/>
                      </a:endParaRPr>
                    </a:p>
                  </a:txBody>
                  <a:tcPr marL="54932" marR="5493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sz="2400" b="1" dirty="0">
                          <a:solidFill>
                            <a:schemeClr val="bg1"/>
                          </a:solidFill>
                          <a:effectLst/>
                        </a:rPr>
                        <a:t>Assessments (%)</a:t>
                      </a:r>
                      <a:endParaRPr lang="en-CA" sz="2400" b="1" dirty="0">
                        <a:solidFill>
                          <a:schemeClr val="bg1"/>
                        </a:solidFill>
                        <a:effectLst/>
                        <a:latin typeface="Times New Roman" panose="02020603050405020304" pitchFamily="18" charset="0"/>
                        <a:ea typeface="Times New Roman" panose="02020603050405020304" pitchFamily="18" charset="0"/>
                      </a:endParaRPr>
                    </a:p>
                  </a:txBody>
                  <a:tcPr marL="54932" marR="5493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3823446603"/>
                  </a:ext>
                </a:extLst>
              </a:tr>
              <a:tr h="720000">
                <a:tc>
                  <a:txBody>
                    <a:bodyPr/>
                    <a:lstStyle/>
                    <a:p>
                      <a:pPr algn="ctr"/>
                      <a:r>
                        <a:rPr lang="en-CA" sz="2400" dirty="0">
                          <a:solidFill>
                            <a:schemeClr val="bg2"/>
                          </a:solidFill>
                          <a:effectLst/>
                          <a:latin typeface="+mj-lt"/>
                        </a:rPr>
                        <a:t>Week 1</a:t>
                      </a:r>
                    </a:p>
                    <a:p>
                      <a:pPr algn="ctr"/>
                      <a:r>
                        <a:rPr lang="en-CA" sz="2400" dirty="0">
                          <a:solidFill>
                            <a:srgbClr val="FFFF00"/>
                          </a:solidFill>
                          <a:effectLst/>
                          <a:latin typeface="+mj-lt"/>
                        </a:rPr>
                        <a:t>Jan 14</a:t>
                      </a:r>
                    </a:p>
                  </a:txBody>
                  <a:tcPr marL="18606" marR="1860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marL="20320" algn="l" defTabSz="781459" rtl="0" eaLnBrk="1" latinLnBrk="0" hangingPunct="1"/>
                      <a:r>
                        <a:rPr lang="en-US" sz="2400" b="1" kern="1200" dirty="0">
                          <a:solidFill>
                            <a:srgbClr val="000000"/>
                          </a:solidFill>
                          <a:effectLst/>
                          <a:latin typeface="+mn-lt"/>
                          <a:ea typeface="+mn-ea"/>
                          <a:cs typeface="Times New Roman" panose="02020603050405020304" pitchFamily="18" charset="0"/>
                        </a:rPr>
                        <a:t>Intro to Entrepreneurship and Innovation</a:t>
                      </a:r>
                      <a:endParaRPr lang="en-CA" sz="2400" b="1" kern="1200" dirty="0">
                        <a:solidFill>
                          <a:srgbClr val="000000"/>
                        </a:solidFill>
                        <a:effectLst/>
                        <a:latin typeface="+mn-lt"/>
                        <a:ea typeface="Times New Roman" panose="02020603050405020304" pitchFamily="18" charset="0"/>
                        <a:cs typeface="Times New Roman" panose="02020603050405020304" pitchFamily="18" charset="0"/>
                      </a:endParaRPr>
                    </a:p>
                  </a:txBody>
                  <a:tcPr marL="97367" marR="97367"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lvl="0" indent="0">
                        <a:buFont typeface="Symbol" panose="05050102010706020507" pitchFamily="18" charset="2"/>
                        <a:buNone/>
                      </a:pPr>
                      <a:r>
                        <a:rPr lang="en-CA" sz="2400" b="1" kern="1200" dirty="0">
                          <a:solidFill>
                            <a:srgbClr val="000000"/>
                          </a:solidFill>
                          <a:effectLst/>
                          <a:latin typeface="+mn-lt"/>
                          <a:ea typeface="Times New Roman" panose="02020603050405020304" pitchFamily="18" charset="0"/>
                          <a:cs typeface="Times New Roman" panose="02020603050405020304" pitchFamily="18" charset="0"/>
                        </a:rPr>
                        <a:t>Journal 5%</a:t>
                      </a:r>
                    </a:p>
                  </a:txBody>
                  <a:tcPr marL="97367" marR="97367"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3149823879"/>
                  </a:ext>
                </a:extLst>
              </a:tr>
              <a:tr h="720000">
                <a:tc>
                  <a:txBody>
                    <a:bodyPr/>
                    <a:lstStyle/>
                    <a:p>
                      <a:pPr algn="ctr"/>
                      <a:r>
                        <a:rPr lang="en-CA" sz="2400" dirty="0">
                          <a:solidFill>
                            <a:schemeClr val="bg2"/>
                          </a:solidFill>
                          <a:effectLst/>
                          <a:latin typeface="+mj-lt"/>
                        </a:rPr>
                        <a:t>Week 2</a:t>
                      </a:r>
                    </a:p>
                    <a:p>
                      <a:pPr algn="ctr"/>
                      <a:r>
                        <a:rPr lang="en-CA" sz="2400" dirty="0">
                          <a:solidFill>
                            <a:srgbClr val="FFFF00"/>
                          </a:solidFill>
                          <a:effectLst/>
                          <a:latin typeface="+mj-lt"/>
                        </a:rPr>
                        <a:t>Jan 21</a:t>
                      </a:r>
                    </a:p>
                  </a:txBody>
                  <a:tcPr marL="18606" marR="1860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marL="20320"/>
                      <a:r>
                        <a:rPr lang="en-US" sz="2400" b="1" dirty="0">
                          <a:solidFill>
                            <a:srgbClr val="000000"/>
                          </a:solidFill>
                          <a:effectLst/>
                          <a:latin typeface="+mn-lt"/>
                          <a:ea typeface="Times New Roman" panose="02020603050405020304" pitchFamily="18" charset="0"/>
                          <a:cs typeface="Times New Roman" panose="02020603050405020304" pitchFamily="18" charset="0"/>
                        </a:rPr>
                        <a:t>Entrepreneurship, Emerging Tech, Economic Growth</a:t>
                      </a:r>
                      <a:endParaRPr lang="en-CA" sz="3700" dirty="0">
                        <a:effectLst/>
                        <a:latin typeface="+mn-lt"/>
                        <a:ea typeface="Times New Roman" panose="02020603050405020304" pitchFamily="18" charset="0"/>
                      </a:endParaRPr>
                    </a:p>
                  </a:txBody>
                  <a:tcPr marL="97367" marR="97367"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lvl="0" indent="0" algn="l" defTabSz="586109" rtl="0" eaLnBrk="1" latinLnBrk="0" hangingPunct="1">
                        <a:buFont typeface="Symbol" panose="05050102010706020507" pitchFamily="18" charset="2"/>
                        <a:buNone/>
                      </a:pPr>
                      <a:r>
                        <a:rPr lang="en-CA" sz="2400" b="1" kern="1200" dirty="0">
                          <a:solidFill>
                            <a:srgbClr val="000000"/>
                          </a:solidFill>
                          <a:effectLst/>
                          <a:latin typeface="+mn-lt"/>
                          <a:ea typeface="Times New Roman" panose="02020603050405020304" pitchFamily="18" charset="0"/>
                          <a:cs typeface="Times New Roman" panose="02020603050405020304" pitchFamily="18" charset="0"/>
                        </a:rPr>
                        <a:t>Journal 5%</a:t>
                      </a:r>
                    </a:p>
                  </a:txBody>
                  <a:tcPr marL="97367" marR="97367"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706762785"/>
                  </a:ext>
                </a:extLst>
              </a:tr>
              <a:tr h="720000">
                <a:tc>
                  <a:txBody>
                    <a:bodyPr/>
                    <a:lstStyle/>
                    <a:p>
                      <a:pPr algn="ctr"/>
                      <a:r>
                        <a:rPr lang="en-CA" sz="2400" dirty="0">
                          <a:solidFill>
                            <a:schemeClr val="bg2"/>
                          </a:solidFill>
                          <a:effectLst/>
                          <a:latin typeface="+mj-lt"/>
                        </a:rPr>
                        <a:t>Week 3</a:t>
                      </a:r>
                    </a:p>
                    <a:p>
                      <a:pPr algn="ctr"/>
                      <a:r>
                        <a:rPr lang="en-CA" sz="2400" dirty="0">
                          <a:solidFill>
                            <a:srgbClr val="FFFF00"/>
                          </a:solidFill>
                          <a:effectLst/>
                          <a:latin typeface="+mj-lt"/>
                        </a:rPr>
                        <a:t>Jan 28</a:t>
                      </a:r>
                    </a:p>
                  </a:txBody>
                  <a:tcPr marL="18606" marR="1860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marL="20320"/>
                      <a:r>
                        <a:rPr lang="en-US" sz="2400" b="1" dirty="0">
                          <a:solidFill>
                            <a:srgbClr val="000000"/>
                          </a:solidFill>
                          <a:effectLst/>
                          <a:latin typeface="+mn-lt"/>
                          <a:ea typeface="Times New Roman" panose="02020603050405020304" pitchFamily="18" charset="0"/>
                          <a:cs typeface="Times New Roman" panose="02020603050405020304" pitchFamily="18" charset="0"/>
                        </a:rPr>
                        <a:t>Types of Innovation, Problems and Solutions</a:t>
                      </a:r>
                      <a:endParaRPr lang="en-CA" sz="3700" dirty="0">
                        <a:effectLst/>
                        <a:latin typeface="+mn-lt"/>
                        <a:ea typeface="Times New Roman" panose="02020603050405020304" pitchFamily="18" charset="0"/>
                      </a:endParaRPr>
                    </a:p>
                  </a:txBody>
                  <a:tcPr marL="97367" marR="97367"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lvl="0" indent="0">
                        <a:buFont typeface="Symbol" panose="05050102010706020507" pitchFamily="18" charset="2"/>
                        <a:buNone/>
                      </a:pPr>
                      <a:r>
                        <a:rPr lang="en-CA" sz="2400" b="1" kern="1200" dirty="0">
                          <a:solidFill>
                            <a:srgbClr val="000000"/>
                          </a:solidFill>
                          <a:effectLst/>
                          <a:latin typeface="+mn-lt"/>
                          <a:ea typeface="Times New Roman" panose="02020603050405020304" pitchFamily="18" charset="0"/>
                          <a:cs typeface="Times New Roman" panose="02020603050405020304" pitchFamily="18" charset="0"/>
                        </a:rPr>
                        <a:t>Assignment 5%</a:t>
                      </a:r>
                    </a:p>
                  </a:txBody>
                  <a:tcPr marL="97367" marR="97367"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816629582"/>
                  </a:ext>
                </a:extLst>
              </a:tr>
              <a:tr h="720000">
                <a:tc>
                  <a:txBody>
                    <a:bodyPr/>
                    <a:lstStyle/>
                    <a:p>
                      <a:pPr algn="ctr"/>
                      <a:r>
                        <a:rPr lang="en-CA" sz="2400" dirty="0">
                          <a:solidFill>
                            <a:schemeClr val="bg2"/>
                          </a:solidFill>
                          <a:effectLst/>
                          <a:latin typeface="+mj-lt"/>
                        </a:rPr>
                        <a:t>Week 4</a:t>
                      </a:r>
                    </a:p>
                    <a:p>
                      <a:pPr algn="ctr"/>
                      <a:r>
                        <a:rPr lang="en-CA" sz="2400" dirty="0">
                          <a:solidFill>
                            <a:srgbClr val="FFFF00"/>
                          </a:solidFill>
                          <a:effectLst/>
                          <a:latin typeface="+mj-lt"/>
                        </a:rPr>
                        <a:t>Feb 4</a:t>
                      </a:r>
                    </a:p>
                  </a:txBody>
                  <a:tcPr marL="18606" marR="1860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marL="20320"/>
                      <a:r>
                        <a:rPr lang="en-US" sz="2400" b="1" dirty="0">
                          <a:solidFill>
                            <a:srgbClr val="000000"/>
                          </a:solidFill>
                          <a:effectLst/>
                          <a:latin typeface="+mn-lt"/>
                          <a:ea typeface="Times New Roman" panose="02020603050405020304" pitchFamily="18" charset="0"/>
                          <a:cs typeface="Times New Roman" panose="02020603050405020304" pitchFamily="18" charset="0"/>
                        </a:rPr>
                        <a:t>Success Drivers in Tech Sector, Metrics</a:t>
                      </a:r>
                      <a:endParaRPr lang="en-CA" sz="3700" dirty="0">
                        <a:effectLst/>
                        <a:latin typeface="+mn-lt"/>
                        <a:ea typeface="Times New Roman" panose="02020603050405020304" pitchFamily="18" charset="0"/>
                      </a:endParaRPr>
                    </a:p>
                  </a:txBody>
                  <a:tcPr marL="97367" marR="97367"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lvl="0" indent="0">
                        <a:buFont typeface="Symbol" panose="05050102010706020507" pitchFamily="18" charset="2"/>
                        <a:buNone/>
                      </a:pPr>
                      <a:r>
                        <a:rPr lang="en-CA" sz="2400" b="1" kern="1200" dirty="0">
                          <a:solidFill>
                            <a:srgbClr val="000000"/>
                          </a:solidFill>
                          <a:effectLst/>
                          <a:latin typeface="+mn-lt"/>
                          <a:ea typeface="Times New Roman" panose="02020603050405020304" pitchFamily="18" charset="0"/>
                          <a:cs typeface="Times New Roman" panose="02020603050405020304" pitchFamily="18" charset="0"/>
                        </a:rPr>
                        <a:t>Quiz 5%</a:t>
                      </a:r>
                    </a:p>
                  </a:txBody>
                  <a:tcPr marL="97367" marR="97367"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006019451"/>
                  </a:ext>
                </a:extLst>
              </a:tr>
              <a:tr h="720000">
                <a:tc>
                  <a:txBody>
                    <a:bodyPr/>
                    <a:lstStyle/>
                    <a:p>
                      <a:pPr algn="ctr"/>
                      <a:r>
                        <a:rPr lang="en-CA" sz="2400" dirty="0">
                          <a:solidFill>
                            <a:schemeClr val="bg2"/>
                          </a:solidFill>
                          <a:effectLst/>
                          <a:latin typeface="+mj-lt"/>
                        </a:rPr>
                        <a:t>Week 5 </a:t>
                      </a:r>
                    </a:p>
                    <a:p>
                      <a:pPr algn="ctr"/>
                      <a:r>
                        <a:rPr lang="en-CA" sz="2400" dirty="0">
                          <a:solidFill>
                            <a:srgbClr val="FFFF00"/>
                          </a:solidFill>
                          <a:effectLst/>
                          <a:latin typeface="+mj-lt"/>
                        </a:rPr>
                        <a:t>Feb 11</a:t>
                      </a:r>
                    </a:p>
                  </a:txBody>
                  <a:tcPr marL="18606" marR="1860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marL="20320"/>
                      <a:r>
                        <a:rPr lang="en-US" sz="2400" b="1" dirty="0">
                          <a:solidFill>
                            <a:srgbClr val="000000"/>
                          </a:solidFill>
                          <a:effectLst/>
                          <a:latin typeface="+mn-lt"/>
                          <a:ea typeface="Times New Roman" panose="02020603050405020304" pitchFamily="18" charset="0"/>
                          <a:cs typeface="Times New Roman" panose="02020603050405020304" pitchFamily="18" charset="0"/>
                        </a:rPr>
                        <a:t>Stakeholders in Entrepreneurship and Innovation, Early Adopters</a:t>
                      </a:r>
                      <a:endParaRPr lang="en-CA" sz="3700" dirty="0">
                        <a:effectLst/>
                        <a:latin typeface="+mn-lt"/>
                        <a:ea typeface="Times New Roman" panose="02020603050405020304" pitchFamily="18" charset="0"/>
                      </a:endParaRPr>
                    </a:p>
                  </a:txBody>
                  <a:tcPr marL="97367" marR="97367"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lvl="0" indent="0">
                        <a:buFont typeface="Symbol" panose="05050102010706020507" pitchFamily="18" charset="2"/>
                        <a:buNone/>
                      </a:pPr>
                      <a:r>
                        <a:rPr lang="en-CA" sz="2400" b="1" kern="1200" dirty="0">
                          <a:solidFill>
                            <a:srgbClr val="000000"/>
                          </a:solidFill>
                          <a:effectLst/>
                          <a:latin typeface="+mn-lt"/>
                          <a:ea typeface="Times New Roman" panose="02020603050405020304" pitchFamily="18" charset="0"/>
                          <a:cs typeface="Times New Roman" panose="02020603050405020304" pitchFamily="18" charset="0"/>
                        </a:rPr>
                        <a:t>Journal 5%</a:t>
                      </a:r>
                    </a:p>
                  </a:txBody>
                  <a:tcPr marL="97367" marR="97367"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841889160"/>
                  </a:ext>
                </a:extLst>
              </a:tr>
              <a:tr h="720000">
                <a:tc>
                  <a:txBody>
                    <a:bodyPr/>
                    <a:lstStyle/>
                    <a:p>
                      <a:pPr algn="ctr"/>
                      <a:r>
                        <a:rPr lang="en-CA" sz="2400" dirty="0">
                          <a:solidFill>
                            <a:schemeClr val="bg2"/>
                          </a:solidFill>
                          <a:effectLst/>
                          <a:latin typeface="+mj-lt"/>
                        </a:rPr>
                        <a:t>Week 6</a:t>
                      </a:r>
                    </a:p>
                    <a:p>
                      <a:pPr algn="ctr"/>
                      <a:r>
                        <a:rPr lang="en-CA" sz="2400" dirty="0">
                          <a:solidFill>
                            <a:srgbClr val="FFFF00"/>
                          </a:solidFill>
                          <a:effectLst/>
                          <a:latin typeface="+mj-lt"/>
                          <a:ea typeface="Times New Roman" panose="02020603050405020304" pitchFamily="18" charset="0"/>
                        </a:rPr>
                        <a:t>Feb 18</a:t>
                      </a:r>
                    </a:p>
                  </a:txBody>
                  <a:tcPr marL="18606" marR="1860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marL="0" marR="0" lvl="0" indent="0" algn="l" defTabSz="781459" rtl="0" eaLnBrk="1" fontAlgn="auto" latinLnBrk="0" hangingPunct="1">
                        <a:lnSpc>
                          <a:spcPct val="100000"/>
                        </a:lnSpc>
                        <a:spcBef>
                          <a:spcPts val="0"/>
                        </a:spcBef>
                        <a:spcAft>
                          <a:spcPts val="0"/>
                        </a:spcAft>
                        <a:buClrTx/>
                        <a:buSzTx/>
                        <a:buFontTx/>
                        <a:buNone/>
                        <a:tabLst/>
                        <a:defRPr/>
                      </a:pPr>
                      <a:r>
                        <a:rPr lang="en-US" sz="2400" b="1" kern="1200" dirty="0">
                          <a:solidFill>
                            <a:srgbClr val="000000"/>
                          </a:solidFill>
                          <a:effectLst/>
                          <a:latin typeface="+mn-lt"/>
                          <a:ea typeface="Times New Roman" panose="02020603050405020304" pitchFamily="18" charset="0"/>
                          <a:cs typeface="Times New Roman" panose="02020603050405020304" pitchFamily="18" charset="0"/>
                        </a:rPr>
                        <a:t>Business Goals and Vision, Market Research and Marketing Strategies</a:t>
                      </a:r>
                      <a:endParaRPr lang="en-CA" sz="2400" b="1" kern="1200" dirty="0">
                        <a:solidFill>
                          <a:srgbClr val="000000"/>
                        </a:solidFill>
                        <a:effectLst/>
                        <a:latin typeface="+mn-lt"/>
                        <a:ea typeface="Times New Roman" panose="02020603050405020304" pitchFamily="18" charset="0"/>
                        <a:cs typeface="Times New Roman" panose="02020603050405020304" pitchFamily="18" charset="0"/>
                      </a:endParaRPr>
                    </a:p>
                  </a:txBody>
                  <a:tcPr marL="97367" marR="97367"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lvl="0" indent="0" algn="l" defTabSz="781459" rtl="0" eaLnBrk="1" fontAlgn="auto" latinLnBrk="0" hangingPunct="1">
                        <a:lnSpc>
                          <a:spcPct val="100000"/>
                        </a:lnSpc>
                        <a:spcBef>
                          <a:spcPts val="0"/>
                        </a:spcBef>
                        <a:spcAft>
                          <a:spcPts val="0"/>
                        </a:spcAft>
                        <a:buClrTx/>
                        <a:buSzTx/>
                        <a:buFont typeface="Symbol" panose="05050102010706020507" pitchFamily="18" charset="2"/>
                        <a:buNone/>
                        <a:tabLst/>
                        <a:defRPr/>
                      </a:pPr>
                      <a:r>
                        <a:rPr lang="en-CA" sz="2400" b="1" kern="1200" dirty="0">
                          <a:solidFill>
                            <a:srgbClr val="000000"/>
                          </a:solidFill>
                          <a:effectLst/>
                          <a:latin typeface="+mn-lt"/>
                          <a:ea typeface="Times New Roman" panose="02020603050405020304" pitchFamily="18" charset="0"/>
                          <a:cs typeface="Times New Roman" panose="02020603050405020304" pitchFamily="18" charset="0"/>
                        </a:rPr>
                        <a:t>Business/Project Idea 5%</a:t>
                      </a:r>
                    </a:p>
                  </a:txBody>
                  <a:tcPr marL="97367" marR="97367"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322680799"/>
                  </a:ext>
                </a:extLst>
              </a:tr>
              <a:tr h="689842">
                <a:tc>
                  <a:txBody>
                    <a:bodyPr/>
                    <a:lstStyle/>
                    <a:p>
                      <a:pPr algn="ctr"/>
                      <a:r>
                        <a:rPr lang="en-CA" sz="2400" dirty="0">
                          <a:solidFill>
                            <a:schemeClr val="bg2"/>
                          </a:solidFill>
                          <a:effectLst/>
                          <a:latin typeface="+mj-lt"/>
                        </a:rPr>
                        <a:t> Week 7</a:t>
                      </a:r>
                    </a:p>
                    <a:p>
                      <a:pPr algn="ctr"/>
                      <a:r>
                        <a:rPr lang="en-CA" sz="2400" dirty="0">
                          <a:solidFill>
                            <a:srgbClr val="FFFF00"/>
                          </a:solidFill>
                          <a:effectLst/>
                          <a:latin typeface="+mj-lt"/>
                        </a:rPr>
                        <a:t>Feb 25</a:t>
                      </a:r>
                    </a:p>
                  </a:txBody>
                  <a:tcPr marL="18606" marR="1860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en-CA" sz="3700" dirty="0">
                          <a:effectLst/>
                          <a:latin typeface="+mn-lt"/>
                          <a:ea typeface="Times New Roman" panose="02020603050405020304" pitchFamily="18" charset="0"/>
                        </a:rPr>
                        <a:t>Midterm Exam</a:t>
                      </a:r>
                    </a:p>
                  </a:txBody>
                  <a:tcPr marL="97367" marR="97367"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lvl="0" indent="0">
                        <a:buFont typeface="Symbol" panose="05050102010706020507" pitchFamily="18" charset="2"/>
                        <a:buNone/>
                      </a:pPr>
                      <a:r>
                        <a:rPr lang="en-CA" sz="2400" b="1" kern="1200" dirty="0">
                          <a:solidFill>
                            <a:srgbClr val="000000"/>
                          </a:solidFill>
                          <a:effectLst/>
                          <a:latin typeface="+mn-lt"/>
                          <a:ea typeface="Times New Roman" panose="02020603050405020304" pitchFamily="18" charset="0"/>
                          <a:cs typeface="Times New Roman" panose="02020603050405020304" pitchFamily="18" charset="0"/>
                        </a:rPr>
                        <a:t>Midterm Exam 20%</a:t>
                      </a:r>
                    </a:p>
                  </a:txBody>
                  <a:tcPr marL="97367" marR="97367"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155280208"/>
                  </a:ext>
                </a:extLst>
              </a:tr>
              <a:tr h="658376">
                <a:tc>
                  <a:txBody>
                    <a:bodyPr/>
                    <a:lstStyle/>
                    <a:p>
                      <a:pPr algn="ctr"/>
                      <a:r>
                        <a:rPr lang="en-CA" sz="2400" dirty="0">
                          <a:solidFill>
                            <a:schemeClr val="bg2"/>
                          </a:solidFill>
                          <a:effectLst/>
                          <a:latin typeface="+mj-lt"/>
                        </a:rPr>
                        <a:t>Week 8</a:t>
                      </a:r>
                    </a:p>
                  </a:txBody>
                  <a:tcPr marL="18606" marR="1860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gridSpan="2">
                  <a:txBody>
                    <a:bodyPr/>
                    <a:lstStyle/>
                    <a:p>
                      <a:pPr marL="0" lvl="0" indent="0" algn="ctr" defTabSz="685800" rtl="0" eaLnBrk="1" latinLnBrk="0" hangingPunct="1">
                        <a:buFont typeface="Symbol" panose="05050102010706020507" pitchFamily="18" charset="2"/>
                        <a:buNone/>
                      </a:pPr>
                      <a:r>
                        <a:rPr lang="en-CA" sz="4300" b="1" kern="1200" dirty="0">
                          <a:solidFill>
                            <a:schemeClr val="tx1"/>
                          </a:solidFill>
                          <a:effectLst/>
                          <a:latin typeface="+mn-lt"/>
                          <a:ea typeface="+mn-ea"/>
                          <a:cs typeface="+mn-cs"/>
                        </a:rPr>
                        <a:t>Study Break Week – NO CLASS</a:t>
                      </a:r>
                    </a:p>
                  </a:txBody>
                  <a:tcPr marL="54932" marR="5493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hMerge="1">
                  <a:txBody>
                    <a:bodyPr/>
                    <a:lstStyle/>
                    <a:p>
                      <a:endParaRPr lang="en-CA" sz="1200" b="1" dirty="0">
                        <a:effectLst/>
                        <a:latin typeface="Times New Roman" panose="02020603050405020304" pitchFamily="18" charset="0"/>
                        <a:ea typeface="Times New Roman" panose="02020603050405020304" pitchFamily="18" charset="0"/>
                      </a:endParaRPr>
                    </a:p>
                  </a:txBody>
                  <a:tcPr marL="41199" marR="41199"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182054092"/>
                  </a:ext>
                </a:extLst>
              </a:tr>
            </a:tbl>
          </a:graphicData>
        </a:graphic>
      </p:graphicFrame>
    </p:spTree>
    <p:extLst>
      <p:ext uri="{BB962C8B-B14F-4D97-AF65-F5344CB8AC3E}">
        <p14:creationId xmlns:p14="http://schemas.microsoft.com/office/powerpoint/2010/main" val="40739493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9E7E9BE-6EA9-10AA-86B3-744990B33B26}"/>
              </a:ext>
            </a:extLst>
          </p:cNvPr>
          <p:cNvSpPr>
            <a:spLocks noGrp="1"/>
          </p:cNvSpPr>
          <p:nvPr>
            <p:ph type="sldNum" sz="quarter" idx="19"/>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fld id="{DEF3F5F5-7776-394F-A41F-3BAFC9CC9F8E}" type="slidenum">
              <a:rPr kumimoji="0" lang="en-US" sz="2100" b="1" i="0" u="none" strike="noStrike" kern="1200" cap="none" spc="0" normalizeH="0" baseline="0" noProof="0">
                <a:ln>
                  <a:noFill/>
                </a:ln>
                <a:solidFill>
                  <a:srgbClr val="A6C8BC"/>
                </a:solidFill>
                <a:effectLst/>
                <a:uLnTx/>
                <a:uFillTx/>
                <a:latin typeface="Arial"/>
                <a:ea typeface="+mn-ea"/>
                <a:cs typeface="+mn-cs"/>
              </a:rPr>
              <a:pPr marL="0" marR="0" lvl="0" indent="0" algn="l" defTabSz="1219170" rtl="0" eaLnBrk="1" fontAlgn="auto" latinLnBrk="0" hangingPunct="1">
                <a:lnSpc>
                  <a:spcPct val="100000"/>
                </a:lnSpc>
                <a:spcBef>
                  <a:spcPts val="0"/>
                </a:spcBef>
                <a:spcAft>
                  <a:spcPts val="0"/>
                </a:spcAft>
                <a:buClrTx/>
                <a:buSzTx/>
                <a:buFontTx/>
                <a:buNone/>
                <a:tabLst/>
                <a:defRPr/>
              </a:pPr>
              <a:t>10</a:t>
            </a:fld>
            <a:endParaRPr kumimoji="0" lang="en-US" sz="2100" b="1" i="0" u="none" strike="noStrike" kern="1200" cap="none" spc="0" normalizeH="0" baseline="0" noProof="0" dirty="0">
              <a:ln>
                <a:noFill/>
              </a:ln>
              <a:solidFill>
                <a:srgbClr val="A6C8BC"/>
              </a:solidFill>
              <a:effectLst/>
              <a:uLnTx/>
              <a:uFillTx/>
              <a:latin typeface="Arial"/>
              <a:ea typeface="+mn-ea"/>
              <a:cs typeface="+mn-cs"/>
            </a:endParaRPr>
          </a:p>
        </p:txBody>
      </p:sp>
      <p:graphicFrame>
        <p:nvGraphicFramePr>
          <p:cNvPr id="7" name="Table 6">
            <a:extLst>
              <a:ext uri="{FF2B5EF4-FFF2-40B4-BE49-F238E27FC236}">
                <a16:creationId xmlns:a16="http://schemas.microsoft.com/office/drawing/2014/main" id="{21FCCD2C-2962-7E49-CD55-B696D6A7F00E}"/>
              </a:ext>
            </a:extLst>
          </p:cNvPr>
          <p:cNvGraphicFramePr>
            <a:graphicFrameLocks noGrp="1"/>
          </p:cNvGraphicFramePr>
          <p:nvPr>
            <p:extLst>
              <p:ext uri="{D42A27DB-BD31-4B8C-83A1-F6EECF244321}">
                <p14:modId xmlns:p14="http://schemas.microsoft.com/office/powerpoint/2010/main" val="3045756207"/>
              </p:ext>
            </p:extLst>
          </p:nvPr>
        </p:nvGraphicFramePr>
        <p:xfrm>
          <a:off x="464397" y="495636"/>
          <a:ext cx="15300000" cy="6349459"/>
        </p:xfrm>
        <a:graphic>
          <a:graphicData uri="http://schemas.openxmlformats.org/drawingml/2006/table">
            <a:tbl>
              <a:tblPr firstRow="1" firstCol="1" bandRow="1">
                <a:tableStyleId>{3B4B98B0-60AC-42C2-AFA5-B58CD77FA1E5}</a:tableStyleId>
              </a:tblPr>
              <a:tblGrid>
                <a:gridCol w="1512000">
                  <a:extLst>
                    <a:ext uri="{9D8B030D-6E8A-4147-A177-3AD203B41FA5}">
                      <a16:colId xmlns:a16="http://schemas.microsoft.com/office/drawing/2014/main" val="2561553873"/>
                    </a:ext>
                  </a:extLst>
                </a:gridCol>
                <a:gridCol w="8158203">
                  <a:extLst>
                    <a:ext uri="{9D8B030D-6E8A-4147-A177-3AD203B41FA5}">
                      <a16:colId xmlns:a16="http://schemas.microsoft.com/office/drawing/2014/main" val="662781463"/>
                    </a:ext>
                  </a:extLst>
                </a:gridCol>
                <a:gridCol w="5629797">
                  <a:extLst>
                    <a:ext uri="{9D8B030D-6E8A-4147-A177-3AD203B41FA5}">
                      <a16:colId xmlns:a16="http://schemas.microsoft.com/office/drawing/2014/main" val="368595015"/>
                    </a:ext>
                  </a:extLst>
                </a:gridCol>
              </a:tblGrid>
              <a:tr h="430888">
                <a:tc>
                  <a:txBody>
                    <a:bodyPr/>
                    <a:lstStyle/>
                    <a:p>
                      <a:pPr algn="ctr"/>
                      <a:endParaRPr lang="en-CA" sz="2400" dirty="0">
                        <a:solidFill>
                          <a:schemeClr val="bg1"/>
                        </a:solidFill>
                        <a:effectLst/>
                        <a:latin typeface="+mn-lt"/>
                        <a:ea typeface="Times New Roman" panose="02020603050405020304" pitchFamily="18" charset="0"/>
                      </a:endParaRPr>
                    </a:p>
                  </a:txBody>
                  <a:tcPr marL="54932" marR="5493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sz="2400" dirty="0">
                          <a:solidFill>
                            <a:schemeClr val="bg1"/>
                          </a:solidFill>
                          <a:effectLst/>
                        </a:rPr>
                        <a:t>Theme &amp; Learning Outcomes</a:t>
                      </a:r>
                      <a:endParaRPr lang="en-CA" sz="2400" dirty="0">
                        <a:solidFill>
                          <a:schemeClr val="bg1"/>
                        </a:solidFill>
                        <a:effectLst/>
                        <a:latin typeface="Times New Roman" panose="02020603050405020304" pitchFamily="18" charset="0"/>
                        <a:ea typeface="Times New Roman" panose="02020603050405020304" pitchFamily="18" charset="0"/>
                      </a:endParaRPr>
                    </a:p>
                  </a:txBody>
                  <a:tcPr marL="54932" marR="5493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sz="2400" b="1" dirty="0">
                          <a:solidFill>
                            <a:schemeClr val="bg1"/>
                          </a:solidFill>
                          <a:effectLst/>
                        </a:rPr>
                        <a:t>Assessments (%)</a:t>
                      </a:r>
                      <a:endParaRPr lang="en-CA" sz="2400" b="1" dirty="0">
                        <a:solidFill>
                          <a:schemeClr val="bg1"/>
                        </a:solidFill>
                        <a:effectLst/>
                        <a:latin typeface="Times New Roman" panose="02020603050405020304" pitchFamily="18" charset="0"/>
                        <a:ea typeface="Times New Roman" panose="02020603050405020304" pitchFamily="18" charset="0"/>
                      </a:endParaRPr>
                    </a:p>
                  </a:txBody>
                  <a:tcPr marL="54932" marR="5493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3823446603"/>
                  </a:ext>
                </a:extLst>
              </a:tr>
              <a:tr h="720000">
                <a:tc>
                  <a:txBody>
                    <a:bodyPr/>
                    <a:lstStyle/>
                    <a:p>
                      <a:pPr algn="ctr"/>
                      <a:r>
                        <a:rPr lang="en-CA" sz="2400" dirty="0">
                          <a:solidFill>
                            <a:schemeClr val="bg2"/>
                          </a:solidFill>
                          <a:effectLst/>
                          <a:latin typeface="+mj-lt"/>
                        </a:rPr>
                        <a:t>Week 9</a:t>
                      </a:r>
                    </a:p>
                    <a:p>
                      <a:pPr algn="ctr"/>
                      <a:r>
                        <a:rPr lang="en-CA" sz="2400" b="1" kern="1200" dirty="0">
                          <a:solidFill>
                            <a:srgbClr val="FFFF00"/>
                          </a:solidFill>
                          <a:effectLst/>
                          <a:latin typeface="+mn-lt"/>
                          <a:ea typeface="+mn-ea"/>
                          <a:cs typeface="+mn-cs"/>
                        </a:rPr>
                        <a:t>March 11</a:t>
                      </a:r>
                    </a:p>
                  </a:txBody>
                  <a:tcPr marL="18606" marR="1860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en-US" sz="2400" b="1" dirty="0">
                          <a:solidFill>
                            <a:srgbClr val="000000"/>
                          </a:solidFill>
                          <a:effectLst/>
                          <a:latin typeface="+mn-lt"/>
                          <a:ea typeface="Times New Roman" panose="02020603050405020304" pitchFamily="18" charset="0"/>
                          <a:cs typeface="Times New Roman" panose="02020603050405020304" pitchFamily="18" charset="0"/>
                        </a:rPr>
                        <a:t>Business Planning, Revenues, Costs</a:t>
                      </a:r>
                      <a:endParaRPr lang="en-CA" sz="2400" dirty="0">
                        <a:effectLst/>
                        <a:latin typeface="+mn-lt"/>
                        <a:ea typeface="Times New Roman" panose="02020603050405020304" pitchFamily="18" charset="0"/>
                      </a:endParaRPr>
                    </a:p>
                  </a:txBody>
                  <a:tcPr marL="97367" marR="97367"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lvl="0" indent="0" algn="l" defTabSz="781459" rtl="0" eaLnBrk="1" latinLnBrk="0" hangingPunct="1">
                        <a:buFont typeface="Symbol" panose="05050102010706020507" pitchFamily="18" charset="2"/>
                        <a:buNone/>
                      </a:pPr>
                      <a:r>
                        <a:rPr lang="en-CA" sz="2400" b="1" kern="1200" dirty="0">
                          <a:solidFill>
                            <a:srgbClr val="000000"/>
                          </a:solidFill>
                          <a:effectLst/>
                          <a:latin typeface="+mn-lt"/>
                          <a:ea typeface="Times New Roman" panose="02020603050405020304" pitchFamily="18" charset="0"/>
                          <a:cs typeface="Times New Roman" panose="02020603050405020304" pitchFamily="18" charset="0"/>
                        </a:rPr>
                        <a:t>Group Contract 5%</a:t>
                      </a:r>
                    </a:p>
                  </a:txBody>
                  <a:tcPr marL="97367" marR="97367"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149823879"/>
                  </a:ext>
                </a:extLst>
              </a:tr>
              <a:tr h="824254">
                <a:tc>
                  <a:txBody>
                    <a:bodyPr/>
                    <a:lstStyle/>
                    <a:p>
                      <a:pPr algn="ctr"/>
                      <a:r>
                        <a:rPr lang="en-CA" sz="2400" dirty="0">
                          <a:solidFill>
                            <a:schemeClr val="bg2"/>
                          </a:solidFill>
                          <a:effectLst/>
                          <a:latin typeface="+mj-lt"/>
                        </a:rPr>
                        <a:t>Week 10</a:t>
                      </a:r>
                    </a:p>
                    <a:p>
                      <a:pPr marL="0" marR="0" lvl="0" indent="0" algn="ctr" defTabSz="586109" rtl="0" eaLnBrk="1" fontAlgn="auto" latinLnBrk="0" hangingPunct="1">
                        <a:lnSpc>
                          <a:spcPct val="100000"/>
                        </a:lnSpc>
                        <a:spcBef>
                          <a:spcPts val="0"/>
                        </a:spcBef>
                        <a:spcAft>
                          <a:spcPts val="0"/>
                        </a:spcAft>
                        <a:buClrTx/>
                        <a:buSzTx/>
                        <a:buFontTx/>
                        <a:buNone/>
                        <a:tabLst/>
                        <a:defRPr/>
                      </a:pPr>
                      <a:r>
                        <a:rPr lang="en-CA" sz="2400" b="1" kern="1200" dirty="0">
                          <a:solidFill>
                            <a:srgbClr val="FFFF00"/>
                          </a:solidFill>
                          <a:effectLst/>
                          <a:latin typeface="+mn-lt"/>
                          <a:ea typeface="Times New Roman" panose="02020603050405020304" pitchFamily="18" charset="0"/>
                          <a:cs typeface="+mn-cs"/>
                        </a:rPr>
                        <a:t>March 18</a:t>
                      </a:r>
                    </a:p>
                  </a:txBody>
                  <a:tcPr marL="18606" marR="1860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en-US" sz="2400" b="1" dirty="0">
                          <a:solidFill>
                            <a:srgbClr val="000000"/>
                          </a:solidFill>
                          <a:effectLst/>
                          <a:latin typeface="+mn-lt"/>
                          <a:ea typeface="Times New Roman" panose="02020603050405020304" pitchFamily="18" charset="0"/>
                          <a:cs typeface="Times New Roman" panose="02020603050405020304" pitchFamily="18" charset="0"/>
                        </a:rPr>
                        <a:t>Contract Negotiation</a:t>
                      </a:r>
                      <a:endParaRPr lang="en-CA" sz="2400" dirty="0">
                        <a:effectLst/>
                        <a:latin typeface="+mn-lt"/>
                        <a:ea typeface="Times New Roman" panose="02020603050405020304" pitchFamily="18" charset="0"/>
                      </a:endParaRPr>
                    </a:p>
                  </a:txBody>
                  <a:tcPr marL="97367" marR="97367"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lvl="0" indent="0" algn="l" defTabSz="781459" rtl="0" eaLnBrk="1" latinLnBrk="0" hangingPunct="1">
                        <a:buFont typeface="Symbol" panose="05050102010706020507" pitchFamily="18" charset="2"/>
                        <a:buNone/>
                      </a:pPr>
                      <a:endParaRPr lang="en-CA" sz="2400" b="1" kern="1200" dirty="0">
                        <a:solidFill>
                          <a:srgbClr val="000000"/>
                        </a:solidFill>
                        <a:effectLst/>
                        <a:latin typeface="+mn-lt"/>
                        <a:ea typeface="Times New Roman" panose="02020603050405020304" pitchFamily="18" charset="0"/>
                        <a:cs typeface="Times New Roman" panose="02020603050405020304" pitchFamily="18" charset="0"/>
                      </a:endParaRPr>
                    </a:p>
                  </a:txBody>
                  <a:tcPr marL="97367" marR="97367"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706762785"/>
                  </a:ext>
                </a:extLst>
              </a:tr>
              <a:tr h="924007">
                <a:tc>
                  <a:txBody>
                    <a:bodyPr/>
                    <a:lstStyle/>
                    <a:p>
                      <a:pPr algn="ctr"/>
                      <a:r>
                        <a:rPr lang="en-CA" sz="2400" dirty="0">
                          <a:solidFill>
                            <a:schemeClr val="bg2"/>
                          </a:solidFill>
                          <a:effectLst/>
                          <a:latin typeface="+mj-lt"/>
                        </a:rPr>
                        <a:t>Week 11</a:t>
                      </a:r>
                    </a:p>
                    <a:p>
                      <a:pPr marL="0" marR="0" lvl="0" indent="0" algn="ctr" defTabSz="586109" rtl="0" eaLnBrk="1" fontAlgn="auto" latinLnBrk="0" hangingPunct="1">
                        <a:lnSpc>
                          <a:spcPct val="100000"/>
                        </a:lnSpc>
                        <a:spcBef>
                          <a:spcPts val="0"/>
                        </a:spcBef>
                        <a:spcAft>
                          <a:spcPts val="0"/>
                        </a:spcAft>
                        <a:buClrTx/>
                        <a:buSzTx/>
                        <a:buFontTx/>
                        <a:buNone/>
                        <a:tabLst/>
                        <a:defRPr/>
                      </a:pPr>
                      <a:r>
                        <a:rPr lang="en-CA" sz="2400" b="1" kern="1200" dirty="0">
                          <a:solidFill>
                            <a:srgbClr val="FFFF00"/>
                          </a:solidFill>
                          <a:effectLst/>
                          <a:latin typeface="+mn-lt"/>
                          <a:ea typeface="+mn-ea"/>
                          <a:cs typeface="+mn-cs"/>
                        </a:rPr>
                        <a:t>March 25</a:t>
                      </a:r>
                    </a:p>
                  </a:txBody>
                  <a:tcPr marL="18606" marR="1860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en-US" sz="2400" b="1" dirty="0">
                          <a:solidFill>
                            <a:srgbClr val="000000"/>
                          </a:solidFill>
                          <a:effectLst/>
                          <a:latin typeface="+mn-lt"/>
                          <a:ea typeface="Times New Roman" panose="02020603050405020304" pitchFamily="18" charset="0"/>
                          <a:cs typeface="Times New Roman" panose="02020603050405020304" pitchFamily="18" charset="0"/>
                        </a:rPr>
                        <a:t>Budgeting and Finance in IT Projects</a:t>
                      </a:r>
                      <a:endParaRPr lang="en-CA" sz="2400" dirty="0">
                        <a:effectLst/>
                        <a:latin typeface="+mn-lt"/>
                        <a:ea typeface="Times New Roman" panose="02020603050405020304" pitchFamily="18" charset="0"/>
                      </a:endParaRPr>
                    </a:p>
                  </a:txBody>
                  <a:tcPr marL="97367" marR="97367"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lvl="0" indent="0" algn="l" defTabSz="781459" rtl="0" eaLnBrk="1" latinLnBrk="0" hangingPunct="1">
                        <a:buFont typeface="Symbol" panose="05050102010706020507" pitchFamily="18" charset="2"/>
                        <a:buNone/>
                      </a:pPr>
                      <a:r>
                        <a:rPr lang="en-CA" sz="2400" b="1" kern="1200" dirty="0">
                          <a:solidFill>
                            <a:srgbClr val="000000"/>
                          </a:solidFill>
                          <a:effectLst/>
                          <a:latin typeface="+mn-lt"/>
                          <a:ea typeface="Times New Roman" panose="02020603050405020304" pitchFamily="18" charset="0"/>
                          <a:cs typeface="Times New Roman" panose="02020603050405020304" pitchFamily="18" charset="0"/>
                        </a:rPr>
                        <a:t>Business/Project Plan Part I 10%</a:t>
                      </a:r>
                    </a:p>
                  </a:txBody>
                  <a:tcPr marL="97367" marR="97367"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816629582"/>
                  </a:ext>
                </a:extLst>
              </a:tr>
              <a:tr h="924007">
                <a:tc>
                  <a:txBody>
                    <a:bodyPr/>
                    <a:lstStyle/>
                    <a:p>
                      <a:pPr algn="ctr"/>
                      <a:r>
                        <a:rPr lang="en-CA" sz="2400" dirty="0">
                          <a:solidFill>
                            <a:schemeClr val="bg2"/>
                          </a:solidFill>
                          <a:effectLst/>
                          <a:latin typeface="+mj-lt"/>
                        </a:rPr>
                        <a:t>Week 12</a:t>
                      </a:r>
                    </a:p>
                    <a:p>
                      <a:pPr marL="0" marR="0" lvl="0" indent="0" algn="ctr" defTabSz="586109" rtl="0" eaLnBrk="1" fontAlgn="auto" latinLnBrk="0" hangingPunct="1">
                        <a:lnSpc>
                          <a:spcPct val="100000"/>
                        </a:lnSpc>
                        <a:spcBef>
                          <a:spcPts val="0"/>
                        </a:spcBef>
                        <a:spcAft>
                          <a:spcPts val="0"/>
                        </a:spcAft>
                        <a:buClrTx/>
                        <a:buSzTx/>
                        <a:buFontTx/>
                        <a:buNone/>
                        <a:tabLst/>
                        <a:defRPr/>
                      </a:pPr>
                      <a:r>
                        <a:rPr lang="en-CA" sz="2400" b="1" kern="1200" dirty="0">
                          <a:solidFill>
                            <a:srgbClr val="FFFF00"/>
                          </a:solidFill>
                          <a:effectLst/>
                          <a:latin typeface="+mn-lt"/>
                          <a:ea typeface="+mn-ea"/>
                          <a:cs typeface="+mn-cs"/>
                        </a:rPr>
                        <a:t>April 1</a:t>
                      </a:r>
                    </a:p>
                  </a:txBody>
                  <a:tcPr marL="18606" marR="1860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en-US" sz="2400" b="1" dirty="0">
                          <a:solidFill>
                            <a:srgbClr val="000000"/>
                          </a:solidFill>
                          <a:effectLst/>
                          <a:latin typeface="+mn-lt"/>
                          <a:ea typeface="Times New Roman" panose="02020603050405020304" pitchFamily="18" charset="0"/>
                          <a:cs typeface="Times New Roman" panose="02020603050405020304" pitchFamily="18" charset="0"/>
                        </a:rPr>
                        <a:t>Leadership and Organization Design</a:t>
                      </a:r>
                      <a:endParaRPr lang="en-CA" sz="2400" dirty="0">
                        <a:effectLst/>
                        <a:latin typeface="+mn-lt"/>
                        <a:ea typeface="Times New Roman" panose="02020603050405020304" pitchFamily="18" charset="0"/>
                      </a:endParaRPr>
                    </a:p>
                  </a:txBody>
                  <a:tcPr marL="97367" marR="97367"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lvl="0" indent="0" algn="l" defTabSz="781459" rtl="0" eaLnBrk="1" latinLnBrk="0" hangingPunct="1">
                        <a:buFont typeface="Symbol" panose="05050102010706020507" pitchFamily="18" charset="2"/>
                        <a:buNone/>
                      </a:pPr>
                      <a:r>
                        <a:rPr lang="en-CA" sz="2400" b="1" kern="1200" dirty="0">
                          <a:solidFill>
                            <a:srgbClr val="000000"/>
                          </a:solidFill>
                          <a:effectLst/>
                          <a:latin typeface="+mn-lt"/>
                          <a:ea typeface="Times New Roman" panose="02020603050405020304" pitchFamily="18" charset="0"/>
                          <a:cs typeface="Times New Roman" panose="02020603050405020304" pitchFamily="18" charset="0"/>
                        </a:rPr>
                        <a:t>EI Assignment 5%</a:t>
                      </a:r>
                    </a:p>
                  </a:txBody>
                  <a:tcPr marL="97367" marR="97367"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006019451"/>
                  </a:ext>
                </a:extLst>
              </a:tr>
              <a:tr h="1008320">
                <a:tc>
                  <a:txBody>
                    <a:bodyPr/>
                    <a:lstStyle/>
                    <a:p>
                      <a:pPr algn="ctr"/>
                      <a:r>
                        <a:rPr lang="en-CA" sz="2400" dirty="0">
                          <a:solidFill>
                            <a:schemeClr val="bg2"/>
                          </a:solidFill>
                          <a:effectLst/>
                          <a:latin typeface="+mj-lt"/>
                        </a:rPr>
                        <a:t>Week 13</a:t>
                      </a:r>
                    </a:p>
                    <a:p>
                      <a:pPr marL="0" marR="0" lvl="0" indent="0" algn="ctr" defTabSz="586109" rtl="0" eaLnBrk="1" fontAlgn="auto" latinLnBrk="0" hangingPunct="1">
                        <a:lnSpc>
                          <a:spcPct val="100000"/>
                        </a:lnSpc>
                        <a:spcBef>
                          <a:spcPts val="0"/>
                        </a:spcBef>
                        <a:spcAft>
                          <a:spcPts val="0"/>
                        </a:spcAft>
                        <a:buClrTx/>
                        <a:buSzTx/>
                        <a:buFontTx/>
                        <a:buNone/>
                        <a:tabLst/>
                        <a:defRPr/>
                      </a:pPr>
                      <a:r>
                        <a:rPr lang="en-CA" sz="2400" b="1" kern="1200" dirty="0">
                          <a:solidFill>
                            <a:srgbClr val="FFFF00"/>
                          </a:solidFill>
                          <a:effectLst/>
                          <a:latin typeface="+mn-lt"/>
                          <a:ea typeface="Times New Roman" panose="02020603050405020304" pitchFamily="18" charset="0"/>
                          <a:cs typeface="+mn-cs"/>
                        </a:rPr>
                        <a:t>April 8</a:t>
                      </a:r>
                    </a:p>
                  </a:txBody>
                  <a:tcPr marL="18606" marR="1860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en-US" sz="2400" b="1" dirty="0">
                          <a:solidFill>
                            <a:srgbClr val="000000"/>
                          </a:solidFill>
                          <a:effectLst/>
                          <a:latin typeface="+mn-lt"/>
                          <a:ea typeface="Times New Roman" panose="02020603050405020304" pitchFamily="18" charset="0"/>
                          <a:cs typeface="Times New Roman" panose="02020603050405020304" pitchFamily="18" charset="0"/>
                        </a:rPr>
                        <a:t>Developing a Technology-focused Business Plan</a:t>
                      </a:r>
                      <a:endParaRPr lang="en-CA" sz="2400" dirty="0">
                        <a:effectLst/>
                        <a:latin typeface="+mn-lt"/>
                        <a:ea typeface="Times New Roman" panose="02020603050405020304" pitchFamily="18" charset="0"/>
                      </a:endParaRPr>
                    </a:p>
                  </a:txBody>
                  <a:tcPr marL="97367" marR="97367"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lvl="0" indent="0" algn="l" defTabSz="781459" rtl="0" eaLnBrk="1" latinLnBrk="0" hangingPunct="1">
                        <a:buFont typeface="Symbol" panose="05050102010706020507" pitchFamily="18" charset="2"/>
                        <a:buNone/>
                      </a:pPr>
                      <a:r>
                        <a:rPr lang="en-CA" sz="2400" b="1" kern="1200" dirty="0">
                          <a:solidFill>
                            <a:srgbClr val="000000"/>
                          </a:solidFill>
                          <a:effectLst/>
                          <a:latin typeface="+mn-lt"/>
                          <a:ea typeface="Times New Roman" panose="02020603050405020304" pitchFamily="18" charset="0"/>
                          <a:cs typeface="Times New Roman" panose="02020603050405020304" pitchFamily="18" charset="0"/>
                        </a:rPr>
                        <a:t>Business/Project Plan Part II 10%</a:t>
                      </a:r>
                    </a:p>
                    <a:p>
                      <a:pPr marL="0" marR="0" lvl="0" indent="0" algn="l" defTabSz="781459" rtl="0" eaLnBrk="1" fontAlgn="auto" latinLnBrk="0" hangingPunct="1">
                        <a:lnSpc>
                          <a:spcPct val="100000"/>
                        </a:lnSpc>
                        <a:spcBef>
                          <a:spcPts val="0"/>
                        </a:spcBef>
                        <a:spcAft>
                          <a:spcPts val="0"/>
                        </a:spcAft>
                        <a:buClrTx/>
                        <a:buSzTx/>
                        <a:buFont typeface="Symbol" panose="05050102010706020507" pitchFamily="18" charset="2"/>
                        <a:buNone/>
                        <a:tabLst/>
                        <a:defRPr/>
                      </a:pPr>
                      <a:r>
                        <a:rPr lang="en-CA" sz="2400" b="1" kern="1200">
                          <a:solidFill>
                            <a:srgbClr val="000000"/>
                          </a:solidFill>
                          <a:effectLst/>
                          <a:latin typeface="+mn-lt"/>
                          <a:ea typeface="Times New Roman" panose="02020603050405020304" pitchFamily="18" charset="0"/>
                          <a:cs typeface="Times New Roman" panose="02020603050405020304" pitchFamily="18" charset="0"/>
                        </a:rPr>
                        <a:t>Demo and Plan </a:t>
                      </a:r>
                      <a:r>
                        <a:rPr lang="en-CA" sz="2400" b="1" kern="1200" dirty="0">
                          <a:solidFill>
                            <a:srgbClr val="000000"/>
                          </a:solidFill>
                          <a:effectLst/>
                          <a:latin typeface="+mn-lt"/>
                          <a:ea typeface="Times New Roman" panose="02020603050405020304" pitchFamily="18" charset="0"/>
                          <a:cs typeface="Times New Roman" panose="02020603050405020304" pitchFamily="18" charset="0"/>
                        </a:rPr>
                        <a:t>Presentation 10%</a:t>
                      </a:r>
                    </a:p>
                  </a:txBody>
                  <a:tcPr marL="97367" marR="97367"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841889160"/>
                  </a:ext>
                </a:extLst>
              </a:tr>
              <a:tr h="851143">
                <a:tc>
                  <a:txBody>
                    <a:bodyPr/>
                    <a:lstStyle/>
                    <a:p>
                      <a:pPr algn="ctr"/>
                      <a:r>
                        <a:rPr lang="en-CA" sz="2400" dirty="0">
                          <a:solidFill>
                            <a:schemeClr val="bg2"/>
                          </a:solidFill>
                          <a:effectLst/>
                          <a:latin typeface="+mj-lt"/>
                        </a:rPr>
                        <a:t>Week 14</a:t>
                      </a:r>
                    </a:p>
                    <a:p>
                      <a:pPr marL="0" algn="ctr" defTabSz="586109" rtl="0" eaLnBrk="1" latinLnBrk="0" hangingPunct="1"/>
                      <a:r>
                        <a:rPr lang="en-CA" sz="2400" b="1" kern="1200" dirty="0">
                          <a:solidFill>
                            <a:srgbClr val="FFFF00"/>
                          </a:solidFill>
                          <a:effectLst/>
                          <a:latin typeface="+mj-lt"/>
                          <a:cs typeface="+mn-cs"/>
                        </a:rPr>
                        <a:t>April 15</a:t>
                      </a:r>
                    </a:p>
                  </a:txBody>
                  <a:tcPr marL="18606" marR="1860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en-US" sz="2400" b="1" dirty="0">
                          <a:solidFill>
                            <a:srgbClr val="000000"/>
                          </a:solidFill>
                          <a:effectLst/>
                          <a:latin typeface="+mn-lt"/>
                          <a:ea typeface="Times New Roman" panose="02020603050405020304" pitchFamily="18" charset="0"/>
                          <a:cs typeface="Times New Roman" panose="02020603050405020304" pitchFamily="18" charset="0"/>
                        </a:rPr>
                        <a:t>Business Plan Presentations and Wrap-up</a:t>
                      </a:r>
                      <a:endParaRPr lang="en-CA" sz="2400" dirty="0">
                        <a:effectLst/>
                        <a:latin typeface="+mn-lt"/>
                        <a:ea typeface="Times New Roman" panose="02020603050405020304" pitchFamily="18" charset="0"/>
                      </a:endParaRPr>
                    </a:p>
                  </a:txBody>
                  <a:tcPr marL="97367" marR="97367"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lvl="0" indent="0" algn="l" defTabSz="781459" rtl="0" eaLnBrk="1" latinLnBrk="0" hangingPunct="1">
                        <a:buFont typeface="Symbol" panose="05050102010706020507" pitchFamily="18" charset="2"/>
                        <a:buNone/>
                      </a:pPr>
                      <a:r>
                        <a:rPr lang="en-CA" sz="2400" b="1" kern="1200" dirty="0">
                          <a:solidFill>
                            <a:srgbClr val="000000"/>
                          </a:solidFill>
                          <a:effectLst/>
                          <a:latin typeface="+mn-lt"/>
                          <a:ea typeface="Times New Roman" panose="02020603050405020304" pitchFamily="18" charset="0"/>
                          <a:cs typeface="Times New Roman" panose="02020603050405020304" pitchFamily="18" charset="0"/>
                        </a:rPr>
                        <a:t>Self, Peer Evaluations 10%</a:t>
                      </a:r>
                    </a:p>
                  </a:txBody>
                  <a:tcPr marL="97367" marR="97367"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322680799"/>
                  </a:ext>
                </a:extLst>
              </a:tr>
              <a:tr h="647385">
                <a:tc>
                  <a:txBody>
                    <a:bodyPr/>
                    <a:lstStyle/>
                    <a:p>
                      <a:pPr marL="0" lvl="0" indent="0" algn="ctr" defTabSz="586109" rtl="0" eaLnBrk="1" latinLnBrk="0" hangingPunct="1">
                        <a:buFont typeface="Symbol" panose="05050102010706020507" pitchFamily="18" charset="2"/>
                        <a:buNone/>
                      </a:pPr>
                      <a:r>
                        <a:rPr lang="en-CA" sz="2400" b="1" kern="1200" dirty="0">
                          <a:solidFill>
                            <a:schemeClr val="bg1"/>
                          </a:solidFill>
                          <a:effectLst/>
                          <a:latin typeface="+mn-lt"/>
                          <a:ea typeface="+mn-ea"/>
                          <a:cs typeface="+mn-cs"/>
                        </a:rPr>
                        <a:t>Week 15</a:t>
                      </a:r>
                    </a:p>
                  </a:txBody>
                  <a:tcPr marL="54932" marR="5493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gridSpan="2">
                  <a:txBody>
                    <a:bodyPr/>
                    <a:lstStyle/>
                    <a:p>
                      <a:pPr marL="0" lvl="0" indent="0" algn="ctr" defTabSz="685800" rtl="0" eaLnBrk="1" latinLnBrk="0" hangingPunct="1">
                        <a:buFont typeface="Symbol" panose="05050102010706020507" pitchFamily="18" charset="2"/>
                        <a:buNone/>
                      </a:pPr>
                      <a:r>
                        <a:rPr lang="en-CA" sz="4300" b="1" kern="1200" dirty="0">
                          <a:solidFill>
                            <a:schemeClr val="tx1"/>
                          </a:solidFill>
                          <a:effectLst/>
                          <a:latin typeface="+mn-lt"/>
                          <a:ea typeface="+mn-ea"/>
                          <a:cs typeface="+mn-cs"/>
                        </a:rPr>
                        <a:t>Final Exam Week (NO EXAM)</a:t>
                      </a:r>
                    </a:p>
                  </a:txBody>
                  <a:tcPr marL="54932" marR="5493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CA" sz="1200" b="1" dirty="0">
                        <a:effectLst/>
                        <a:latin typeface="Times New Roman" panose="02020603050405020304" pitchFamily="18" charset="0"/>
                        <a:ea typeface="Times New Roman" panose="02020603050405020304" pitchFamily="18" charset="0"/>
                      </a:endParaRPr>
                    </a:p>
                  </a:txBody>
                  <a:tcPr marL="41199" marR="41199"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182054092"/>
                  </a:ext>
                </a:extLst>
              </a:tr>
            </a:tbl>
          </a:graphicData>
        </a:graphic>
      </p:graphicFrame>
    </p:spTree>
    <p:extLst>
      <p:ext uri="{BB962C8B-B14F-4D97-AF65-F5344CB8AC3E}">
        <p14:creationId xmlns:p14="http://schemas.microsoft.com/office/powerpoint/2010/main" val="16406096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Assignment</a:t>
            </a:r>
            <a:endParaRPr lang="en-CA" dirty="0"/>
          </a:p>
        </p:txBody>
      </p:sp>
      <p:sp>
        <p:nvSpPr>
          <p:cNvPr id="5" name="Slide Number Placeholder 4"/>
          <p:cNvSpPr>
            <a:spLocks noGrp="1"/>
          </p:cNvSpPr>
          <p:nvPr>
            <p:ph type="sldNum" sz="quarter" idx="19"/>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fld id="{DEF3F5F5-7776-394F-A41F-3BAFC9CC9F8E}" type="slidenum">
              <a:rPr kumimoji="0" lang="en-US" sz="2100" b="1" i="0" u="none" strike="noStrike" kern="1200" cap="none" spc="0" normalizeH="0" baseline="0" noProof="0">
                <a:ln>
                  <a:noFill/>
                </a:ln>
                <a:solidFill>
                  <a:srgbClr val="A6C8BC"/>
                </a:solidFill>
                <a:effectLst/>
                <a:uLnTx/>
                <a:uFillTx/>
                <a:latin typeface="Arial"/>
                <a:ea typeface="+mn-ea"/>
                <a:cs typeface="+mn-cs"/>
              </a:rPr>
              <a:pPr marL="0" marR="0" lvl="0" indent="0" algn="l" defTabSz="1219170" rtl="0" eaLnBrk="1" fontAlgn="auto" latinLnBrk="0" hangingPunct="1">
                <a:lnSpc>
                  <a:spcPct val="100000"/>
                </a:lnSpc>
                <a:spcBef>
                  <a:spcPts val="0"/>
                </a:spcBef>
                <a:spcAft>
                  <a:spcPts val="0"/>
                </a:spcAft>
                <a:buClrTx/>
                <a:buSzTx/>
                <a:buFontTx/>
                <a:buNone/>
                <a:tabLst/>
                <a:defRPr/>
              </a:pPr>
              <a:t>11</a:t>
            </a:fld>
            <a:endParaRPr kumimoji="0" lang="en-US" sz="2100" b="1" i="0" u="none" strike="noStrike" kern="1200" cap="none" spc="0" normalizeH="0" baseline="0" noProof="0" dirty="0">
              <a:ln>
                <a:noFill/>
              </a:ln>
              <a:solidFill>
                <a:srgbClr val="A6C8BC"/>
              </a:solidFill>
              <a:effectLst/>
              <a:uLnTx/>
              <a:uFillTx/>
              <a:latin typeface="Arial"/>
              <a:ea typeface="+mn-ea"/>
              <a:cs typeface="+mn-cs"/>
            </a:endParaRPr>
          </a:p>
        </p:txBody>
      </p:sp>
      <p:sp>
        <p:nvSpPr>
          <p:cNvPr id="10" name="TextBox 9">
            <a:extLst>
              <a:ext uri="{FF2B5EF4-FFF2-40B4-BE49-F238E27FC236}">
                <a16:creationId xmlns:a16="http://schemas.microsoft.com/office/drawing/2014/main" id="{A865635E-2BD7-BFA6-ADC9-AC72496FF45B}"/>
              </a:ext>
            </a:extLst>
          </p:cNvPr>
          <p:cNvSpPr txBox="1"/>
          <p:nvPr/>
        </p:nvSpPr>
        <p:spPr>
          <a:xfrm>
            <a:off x="728213" y="1604550"/>
            <a:ext cx="5445493" cy="6294031"/>
          </a:xfrm>
          <a:prstGeom prst="rect">
            <a:avLst/>
          </a:prstGeom>
          <a:noFill/>
        </p:spPr>
        <p:txBody>
          <a:bodyPr wrap="square" rtlCol="0">
            <a:spAutoFit/>
          </a:bodyPr>
          <a:lstStyle/>
          <a:p>
            <a:pPr marR="0" lvl="0" algn="l" defTabSz="781583" rtl="0" eaLnBrk="1" fontAlgn="auto" latinLnBrk="0" hangingPunct="1">
              <a:lnSpc>
                <a:spcPct val="100000"/>
              </a:lnSpc>
              <a:spcBef>
                <a:spcPts val="0"/>
              </a:spcBef>
              <a:spcAft>
                <a:spcPts val="0"/>
              </a:spcAft>
              <a:buClrTx/>
              <a:buSzTx/>
              <a:tabLst/>
              <a:defRPr/>
            </a:pPr>
            <a:r>
              <a:rPr kumimoji="0" lang="en-CA" sz="3100" b="1" i="0" u="none" strike="noStrike" kern="1200" cap="none" spc="0" normalizeH="0" baseline="0" noProof="0" dirty="0">
                <a:ln>
                  <a:noFill/>
                </a:ln>
                <a:solidFill>
                  <a:srgbClr val="423F3F"/>
                </a:solidFill>
                <a:effectLst/>
                <a:uLnTx/>
                <a:uFillTx/>
                <a:latin typeface="Arial"/>
                <a:ea typeface="+mn-ea"/>
                <a:cs typeface="+mn-cs"/>
              </a:rPr>
              <a:t>Assignment</a:t>
            </a:r>
          </a:p>
          <a:p>
            <a:pPr marL="457200" marR="0" lvl="0" indent="-457200" algn="l" defTabSz="781583"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3100" b="1" i="0" u="none" strike="noStrike" kern="1200" cap="none" spc="0" normalizeH="0" baseline="0" noProof="0" dirty="0">
                <a:ln>
                  <a:noFill/>
                </a:ln>
                <a:solidFill>
                  <a:srgbClr val="423F3F"/>
                </a:solidFill>
                <a:effectLst/>
                <a:uLnTx/>
                <a:uFillTx/>
                <a:latin typeface="Arial"/>
                <a:ea typeface="+mn-ea"/>
                <a:cs typeface="+mn-cs"/>
              </a:rPr>
              <a:t>Due: Sunday, midnight</a:t>
            </a:r>
          </a:p>
          <a:p>
            <a:pPr marL="457200" marR="0" lvl="0" indent="-457200" algn="l" defTabSz="781583"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3100" b="1" i="0" u="none" strike="noStrike" kern="1200" cap="none" spc="0" normalizeH="0" baseline="0" noProof="0" dirty="0">
                <a:ln>
                  <a:noFill/>
                </a:ln>
                <a:solidFill>
                  <a:srgbClr val="423F3F"/>
                </a:solidFill>
                <a:effectLst/>
                <a:uLnTx/>
                <a:uFillTx/>
                <a:latin typeface="Arial"/>
                <a:ea typeface="+mn-ea"/>
                <a:cs typeface="+mn-cs"/>
              </a:rPr>
              <a:t>Use template on Brightspace assignment</a:t>
            </a:r>
          </a:p>
          <a:p>
            <a:pPr marL="457200" marR="0" lvl="0" indent="-457200" algn="l" defTabSz="781583"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3100" b="1" i="0" u="none" strike="noStrike" kern="1200" cap="none" spc="0" normalizeH="0" baseline="0" noProof="0" dirty="0">
                <a:ln>
                  <a:noFill/>
                </a:ln>
                <a:solidFill>
                  <a:srgbClr val="423F3F"/>
                </a:solidFill>
                <a:effectLst/>
                <a:uLnTx/>
                <a:uFillTx/>
                <a:latin typeface="Arial"/>
                <a:ea typeface="+mn-ea"/>
                <a:cs typeface="+mn-cs"/>
              </a:rPr>
              <a:t>Replace </a:t>
            </a:r>
            <a:r>
              <a:rPr kumimoji="0" lang="en-CA" sz="3100" b="1" i="0" u="none" strike="noStrike" kern="1200" cap="none" spc="0" normalizeH="0" baseline="0" noProof="0" dirty="0">
                <a:ln>
                  <a:noFill/>
                </a:ln>
                <a:solidFill>
                  <a:srgbClr val="423F3F"/>
                </a:solidFill>
                <a:effectLst/>
                <a:highlight>
                  <a:srgbClr val="FFFF00"/>
                </a:highlight>
                <a:uLnTx/>
                <a:uFillTx/>
                <a:latin typeface="Arial"/>
                <a:ea typeface="+mn-ea"/>
                <a:cs typeface="+mn-cs"/>
              </a:rPr>
              <a:t>highlighted areas</a:t>
            </a:r>
            <a:r>
              <a:rPr kumimoji="0" lang="en-CA" sz="3100" b="1" i="0" u="none" strike="noStrike" kern="1200" cap="none" spc="0" normalizeH="0" baseline="0" noProof="0" dirty="0">
                <a:ln>
                  <a:noFill/>
                </a:ln>
                <a:solidFill>
                  <a:srgbClr val="423F3F"/>
                </a:solidFill>
                <a:effectLst/>
                <a:uLnTx/>
                <a:uFillTx/>
                <a:latin typeface="Arial"/>
                <a:ea typeface="+mn-ea"/>
                <a:cs typeface="+mn-cs"/>
              </a:rPr>
              <a:t> with your answers</a:t>
            </a:r>
          </a:p>
          <a:p>
            <a:pPr marL="457200" marR="0" lvl="0" indent="-457200" algn="l" defTabSz="781583"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3100" b="1" i="0" u="none" strike="noStrike" kern="1200" cap="none" spc="0" normalizeH="0" baseline="0" noProof="0" dirty="0">
                <a:ln>
                  <a:noFill/>
                </a:ln>
                <a:solidFill>
                  <a:srgbClr val="423F3F"/>
                </a:solidFill>
                <a:effectLst/>
                <a:uLnTx/>
                <a:uFillTx/>
                <a:latin typeface="Arial"/>
                <a:ea typeface="+mn-ea"/>
                <a:cs typeface="+mn-cs"/>
              </a:rPr>
              <a:t>Note minimum word count</a:t>
            </a:r>
          </a:p>
          <a:p>
            <a:pPr marL="457200" marR="0" lvl="0" indent="-457200" algn="l" defTabSz="781583"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3100" b="1" i="0" u="none" strike="noStrike" kern="1200" cap="none" spc="0" normalizeH="0" baseline="0" noProof="0" dirty="0">
                <a:ln>
                  <a:noFill/>
                </a:ln>
                <a:solidFill>
                  <a:srgbClr val="423F3F"/>
                </a:solidFill>
                <a:effectLst/>
                <a:uLnTx/>
                <a:uFillTx/>
                <a:latin typeface="Arial"/>
                <a:ea typeface="+mn-ea"/>
                <a:cs typeface="+mn-cs"/>
              </a:rPr>
              <a:t>Turnitin will be used for plagiarism</a:t>
            </a:r>
          </a:p>
          <a:p>
            <a:pPr marR="0" lvl="0" algn="l" defTabSz="781583" rtl="0" eaLnBrk="1" fontAlgn="auto" latinLnBrk="0" hangingPunct="1">
              <a:lnSpc>
                <a:spcPct val="100000"/>
              </a:lnSpc>
              <a:spcBef>
                <a:spcPts val="0"/>
              </a:spcBef>
              <a:spcAft>
                <a:spcPts val="0"/>
              </a:spcAft>
              <a:buClrTx/>
              <a:buSzTx/>
              <a:tabLst/>
              <a:defRPr/>
            </a:pPr>
            <a:r>
              <a:rPr lang="en-CA" b="1" dirty="0">
                <a:solidFill>
                  <a:srgbClr val="423F3F"/>
                </a:solidFill>
                <a:latin typeface="Arial"/>
                <a:hlinkClick r:id="rId3"/>
              </a:rPr>
              <a:t>Watch How to know if you were meant to be an Entrepreneur</a:t>
            </a:r>
            <a:endParaRPr kumimoji="0" lang="en-CA" sz="3100" b="1" i="0" u="none" strike="noStrike" kern="1200" cap="none" spc="0" normalizeH="0" baseline="0" noProof="0" dirty="0">
              <a:ln>
                <a:noFill/>
              </a:ln>
              <a:solidFill>
                <a:srgbClr val="423F3F"/>
              </a:solidFill>
              <a:effectLst/>
              <a:uLnTx/>
              <a:uFillTx/>
              <a:latin typeface="Arial"/>
              <a:ea typeface="+mn-ea"/>
              <a:cs typeface="+mn-cs"/>
            </a:endParaRPr>
          </a:p>
        </p:txBody>
      </p:sp>
      <p:pic>
        <p:nvPicPr>
          <p:cNvPr id="4" name="Picture 3">
            <a:extLst>
              <a:ext uri="{FF2B5EF4-FFF2-40B4-BE49-F238E27FC236}">
                <a16:creationId xmlns:a16="http://schemas.microsoft.com/office/drawing/2014/main" id="{7A12B83A-22A3-FB20-C174-56499ECE9D74}"/>
              </a:ext>
            </a:extLst>
          </p:cNvPr>
          <p:cNvPicPr>
            <a:picLocks noChangeAspect="1"/>
          </p:cNvPicPr>
          <p:nvPr/>
        </p:nvPicPr>
        <p:blipFill>
          <a:blip r:embed="rId4"/>
          <a:stretch>
            <a:fillRect/>
          </a:stretch>
        </p:blipFill>
        <p:spPr>
          <a:xfrm>
            <a:off x="6727930" y="1631966"/>
            <a:ext cx="8716777" cy="4862870"/>
          </a:xfrm>
          <a:prstGeom prst="rect">
            <a:avLst/>
          </a:prstGeom>
        </p:spPr>
      </p:pic>
    </p:spTree>
    <p:extLst>
      <p:ext uri="{BB962C8B-B14F-4D97-AF65-F5344CB8AC3E}">
        <p14:creationId xmlns:p14="http://schemas.microsoft.com/office/powerpoint/2010/main" val="3943788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type="body" sz="quarter" idx="15"/>
          </p:nvPr>
        </p:nvSpPr>
        <p:spPr>
          <a:xfrm>
            <a:off x="813599" y="2404536"/>
            <a:ext cx="9905995" cy="5130800"/>
          </a:xfrm>
        </p:spPr>
        <p:txBody>
          <a:bodyPr>
            <a:normAutofit fontScale="92500"/>
          </a:bodyPr>
          <a:lstStyle/>
          <a:p>
            <a:pPr>
              <a:lnSpc>
                <a:spcPct val="100000"/>
              </a:lnSpc>
              <a:spcBef>
                <a:spcPts val="0"/>
              </a:spcBef>
              <a:spcAft>
                <a:spcPts val="600"/>
              </a:spcAft>
            </a:pPr>
            <a:r>
              <a:rPr lang="en-US" b="1" dirty="0"/>
              <a:t>Early Days (2009-2012):</a:t>
            </a:r>
          </a:p>
          <a:p>
            <a:pPr>
              <a:lnSpc>
                <a:spcPct val="100000"/>
              </a:lnSpc>
              <a:spcBef>
                <a:spcPts val="0"/>
              </a:spcBef>
              <a:spcAft>
                <a:spcPts val="600"/>
              </a:spcAft>
            </a:pPr>
            <a:r>
              <a:rPr lang="en-US" b="1" dirty="0"/>
              <a:t>2009: </a:t>
            </a:r>
            <a:r>
              <a:rPr lang="en-US" dirty="0"/>
              <a:t>Slack begins as internal tool at Tiny Speck, a game development company founded by Stewart Butterfield, during the creation of the game Glitch.</a:t>
            </a:r>
          </a:p>
          <a:p>
            <a:pPr>
              <a:lnSpc>
                <a:spcPct val="100000"/>
              </a:lnSpc>
              <a:spcBef>
                <a:spcPts val="0"/>
              </a:spcBef>
              <a:spcAft>
                <a:spcPts val="600"/>
              </a:spcAft>
            </a:pPr>
            <a:r>
              <a:rPr lang="en-US" b="1" dirty="0"/>
              <a:t>2010: </a:t>
            </a:r>
            <a:r>
              <a:rPr lang="en-US" dirty="0"/>
              <a:t>Tiny Speck raises significant funding from venture capital firms Accel Partners and Andreessen Horowitz.   </a:t>
            </a:r>
          </a:p>
          <a:p>
            <a:pPr>
              <a:lnSpc>
                <a:spcPct val="100000"/>
              </a:lnSpc>
              <a:spcBef>
                <a:spcPts val="0"/>
              </a:spcBef>
              <a:spcAft>
                <a:spcPts val="600"/>
              </a:spcAft>
            </a:pPr>
            <a:r>
              <a:rPr lang="en-US" b="1" dirty="0"/>
              <a:t>2011: </a:t>
            </a:r>
            <a:r>
              <a:rPr lang="en-US" dirty="0"/>
              <a:t>Glitch is launched but </a:t>
            </a:r>
            <a:r>
              <a:rPr lang="en-US" b="1" dirty="0"/>
              <a:t>fails</a:t>
            </a:r>
            <a:r>
              <a:rPr lang="en-US" dirty="0"/>
              <a:t> to gain traction.</a:t>
            </a:r>
          </a:p>
          <a:p>
            <a:pPr>
              <a:lnSpc>
                <a:spcPct val="100000"/>
              </a:lnSpc>
              <a:spcBef>
                <a:spcPts val="0"/>
              </a:spcBef>
              <a:spcAft>
                <a:spcPts val="600"/>
              </a:spcAft>
            </a:pPr>
            <a:r>
              <a:rPr lang="en-US" b="1" dirty="0"/>
              <a:t>2012: </a:t>
            </a:r>
            <a:r>
              <a:rPr lang="en-US" dirty="0"/>
              <a:t>Tiny Speck shuts down Glitch, but the team recognizes the potential of Slack as a standalone product.</a:t>
            </a:r>
          </a:p>
        </p:txBody>
      </p:sp>
      <p:sp>
        <p:nvSpPr>
          <p:cNvPr id="2" name="Title 1"/>
          <p:cNvSpPr>
            <a:spLocks noGrp="1"/>
          </p:cNvSpPr>
          <p:nvPr>
            <p:ph type="title"/>
          </p:nvPr>
        </p:nvSpPr>
        <p:spPr>
          <a:xfrm>
            <a:off x="813597" y="768367"/>
            <a:ext cx="7483451" cy="1335973"/>
          </a:xfrm>
        </p:spPr>
        <p:txBody>
          <a:bodyPr anchor="t">
            <a:normAutofit/>
          </a:bodyPr>
          <a:lstStyle/>
          <a:p>
            <a:r>
              <a:rPr lang="en-US" dirty="0"/>
              <a:t>Slack Profile</a:t>
            </a:r>
          </a:p>
        </p:txBody>
      </p:sp>
      <p:sp>
        <p:nvSpPr>
          <p:cNvPr id="6" name="Slide Number Placeholder 5"/>
          <p:cNvSpPr>
            <a:spLocks noGrp="1"/>
          </p:cNvSpPr>
          <p:nvPr>
            <p:ph type="sldNum" sz="quarter" idx="19"/>
          </p:nvPr>
        </p:nvSpPr>
        <p:spPr>
          <a:xfrm>
            <a:off x="199857" y="8497072"/>
            <a:ext cx="529080" cy="486787"/>
          </a:xfrm>
        </p:spPr>
        <p:txBody>
          <a:bodyPr anchor="ctr">
            <a:normAutofit/>
          </a:bodyPr>
          <a:lstStyle/>
          <a:p>
            <a:pPr defTabSz="781459">
              <a:spcAft>
                <a:spcPts val="600"/>
              </a:spcAft>
              <a:defRPr/>
            </a:pPr>
            <a:fld id="{799AF5F7-841A-4D9A-ADCA-858CFC949EF0}" type="slidenum">
              <a:rPr lang="en-US">
                <a:solidFill>
                  <a:srgbClr val="A6C8BC"/>
                </a:solidFill>
                <a:latin typeface="Arial"/>
              </a:rPr>
              <a:pPr defTabSz="781459">
                <a:spcAft>
                  <a:spcPts val="600"/>
                </a:spcAft>
                <a:defRPr/>
              </a:pPr>
              <a:t>12</a:t>
            </a:fld>
            <a:endParaRPr lang="en-US">
              <a:solidFill>
                <a:srgbClr val="A6C8BC"/>
              </a:solidFill>
              <a:latin typeface="Arial"/>
            </a:endParaRPr>
          </a:p>
        </p:txBody>
      </p:sp>
      <p:pic>
        <p:nvPicPr>
          <p:cNvPr id="3" name="Picture 2">
            <a:extLst>
              <a:ext uri="{FF2B5EF4-FFF2-40B4-BE49-F238E27FC236}">
                <a16:creationId xmlns:a16="http://schemas.microsoft.com/office/drawing/2014/main" id="{8D803746-788A-D52D-E643-86B2EB3D306C}"/>
              </a:ext>
            </a:extLst>
          </p:cNvPr>
          <p:cNvPicPr>
            <a:picLocks noChangeAspect="1"/>
          </p:cNvPicPr>
          <p:nvPr/>
        </p:nvPicPr>
        <p:blipFill>
          <a:blip r:embed="rId2"/>
          <a:stretch>
            <a:fillRect/>
          </a:stretch>
        </p:blipFill>
        <p:spPr>
          <a:xfrm>
            <a:off x="8297048" y="675355"/>
            <a:ext cx="7300335" cy="1866619"/>
          </a:xfrm>
          <a:prstGeom prst="rect">
            <a:avLst/>
          </a:prstGeom>
        </p:spPr>
      </p:pic>
      <p:pic>
        <p:nvPicPr>
          <p:cNvPr id="4" name="Picture 3">
            <a:extLst>
              <a:ext uri="{FF2B5EF4-FFF2-40B4-BE49-F238E27FC236}">
                <a16:creationId xmlns:a16="http://schemas.microsoft.com/office/drawing/2014/main" id="{C610C30D-C1C8-459A-9221-DC03AB43840C}"/>
              </a:ext>
            </a:extLst>
          </p:cNvPr>
          <p:cNvPicPr>
            <a:picLocks noChangeAspect="1"/>
          </p:cNvPicPr>
          <p:nvPr/>
        </p:nvPicPr>
        <p:blipFill>
          <a:blip r:embed="rId3"/>
          <a:srcRect t="21366" b="23190"/>
          <a:stretch/>
        </p:blipFill>
        <p:spPr>
          <a:xfrm>
            <a:off x="10970302" y="3467100"/>
            <a:ext cx="4627080" cy="2565400"/>
          </a:xfrm>
          <a:prstGeom prst="rect">
            <a:avLst/>
          </a:prstGeom>
        </p:spPr>
      </p:pic>
    </p:spTree>
    <p:extLst>
      <p:ext uri="{BB962C8B-B14F-4D97-AF65-F5344CB8AC3E}">
        <p14:creationId xmlns:p14="http://schemas.microsoft.com/office/powerpoint/2010/main" val="33160178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type="body" sz="quarter" idx="15"/>
          </p:nvPr>
        </p:nvSpPr>
        <p:spPr>
          <a:xfrm>
            <a:off x="813599" y="2404536"/>
            <a:ext cx="9245595" cy="5130800"/>
          </a:xfrm>
        </p:spPr>
        <p:txBody>
          <a:bodyPr>
            <a:normAutofit/>
          </a:bodyPr>
          <a:lstStyle/>
          <a:p>
            <a:pPr>
              <a:lnSpc>
                <a:spcPct val="100000"/>
              </a:lnSpc>
              <a:spcBef>
                <a:spcPts val="0"/>
              </a:spcBef>
              <a:spcAft>
                <a:spcPts val="600"/>
              </a:spcAft>
            </a:pPr>
            <a:r>
              <a:rPr lang="en-US" sz="2400" b="1" dirty="0"/>
              <a:t>Slack's Launch and Growth (2013-2018):</a:t>
            </a:r>
          </a:p>
          <a:p>
            <a:pPr>
              <a:lnSpc>
                <a:spcPct val="100000"/>
              </a:lnSpc>
              <a:spcBef>
                <a:spcPts val="0"/>
              </a:spcBef>
              <a:spcAft>
                <a:spcPts val="600"/>
              </a:spcAft>
            </a:pPr>
            <a:r>
              <a:rPr lang="en-US" sz="2400" b="1" dirty="0"/>
              <a:t>2013: </a:t>
            </a:r>
            <a:r>
              <a:rPr lang="en-US" sz="2400" dirty="0"/>
              <a:t>Launched in beta, 8,000 users in the first 24 hours.</a:t>
            </a:r>
          </a:p>
          <a:p>
            <a:pPr>
              <a:lnSpc>
                <a:spcPct val="100000"/>
              </a:lnSpc>
              <a:spcBef>
                <a:spcPts val="0"/>
              </a:spcBef>
              <a:spcAft>
                <a:spcPts val="600"/>
              </a:spcAft>
            </a:pPr>
            <a:r>
              <a:rPr lang="en-US" sz="2400" b="1" dirty="0"/>
              <a:t>2014: </a:t>
            </a:r>
            <a:r>
              <a:rPr lang="en-US" sz="2400" dirty="0"/>
              <a:t>Widespread adoption. Known for user-friendly UI &amp; efficient team communication   </a:t>
            </a:r>
          </a:p>
          <a:p>
            <a:pPr>
              <a:lnSpc>
                <a:spcPct val="100000"/>
              </a:lnSpc>
              <a:spcBef>
                <a:spcPts val="0"/>
              </a:spcBef>
              <a:spcAft>
                <a:spcPts val="600"/>
              </a:spcAft>
            </a:pPr>
            <a:r>
              <a:rPr lang="en-US" sz="2400" b="1" dirty="0"/>
              <a:t>2015: </a:t>
            </a:r>
            <a:r>
              <a:rPr lang="en-US" sz="2400" dirty="0"/>
              <a:t>Daily active users increase rapidly. Receives significant investments, valuing the company at billions of dollars.   </a:t>
            </a:r>
          </a:p>
          <a:p>
            <a:pPr>
              <a:lnSpc>
                <a:spcPct val="100000"/>
              </a:lnSpc>
              <a:spcBef>
                <a:spcPts val="0"/>
              </a:spcBef>
              <a:spcAft>
                <a:spcPts val="600"/>
              </a:spcAft>
            </a:pPr>
            <a:r>
              <a:rPr lang="en-US" sz="2400" b="1" dirty="0"/>
              <a:t>2016-2017: </a:t>
            </a:r>
            <a:r>
              <a:rPr lang="en-US" sz="2400" dirty="0"/>
              <a:t>Competition heats up. Facebook and Microsoft launch their own collaboration tools. Slack continues to expand its enterprise offerings and secure major clients like IBM and 21st Century Fox.</a:t>
            </a:r>
          </a:p>
          <a:p>
            <a:pPr>
              <a:lnSpc>
                <a:spcPct val="100000"/>
              </a:lnSpc>
              <a:spcBef>
                <a:spcPts val="0"/>
              </a:spcBef>
              <a:spcAft>
                <a:spcPts val="600"/>
              </a:spcAft>
            </a:pPr>
            <a:r>
              <a:rPr lang="en-US" sz="2400" b="1" dirty="0"/>
              <a:t>2018:</a:t>
            </a:r>
            <a:r>
              <a:rPr lang="en-US" sz="2400" dirty="0"/>
              <a:t>Slack surpasses 8 million daily active users.</a:t>
            </a:r>
          </a:p>
        </p:txBody>
      </p:sp>
      <p:sp>
        <p:nvSpPr>
          <p:cNvPr id="2" name="Title 1"/>
          <p:cNvSpPr>
            <a:spLocks noGrp="1"/>
          </p:cNvSpPr>
          <p:nvPr>
            <p:ph type="title"/>
          </p:nvPr>
        </p:nvSpPr>
        <p:spPr>
          <a:xfrm>
            <a:off x="813597" y="768367"/>
            <a:ext cx="7483451" cy="1335973"/>
          </a:xfrm>
        </p:spPr>
        <p:txBody>
          <a:bodyPr anchor="t">
            <a:normAutofit/>
          </a:bodyPr>
          <a:lstStyle/>
          <a:p>
            <a:r>
              <a:rPr lang="en-US" dirty="0"/>
              <a:t>Slack Profile</a:t>
            </a:r>
          </a:p>
        </p:txBody>
      </p:sp>
      <p:sp>
        <p:nvSpPr>
          <p:cNvPr id="6" name="Slide Number Placeholder 5"/>
          <p:cNvSpPr>
            <a:spLocks noGrp="1"/>
          </p:cNvSpPr>
          <p:nvPr>
            <p:ph type="sldNum" sz="quarter" idx="19"/>
          </p:nvPr>
        </p:nvSpPr>
        <p:spPr>
          <a:xfrm>
            <a:off x="199857" y="8497072"/>
            <a:ext cx="529080" cy="486787"/>
          </a:xfrm>
        </p:spPr>
        <p:txBody>
          <a:bodyPr anchor="ctr">
            <a:normAutofit/>
          </a:bodyPr>
          <a:lstStyle/>
          <a:p>
            <a:pPr defTabSz="781459">
              <a:spcAft>
                <a:spcPts val="600"/>
              </a:spcAft>
              <a:defRPr/>
            </a:pPr>
            <a:fld id="{799AF5F7-841A-4D9A-ADCA-858CFC949EF0}" type="slidenum">
              <a:rPr lang="en-US">
                <a:solidFill>
                  <a:srgbClr val="A6C8BC"/>
                </a:solidFill>
                <a:latin typeface="Arial"/>
              </a:rPr>
              <a:pPr defTabSz="781459">
                <a:spcAft>
                  <a:spcPts val="600"/>
                </a:spcAft>
                <a:defRPr/>
              </a:pPr>
              <a:t>13</a:t>
            </a:fld>
            <a:endParaRPr lang="en-US">
              <a:solidFill>
                <a:srgbClr val="A6C8BC"/>
              </a:solidFill>
              <a:latin typeface="Arial"/>
            </a:endParaRPr>
          </a:p>
        </p:txBody>
      </p:sp>
      <p:pic>
        <p:nvPicPr>
          <p:cNvPr id="3" name="Picture 2">
            <a:extLst>
              <a:ext uri="{FF2B5EF4-FFF2-40B4-BE49-F238E27FC236}">
                <a16:creationId xmlns:a16="http://schemas.microsoft.com/office/drawing/2014/main" id="{8D803746-788A-D52D-E643-86B2EB3D306C}"/>
              </a:ext>
            </a:extLst>
          </p:cNvPr>
          <p:cNvPicPr>
            <a:picLocks noChangeAspect="1"/>
          </p:cNvPicPr>
          <p:nvPr/>
        </p:nvPicPr>
        <p:blipFill>
          <a:blip r:embed="rId2"/>
          <a:stretch>
            <a:fillRect/>
          </a:stretch>
        </p:blipFill>
        <p:spPr>
          <a:xfrm>
            <a:off x="8297048" y="675355"/>
            <a:ext cx="7300335" cy="1866619"/>
          </a:xfrm>
          <a:prstGeom prst="rect">
            <a:avLst/>
          </a:prstGeom>
        </p:spPr>
      </p:pic>
    </p:spTree>
    <p:extLst>
      <p:ext uri="{BB962C8B-B14F-4D97-AF65-F5344CB8AC3E}">
        <p14:creationId xmlns:p14="http://schemas.microsoft.com/office/powerpoint/2010/main" val="796714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type="body" sz="quarter" idx="15"/>
          </p:nvPr>
        </p:nvSpPr>
        <p:spPr>
          <a:xfrm>
            <a:off x="813600" y="2768600"/>
            <a:ext cx="11772895" cy="4766736"/>
          </a:xfrm>
        </p:spPr>
        <p:txBody>
          <a:bodyPr>
            <a:normAutofit/>
          </a:bodyPr>
          <a:lstStyle/>
          <a:p>
            <a:pPr>
              <a:lnSpc>
                <a:spcPct val="100000"/>
              </a:lnSpc>
              <a:spcBef>
                <a:spcPts val="0"/>
              </a:spcBef>
              <a:spcAft>
                <a:spcPts val="600"/>
              </a:spcAft>
            </a:pPr>
            <a:r>
              <a:rPr lang="en-US" sz="3733" b="1" dirty="0"/>
              <a:t>Going Public and Acquisition (2019-2021):</a:t>
            </a:r>
          </a:p>
          <a:p>
            <a:pPr>
              <a:lnSpc>
                <a:spcPct val="100000"/>
              </a:lnSpc>
              <a:spcBef>
                <a:spcPts val="0"/>
              </a:spcBef>
              <a:spcAft>
                <a:spcPts val="600"/>
              </a:spcAft>
            </a:pPr>
            <a:r>
              <a:rPr lang="en-US" sz="3733" b="1" dirty="0"/>
              <a:t>2019: June: </a:t>
            </a:r>
            <a:r>
              <a:rPr lang="en-US" sz="3733" dirty="0"/>
              <a:t>Slack goes public through a direct listing on the New York Stock Exchange, reaching a market valuation of nearly $20 billion.   Daily active users exceed 10 million.</a:t>
            </a:r>
          </a:p>
          <a:p>
            <a:pPr>
              <a:lnSpc>
                <a:spcPct val="100000"/>
              </a:lnSpc>
              <a:spcBef>
                <a:spcPts val="0"/>
              </a:spcBef>
              <a:spcAft>
                <a:spcPts val="600"/>
              </a:spcAft>
            </a:pPr>
            <a:r>
              <a:rPr lang="en-US" sz="3733" b="1" dirty="0"/>
              <a:t>2020: </a:t>
            </a:r>
            <a:r>
              <a:rPr lang="en-US" sz="3733" dirty="0"/>
              <a:t>Salesforce announces its acquisition of Slack for a staggering $27.7 billion.   </a:t>
            </a:r>
          </a:p>
        </p:txBody>
      </p:sp>
      <p:sp>
        <p:nvSpPr>
          <p:cNvPr id="2" name="Title 1"/>
          <p:cNvSpPr>
            <a:spLocks noGrp="1"/>
          </p:cNvSpPr>
          <p:nvPr>
            <p:ph type="title"/>
          </p:nvPr>
        </p:nvSpPr>
        <p:spPr>
          <a:xfrm>
            <a:off x="813597" y="768367"/>
            <a:ext cx="7483451" cy="1335973"/>
          </a:xfrm>
        </p:spPr>
        <p:txBody>
          <a:bodyPr anchor="t">
            <a:normAutofit/>
          </a:bodyPr>
          <a:lstStyle/>
          <a:p>
            <a:r>
              <a:rPr lang="en-US" dirty="0"/>
              <a:t>Slack Profile</a:t>
            </a:r>
          </a:p>
        </p:txBody>
      </p:sp>
      <p:sp>
        <p:nvSpPr>
          <p:cNvPr id="6" name="Slide Number Placeholder 5"/>
          <p:cNvSpPr>
            <a:spLocks noGrp="1"/>
          </p:cNvSpPr>
          <p:nvPr>
            <p:ph type="sldNum" sz="quarter" idx="19"/>
          </p:nvPr>
        </p:nvSpPr>
        <p:spPr>
          <a:xfrm>
            <a:off x="199857" y="8497072"/>
            <a:ext cx="529080" cy="486787"/>
          </a:xfrm>
        </p:spPr>
        <p:txBody>
          <a:bodyPr anchor="ctr">
            <a:normAutofit/>
          </a:bodyPr>
          <a:lstStyle/>
          <a:p>
            <a:pPr defTabSz="781459">
              <a:spcAft>
                <a:spcPts val="600"/>
              </a:spcAft>
              <a:defRPr/>
            </a:pPr>
            <a:fld id="{799AF5F7-841A-4D9A-ADCA-858CFC949EF0}" type="slidenum">
              <a:rPr lang="en-US">
                <a:solidFill>
                  <a:srgbClr val="A6C8BC"/>
                </a:solidFill>
                <a:latin typeface="Arial"/>
              </a:rPr>
              <a:pPr defTabSz="781459">
                <a:spcAft>
                  <a:spcPts val="600"/>
                </a:spcAft>
                <a:defRPr/>
              </a:pPr>
              <a:t>14</a:t>
            </a:fld>
            <a:endParaRPr lang="en-US">
              <a:solidFill>
                <a:srgbClr val="A6C8BC"/>
              </a:solidFill>
              <a:latin typeface="Arial"/>
            </a:endParaRPr>
          </a:p>
        </p:txBody>
      </p:sp>
      <p:pic>
        <p:nvPicPr>
          <p:cNvPr id="3" name="Picture 2">
            <a:extLst>
              <a:ext uri="{FF2B5EF4-FFF2-40B4-BE49-F238E27FC236}">
                <a16:creationId xmlns:a16="http://schemas.microsoft.com/office/drawing/2014/main" id="{8D803746-788A-D52D-E643-86B2EB3D306C}"/>
              </a:ext>
            </a:extLst>
          </p:cNvPr>
          <p:cNvPicPr>
            <a:picLocks noChangeAspect="1"/>
          </p:cNvPicPr>
          <p:nvPr/>
        </p:nvPicPr>
        <p:blipFill>
          <a:blip r:embed="rId2"/>
          <a:stretch>
            <a:fillRect/>
          </a:stretch>
        </p:blipFill>
        <p:spPr>
          <a:xfrm>
            <a:off x="8297048" y="675355"/>
            <a:ext cx="7300335" cy="1866619"/>
          </a:xfrm>
          <a:prstGeom prst="rect">
            <a:avLst/>
          </a:prstGeom>
        </p:spPr>
      </p:pic>
    </p:spTree>
    <p:extLst>
      <p:ext uri="{BB962C8B-B14F-4D97-AF65-F5344CB8AC3E}">
        <p14:creationId xmlns:p14="http://schemas.microsoft.com/office/powerpoint/2010/main" val="36929477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type="body" sz="quarter" idx="15"/>
          </p:nvPr>
        </p:nvSpPr>
        <p:spPr>
          <a:xfrm>
            <a:off x="813598" y="2404536"/>
            <a:ext cx="13195296" cy="5130800"/>
          </a:xfrm>
        </p:spPr>
        <p:txBody>
          <a:bodyPr>
            <a:normAutofit/>
          </a:bodyPr>
          <a:lstStyle/>
          <a:p>
            <a:pPr marL="457189" indent="-457189">
              <a:lnSpc>
                <a:spcPct val="100000"/>
              </a:lnSpc>
              <a:spcBef>
                <a:spcPts val="0"/>
              </a:spcBef>
              <a:spcAft>
                <a:spcPts val="600"/>
              </a:spcAft>
              <a:buFont typeface="Arial" panose="020B0604020202020204" pitchFamily="34" charset="0"/>
              <a:buChar char="•"/>
            </a:pPr>
            <a:r>
              <a:rPr lang="en-US" sz="2667" b="1" dirty="0"/>
              <a:t>Problem-Solving: Slack identified the pain </a:t>
            </a:r>
            <a:br>
              <a:rPr lang="en-US" sz="2667" b="1" dirty="0"/>
            </a:br>
            <a:r>
              <a:rPr lang="en-US" sz="2667" b="1" dirty="0"/>
              <a:t>point of inefficient email communication and created a solution that resonates with businesses.</a:t>
            </a:r>
          </a:p>
          <a:p>
            <a:pPr marL="457189" indent="-457189">
              <a:lnSpc>
                <a:spcPct val="100000"/>
              </a:lnSpc>
              <a:spcBef>
                <a:spcPts val="0"/>
              </a:spcBef>
              <a:spcAft>
                <a:spcPts val="600"/>
              </a:spcAft>
              <a:buFont typeface="Arial" panose="020B0604020202020204" pitchFamily="34" charset="0"/>
              <a:buChar char="•"/>
            </a:pPr>
            <a:r>
              <a:rPr lang="en-US" sz="2667" b="1" dirty="0"/>
              <a:t>User Experience: Prioritizing a clean, intuitive interface contributed to widespread adoption.</a:t>
            </a:r>
          </a:p>
          <a:p>
            <a:pPr marL="457189" indent="-457189">
              <a:lnSpc>
                <a:spcPct val="100000"/>
              </a:lnSpc>
              <a:spcBef>
                <a:spcPts val="0"/>
              </a:spcBef>
              <a:spcAft>
                <a:spcPts val="600"/>
              </a:spcAft>
              <a:buFont typeface="Arial" panose="020B0604020202020204" pitchFamily="34" charset="0"/>
              <a:buChar char="•"/>
            </a:pPr>
            <a:r>
              <a:rPr lang="en-US" sz="2667" b="1" dirty="0"/>
              <a:t>Growth Strategy: Freemium model (free basic plan, paid upgrades) allowed users to try the platform and upgrade as their needs grew.</a:t>
            </a:r>
          </a:p>
          <a:p>
            <a:pPr marL="457189" indent="-457189">
              <a:lnSpc>
                <a:spcPct val="100000"/>
              </a:lnSpc>
              <a:spcBef>
                <a:spcPts val="0"/>
              </a:spcBef>
              <a:spcAft>
                <a:spcPts val="600"/>
              </a:spcAft>
              <a:buFont typeface="Arial" panose="020B0604020202020204" pitchFamily="34" charset="0"/>
              <a:buChar char="•"/>
            </a:pPr>
            <a:r>
              <a:rPr lang="en-US" sz="2667" b="1" dirty="0"/>
              <a:t>Adaptability: Integrations and customizability make it versatile and relevant across different industries.</a:t>
            </a:r>
          </a:p>
          <a:p>
            <a:pPr marL="457189" indent="-457189">
              <a:lnSpc>
                <a:spcPct val="100000"/>
              </a:lnSpc>
              <a:spcBef>
                <a:spcPts val="0"/>
              </a:spcBef>
              <a:spcAft>
                <a:spcPts val="600"/>
              </a:spcAft>
              <a:buFont typeface="Arial" panose="020B0604020202020204" pitchFamily="34" charset="0"/>
              <a:buChar char="•"/>
            </a:pPr>
            <a:r>
              <a:rPr lang="en-US" sz="2667" b="1" dirty="0"/>
              <a:t>Acquisition: Demonstrates the potential for successful startups to be acquired by larger companies. </a:t>
            </a:r>
          </a:p>
          <a:p>
            <a:pPr>
              <a:lnSpc>
                <a:spcPct val="100000"/>
              </a:lnSpc>
              <a:spcBef>
                <a:spcPts val="0"/>
              </a:spcBef>
              <a:spcAft>
                <a:spcPts val="600"/>
              </a:spcAft>
            </a:pPr>
            <a:endParaRPr lang="en-US" sz="2667" b="1" dirty="0"/>
          </a:p>
          <a:p>
            <a:pPr>
              <a:lnSpc>
                <a:spcPct val="100000"/>
              </a:lnSpc>
              <a:spcBef>
                <a:spcPts val="0"/>
              </a:spcBef>
              <a:spcAft>
                <a:spcPts val="600"/>
              </a:spcAft>
            </a:pPr>
            <a:endParaRPr lang="en-US" sz="2667" dirty="0"/>
          </a:p>
        </p:txBody>
      </p:sp>
      <p:sp>
        <p:nvSpPr>
          <p:cNvPr id="2" name="Title 1"/>
          <p:cNvSpPr>
            <a:spLocks noGrp="1"/>
          </p:cNvSpPr>
          <p:nvPr>
            <p:ph type="title"/>
          </p:nvPr>
        </p:nvSpPr>
        <p:spPr>
          <a:xfrm>
            <a:off x="813597" y="768367"/>
            <a:ext cx="7483451" cy="1335973"/>
          </a:xfrm>
        </p:spPr>
        <p:txBody>
          <a:bodyPr anchor="t">
            <a:normAutofit/>
          </a:bodyPr>
          <a:lstStyle/>
          <a:p>
            <a:r>
              <a:rPr lang="en-US" dirty="0"/>
              <a:t>Slack Success</a:t>
            </a:r>
          </a:p>
        </p:txBody>
      </p:sp>
      <p:sp>
        <p:nvSpPr>
          <p:cNvPr id="6" name="Slide Number Placeholder 5"/>
          <p:cNvSpPr>
            <a:spLocks noGrp="1"/>
          </p:cNvSpPr>
          <p:nvPr>
            <p:ph type="sldNum" sz="quarter" idx="19"/>
          </p:nvPr>
        </p:nvSpPr>
        <p:spPr>
          <a:xfrm>
            <a:off x="199857" y="8497072"/>
            <a:ext cx="529080" cy="486787"/>
          </a:xfrm>
        </p:spPr>
        <p:txBody>
          <a:bodyPr anchor="ctr">
            <a:normAutofit/>
          </a:bodyPr>
          <a:lstStyle/>
          <a:p>
            <a:pPr defTabSz="781459">
              <a:spcAft>
                <a:spcPts val="600"/>
              </a:spcAft>
              <a:defRPr/>
            </a:pPr>
            <a:fld id="{799AF5F7-841A-4D9A-ADCA-858CFC949EF0}" type="slidenum">
              <a:rPr lang="en-US">
                <a:solidFill>
                  <a:srgbClr val="A6C8BC"/>
                </a:solidFill>
                <a:latin typeface="Arial"/>
              </a:rPr>
              <a:pPr defTabSz="781459">
                <a:spcAft>
                  <a:spcPts val="600"/>
                </a:spcAft>
                <a:defRPr/>
              </a:pPr>
              <a:t>15</a:t>
            </a:fld>
            <a:endParaRPr lang="en-US">
              <a:solidFill>
                <a:srgbClr val="A6C8BC"/>
              </a:solidFill>
              <a:latin typeface="Arial"/>
            </a:endParaRPr>
          </a:p>
        </p:txBody>
      </p:sp>
      <p:pic>
        <p:nvPicPr>
          <p:cNvPr id="4" name="Picture 3">
            <a:extLst>
              <a:ext uri="{FF2B5EF4-FFF2-40B4-BE49-F238E27FC236}">
                <a16:creationId xmlns:a16="http://schemas.microsoft.com/office/drawing/2014/main" id="{36F704D5-B97C-631F-D3CA-3027A52EFD64}"/>
              </a:ext>
            </a:extLst>
          </p:cNvPr>
          <p:cNvPicPr>
            <a:picLocks noChangeAspect="1"/>
          </p:cNvPicPr>
          <p:nvPr/>
        </p:nvPicPr>
        <p:blipFill>
          <a:blip r:embed="rId2"/>
          <a:stretch>
            <a:fillRect/>
          </a:stretch>
        </p:blipFill>
        <p:spPr>
          <a:xfrm>
            <a:off x="8297048" y="675355"/>
            <a:ext cx="7300335" cy="1866619"/>
          </a:xfrm>
          <a:prstGeom prst="rect">
            <a:avLst/>
          </a:prstGeom>
        </p:spPr>
      </p:pic>
    </p:spTree>
    <p:extLst>
      <p:ext uri="{BB962C8B-B14F-4D97-AF65-F5344CB8AC3E}">
        <p14:creationId xmlns:p14="http://schemas.microsoft.com/office/powerpoint/2010/main" val="1094711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type="body" sz="quarter" idx="15"/>
          </p:nvPr>
        </p:nvSpPr>
        <p:spPr>
          <a:xfrm>
            <a:off x="813599" y="2404536"/>
            <a:ext cx="12509495" cy="5130800"/>
          </a:xfrm>
        </p:spPr>
        <p:txBody>
          <a:bodyPr>
            <a:normAutofit lnSpcReduction="10000"/>
          </a:bodyPr>
          <a:lstStyle/>
          <a:p>
            <a:pPr marL="457189" indent="-457189">
              <a:lnSpc>
                <a:spcPct val="100000"/>
              </a:lnSpc>
              <a:spcBef>
                <a:spcPts val="0"/>
              </a:spcBef>
              <a:spcAft>
                <a:spcPts val="600"/>
              </a:spcAft>
              <a:buFont typeface="Arial" panose="020B0604020202020204" pitchFamily="34" charset="0"/>
              <a:buChar char="•"/>
            </a:pPr>
            <a:r>
              <a:rPr lang="en-US" sz="3733" b="1" dirty="0"/>
              <a:t>Slack's success story highlights </a:t>
            </a:r>
            <a:br>
              <a:rPr lang="en-US" sz="3733" b="1" dirty="0"/>
            </a:br>
            <a:r>
              <a:rPr lang="en-US" sz="3733" b="1" dirty="0"/>
              <a:t>the importance of recognizing opportunity even in the face of failure (pivoting from Glitch to Slack).   </a:t>
            </a:r>
          </a:p>
          <a:p>
            <a:pPr marL="457189" indent="-457189">
              <a:lnSpc>
                <a:spcPct val="100000"/>
              </a:lnSpc>
              <a:spcBef>
                <a:spcPts val="0"/>
              </a:spcBef>
              <a:spcAft>
                <a:spcPts val="600"/>
              </a:spcAft>
              <a:buFont typeface="Arial" panose="020B0604020202020204" pitchFamily="34" charset="0"/>
              <a:buChar char="•"/>
            </a:pPr>
            <a:r>
              <a:rPr lang="en-US" sz="3733" b="1" dirty="0"/>
              <a:t>User experience and effective communication crucial in driving Slack's rapid adoption.</a:t>
            </a:r>
          </a:p>
          <a:p>
            <a:pPr marL="457189" indent="-457189">
              <a:lnSpc>
                <a:spcPct val="100000"/>
              </a:lnSpc>
              <a:spcBef>
                <a:spcPts val="0"/>
              </a:spcBef>
              <a:spcAft>
                <a:spcPts val="600"/>
              </a:spcAft>
              <a:buFont typeface="Arial" panose="020B0604020202020204" pitchFamily="34" charset="0"/>
              <a:buChar char="•"/>
            </a:pPr>
            <a:r>
              <a:rPr lang="en-US" sz="3733" b="1" dirty="0"/>
              <a:t>Slack's journey demonstrates dynamic nature of tech industry, with constant competition and the potential for large acquisitions.</a:t>
            </a:r>
          </a:p>
          <a:p>
            <a:pPr marL="457189" indent="-457189">
              <a:lnSpc>
                <a:spcPct val="100000"/>
              </a:lnSpc>
              <a:spcBef>
                <a:spcPts val="0"/>
              </a:spcBef>
              <a:spcAft>
                <a:spcPts val="600"/>
              </a:spcAft>
              <a:buFont typeface="Arial" panose="020B0604020202020204" pitchFamily="34" charset="0"/>
              <a:buChar char="•"/>
            </a:pPr>
            <a:r>
              <a:rPr lang="en-US" sz="3733" b="1" dirty="0"/>
              <a:t>$27.7B X 8.6% = $2.4B</a:t>
            </a:r>
          </a:p>
          <a:p>
            <a:pPr>
              <a:lnSpc>
                <a:spcPct val="100000"/>
              </a:lnSpc>
              <a:spcBef>
                <a:spcPts val="0"/>
              </a:spcBef>
              <a:spcAft>
                <a:spcPts val="600"/>
              </a:spcAft>
            </a:pPr>
            <a:endParaRPr lang="en-US" sz="3733" b="1" dirty="0"/>
          </a:p>
          <a:p>
            <a:pPr>
              <a:lnSpc>
                <a:spcPct val="100000"/>
              </a:lnSpc>
              <a:spcBef>
                <a:spcPts val="0"/>
              </a:spcBef>
              <a:spcAft>
                <a:spcPts val="600"/>
              </a:spcAft>
            </a:pPr>
            <a:endParaRPr lang="en-US" sz="3733" b="1" dirty="0"/>
          </a:p>
          <a:p>
            <a:pPr>
              <a:lnSpc>
                <a:spcPct val="100000"/>
              </a:lnSpc>
              <a:spcBef>
                <a:spcPts val="0"/>
              </a:spcBef>
              <a:spcAft>
                <a:spcPts val="600"/>
              </a:spcAft>
            </a:pPr>
            <a:endParaRPr lang="en-US" sz="3733" dirty="0"/>
          </a:p>
        </p:txBody>
      </p:sp>
      <p:sp>
        <p:nvSpPr>
          <p:cNvPr id="2" name="Title 1"/>
          <p:cNvSpPr>
            <a:spLocks noGrp="1"/>
          </p:cNvSpPr>
          <p:nvPr>
            <p:ph type="title"/>
          </p:nvPr>
        </p:nvSpPr>
        <p:spPr>
          <a:xfrm>
            <a:off x="813597" y="768367"/>
            <a:ext cx="7483451" cy="1335973"/>
          </a:xfrm>
        </p:spPr>
        <p:txBody>
          <a:bodyPr anchor="t">
            <a:normAutofit/>
          </a:bodyPr>
          <a:lstStyle/>
          <a:p>
            <a:r>
              <a:rPr lang="en-US" dirty="0"/>
              <a:t>Slack Success</a:t>
            </a:r>
          </a:p>
        </p:txBody>
      </p:sp>
      <p:sp>
        <p:nvSpPr>
          <p:cNvPr id="6" name="Slide Number Placeholder 5"/>
          <p:cNvSpPr>
            <a:spLocks noGrp="1"/>
          </p:cNvSpPr>
          <p:nvPr>
            <p:ph type="sldNum" sz="quarter" idx="19"/>
          </p:nvPr>
        </p:nvSpPr>
        <p:spPr>
          <a:xfrm>
            <a:off x="199857" y="8497072"/>
            <a:ext cx="529080" cy="486787"/>
          </a:xfrm>
        </p:spPr>
        <p:txBody>
          <a:bodyPr anchor="ctr">
            <a:normAutofit/>
          </a:bodyPr>
          <a:lstStyle/>
          <a:p>
            <a:pPr defTabSz="781459">
              <a:spcAft>
                <a:spcPts val="600"/>
              </a:spcAft>
              <a:defRPr/>
            </a:pPr>
            <a:fld id="{799AF5F7-841A-4D9A-ADCA-858CFC949EF0}" type="slidenum">
              <a:rPr lang="en-US">
                <a:solidFill>
                  <a:srgbClr val="A6C8BC"/>
                </a:solidFill>
                <a:latin typeface="Arial"/>
              </a:rPr>
              <a:pPr defTabSz="781459">
                <a:spcAft>
                  <a:spcPts val="600"/>
                </a:spcAft>
                <a:defRPr/>
              </a:pPr>
              <a:t>16</a:t>
            </a:fld>
            <a:endParaRPr lang="en-US">
              <a:solidFill>
                <a:srgbClr val="A6C8BC"/>
              </a:solidFill>
              <a:latin typeface="Arial"/>
            </a:endParaRPr>
          </a:p>
        </p:txBody>
      </p:sp>
      <p:pic>
        <p:nvPicPr>
          <p:cNvPr id="4" name="Picture 3">
            <a:extLst>
              <a:ext uri="{FF2B5EF4-FFF2-40B4-BE49-F238E27FC236}">
                <a16:creationId xmlns:a16="http://schemas.microsoft.com/office/drawing/2014/main" id="{36F704D5-B97C-631F-D3CA-3027A52EFD64}"/>
              </a:ext>
            </a:extLst>
          </p:cNvPr>
          <p:cNvPicPr>
            <a:picLocks noChangeAspect="1"/>
          </p:cNvPicPr>
          <p:nvPr/>
        </p:nvPicPr>
        <p:blipFill>
          <a:blip r:embed="rId2"/>
          <a:stretch>
            <a:fillRect/>
          </a:stretch>
        </p:blipFill>
        <p:spPr>
          <a:xfrm>
            <a:off x="8297048" y="675355"/>
            <a:ext cx="7300335" cy="1866619"/>
          </a:xfrm>
          <a:prstGeom prst="rect">
            <a:avLst/>
          </a:prstGeom>
        </p:spPr>
      </p:pic>
    </p:spTree>
    <p:extLst>
      <p:ext uri="{BB962C8B-B14F-4D97-AF65-F5344CB8AC3E}">
        <p14:creationId xmlns:p14="http://schemas.microsoft.com/office/powerpoint/2010/main" val="7132079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BCB511-3BF2-253E-8149-15E1433ADA36}"/>
              </a:ext>
            </a:extLst>
          </p:cNvPr>
          <p:cNvSpPr>
            <a:spLocks noGrp="1"/>
          </p:cNvSpPr>
          <p:nvPr>
            <p:ph type="body" sz="quarter" idx="15"/>
          </p:nvPr>
        </p:nvSpPr>
        <p:spPr>
          <a:xfrm>
            <a:off x="813597" y="2104339"/>
            <a:ext cx="9677396" cy="5661028"/>
          </a:xfrm>
        </p:spPr>
        <p:txBody>
          <a:bodyPr>
            <a:normAutofit fontScale="55000" lnSpcReduction="20000"/>
          </a:bodyPr>
          <a:lstStyle/>
          <a:p>
            <a:r>
              <a:rPr lang="en-US" sz="7733" dirty="0">
                <a:latin typeface="ADLaM Display" panose="02010000000000000000" pitchFamily="2" charset="0"/>
                <a:ea typeface="ADLaM Display" panose="02010000000000000000" pitchFamily="2" charset="0"/>
                <a:cs typeface="ADLaM Display" panose="02010000000000000000" pitchFamily="2" charset="0"/>
              </a:rPr>
              <a:t>"You actually have to care about what you're doing. The business has to be </a:t>
            </a:r>
            <a:r>
              <a:rPr lang="en-US" sz="7733"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about something</a:t>
            </a:r>
            <a:r>
              <a:rPr lang="en-US" sz="7733" dirty="0">
                <a:latin typeface="ADLaM Display" panose="02010000000000000000" pitchFamily="2" charset="0"/>
                <a:ea typeface="ADLaM Display" panose="02010000000000000000" pitchFamily="2" charset="0"/>
                <a:cs typeface="ADLaM Display" panose="02010000000000000000" pitchFamily="2" charset="0"/>
              </a:rPr>
              <a:t>. Whatever the point of it is does not have to be inconsistent with making money, but usually if that's the sole reason, it is not very successful." - Stewart Butterfield, Founder, Slack</a:t>
            </a:r>
            <a:endParaRPr lang="en-US" sz="5867"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2" name="Title 1"/>
          <p:cNvSpPr>
            <a:spLocks noGrp="1"/>
          </p:cNvSpPr>
          <p:nvPr>
            <p:ph type="title"/>
          </p:nvPr>
        </p:nvSpPr>
        <p:spPr>
          <a:xfrm>
            <a:off x="813597" y="768367"/>
            <a:ext cx="12857016" cy="1335973"/>
          </a:xfrm>
        </p:spPr>
        <p:txBody>
          <a:bodyPr/>
          <a:lstStyle/>
          <a:p>
            <a:r>
              <a:rPr lang="en-US" dirty="0"/>
              <a:t>Something to think about</a:t>
            </a:r>
            <a:endParaRPr lang="en-CA" dirty="0"/>
          </a:p>
        </p:txBody>
      </p:sp>
      <p:pic>
        <p:nvPicPr>
          <p:cNvPr id="4" name="Picture 3">
            <a:extLst>
              <a:ext uri="{FF2B5EF4-FFF2-40B4-BE49-F238E27FC236}">
                <a16:creationId xmlns:a16="http://schemas.microsoft.com/office/drawing/2014/main" id="{D31FC4AD-232B-41C4-8670-3560814329B3}"/>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rcRect l="20392" r="37304"/>
          <a:stretch/>
        </p:blipFill>
        <p:spPr>
          <a:xfrm>
            <a:off x="10930950" y="1"/>
            <a:ext cx="5313144" cy="8375633"/>
          </a:xfrm>
          <a:prstGeom prst="rect">
            <a:avLst/>
          </a:prstGeom>
        </p:spPr>
      </p:pic>
    </p:spTree>
    <p:extLst>
      <p:ext uri="{BB962C8B-B14F-4D97-AF65-F5344CB8AC3E}">
        <p14:creationId xmlns:p14="http://schemas.microsoft.com/office/powerpoint/2010/main" val="3290987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D55B5C6-D70B-BCB0-8B20-8BB58DF6E776}"/>
              </a:ext>
            </a:extLst>
          </p:cNvPr>
          <p:cNvSpPr>
            <a:spLocks noGrp="1"/>
          </p:cNvSpPr>
          <p:nvPr>
            <p:ph type="title"/>
          </p:nvPr>
        </p:nvSpPr>
        <p:spPr/>
        <p:txBody>
          <a:bodyPr/>
          <a:lstStyle/>
          <a:p>
            <a:r>
              <a:rPr lang="en-CA" dirty="0"/>
              <a:t>Types of Innovation</a:t>
            </a:r>
          </a:p>
        </p:txBody>
      </p:sp>
      <p:sp>
        <p:nvSpPr>
          <p:cNvPr id="7" name="Slide Number Placeholder 6">
            <a:extLst>
              <a:ext uri="{FF2B5EF4-FFF2-40B4-BE49-F238E27FC236}">
                <a16:creationId xmlns:a16="http://schemas.microsoft.com/office/drawing/2014/main" id="{643A0F60-8B02-2434-F217-7E97AE44780B}"/>
              </a:ext>
            </a:extLst>
          </p:cNvPr>
          <p:cNvSpPr>
            <a:spLocks noGrp="1"/>
          </p:cNvSpPr>
          <p:nvPr>
            <p:ph type="sldNum" sz="quarter" idx="4294967295"/>
          </p:nvPr>
        </p:nvSpPr>
        <p:spPr>
          <a:xfrm>
            <a:off x="0" y="8497888"/>
            <a:ext cx="530225" cy="485775"/>
          </a:xfrm>
        </p:spPr>
        <p:txBody>
          <a:bodyPr/>
          <a:lstStyle/>
          <a:p>
            <a:fld id="{DEF3F5F5-7776-394F-A41F-3BAFC9CC9F8E}" type="slidenum">
              <a:rPr lang="en-US" smtClean="0"/>
              <a:pPr/>
              <a:t>18</a:t>
            </a:fld>
            <a:endParaRPr lang="en-US" dirty="0"/>
          </a:p>
        </p:txBody>
      </p:sp>
    </p:spTree>
    <p:extLst>
      <p:ext uri="{BB962C8B-B14F-4D97-AF65-F5344CB8AC3E}">
        <p14:creationId xmlns:p14="http://schemas.microsoft.com/office/powerpoint/2010/main" val="14497538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BD9B653-5F85-A4A6-F210-E35BAC3B0FCD}"/>
              </a:ext>
            </a:extLst>
          </p:cNvPr>
          <p:cNvSpPr>
            <a:spLocks noGrp="1"/>
          </p:cNvSpPr>
          <p:nvPr>
            <p:ph type="body" sz="quarter" idx="15"/>
          </p:nvPr>
        </p:nvSpPr>
        <p:spPr>
          <a:xfrm>
            <a:off x="812882" y="2404534"/>
            <a:ext cx="7484181" cy="5130800"/>
          </a:xfrm>
        </p:spPr>
        <p:txBody>
          <a:bodyPr>
            <a:normAutofit/>
          </a:bodyPr>
          <a:lstStyle/>
          <a:p>
            <a:pPr>
              <a:lnSpc>
                <a:spcPct val="100000"/>
              </a:lnSpc>
            </a:pPr>
            <a:r>
              <a:rPr lang="en-US" sz="3000" dirty="0"/>
              <a:t>1. Incremental Innovation</a:t>
            </a:r>
          </a:p>
          <a:p>
            <a:pPr>
              <a:lnSpc>
                <a:spcPct val="100000"/>
              </a:lnSpc>
            </a:pPr>
            <a:r>
              <a:rPr lang="en-US" sz="3000" dirty="0"/>
              <a:t>2. Radical Innovation</a:t>
            </a:r>
          </a:p>
          <a:p>
            <a:pPr>
              <a:lnSpc>
                <a:spcPct val="100000"/>
              </a:lnSpc>
            </a:pPr>
            <a:r>
              <a:rPr lang="en-US" sz="3000" dirty="0"/>
              <a:t>3. Disruptive Innovation</a:t>
            </a:r>
          </a:p>
          <a:p>
            <a:pPr>
              <a:lnSpc>
                <a:spcPct val="100000"/>
              </a:lnSpc>
            </a:pPr>
            <a:r>
              <a:rPr lang="en-US" sz="3000" dirty="0"/>
              <a:t>4. Architectural Innovation</a:t>
            </a:r>
          </a:p>
        </p:txBody>
      </p:sp>
      <p:sp>
        <p:nvSpPr>
          <p:cNvPr id="6" name="Title 5">
            <a:extLst>
              <a:ext uri="{FF2B5EF4-FFF2-40B4-BE49-F238E27FC236}">
                <a16:creationId xmlns:a16="http://schemas.microsoft.com/office/drawing/2014/main" id="{9013D03B-C4D2-9FA3-5B68-06C1BE55A33B}"/>
              </a:ext>
            </a:extLst>
          </p:cNvPr>
          <p:cNvSpPr>
            <a:spLocks noGrp="1"/>
          </p:cNvSpPr>
          <p:nvPr>
            <p:ph type="title"/>
          </p:nvPr>
        </p:nvSpPr>
        <p:spPr>
          <a:xfrm>
            <a:off x="812881" y="768365"/>
            <a:ext cx="7484182" cy="1335973"/>
          </a:xfrm>
        </p:spPr>
        <p:txBody>
          <a:bodyPr anchor="t">
            <a:normAutofit/>
          </a:bodyPr>
          <a:lstStyle/>
          <a:p>
            <a:r>
              <a:rPr lang="en-US" sz="4400" dirty="0"/>
              <a:t>Types of Innovation</a:t>
            </a:r>
            <a:endParaRPr lang="en-CA" sz="4400" dirty="0"/>
          </a:p>
        </p:txBody>
      </p:sp>
      <p:pic>
        <p:nvPicPr>
          <p:cNvPr id="20" name="Picture 8">
            <a:extLst>
              <a:ext uri="{FF2B5EF4-FFF2-40B4-BE49-F238E27FC236}">
                <a16:creationId xmlns:a16="http://schemas.microsoft.com/office/drawing/2014/main" id="{277D8AC4-734C-C91B-0651-008801F8EF2C}"/>
              </a:ext>
            </a:extLst>
          </p:cNvPr>
          <p:cNvPicPr>
            <a:picLocks noChangeAspect="1"/>
          </p:cNvPicPr>
          <p:nvPr/>
        </p:nvPicPr>
        <p:blipFill rotWithShape="1">
          <a:blip r:embed="rId3"/>
          <a:srcRect l="4192" r="37635"/>
          <a:stretch/>
        </p:blipFill>
        <p:spPr>
          <a:xfrm>
            <a:off x="9346896" y="853030"/>
            <a:ext cx="6910691" cy="6682303"/>
          </a:xfrm>
          <a:prstGeom prst="rect">
            <a:avLst/>
          </a:prstGeom>
          <a:noFill/>
        </p:spPr>
      </p:pic>
      <p:sp>
        <p:nvSpPr>
          <p:cNvPr id="22" name="Slide Number Placeholder 6">
            <a:extLst>
              <a:ext uri="{FF2B5EF4-FFF2-40B4-BE49-F238E27FC236}">
                <a16:creationId xmlns:a16="http://schemas.microsoft.com/office/drawing/2014/main" id="{B044A502-67CC-C9F5-327C-48B980DFF810}"/>
              </a:ext>
            </a:extLst>
          </p:cNvPr>
          <p:cNvSpPr>
            <a:spLocks noGrp="1"/>
          </p:cNvSpPr>
          <p:nvPr>
            <p:ph type="sldNum" sz="quarter" idx="19"/>
          </p:nvPr>
        </p:nvSpPr>
        <p:spPr>
          <a:xfrm>
            <a:off x="199082" y="8497455"/>
            <a:ext cx="529132" cy="486834"/>
          </a:xfrm>
        </p:spPr>
        <p:txBody>
          <a:bodyPr/>
          <a:lstStyle/>
          <a:p>
            <a:pPr marL="0" marR="0" lvl="0" indent="0" algn="l" defTabSz="781583" rtl="0" eaLnBrk="1" fontAlgn="auto" latinLnBrk="0" hangingPunct="1">
              <a:lnSpc>
                <a:spcPct val="100000"/>
              </a:lnSpc>
              <a:spcBef>
                <a:spcPts val="0"/>
              </a:spcBef>
              <a:spcAft>
                <a:spcPts val="600"/>
              </a:spcAft>
              <a:buClrTx/>
              <a:buSzTx/>
              <a:buFontTx/>
              <a:buNone/>
              <a:tabLst/>
              <a:defRPr/>
            </a:pPr>
            <a:fld id="{DEF3F5F5-7776-394F-A41F-3BAFC9CC9F8E}" type="slidenum">
              <a:rPr kumimoji="0" lang="en-US" sz="2100" b="1" i="0" u="none" strike="noStrike" kern="1200" cap="none" spc="0" normalizeH="0" baseline="0" noProof="0" smtClean="0">
                <a:ln>
                  <a:noFill/>
                </a:ln>
                <a:solidFill>
                  <a:srgbClr val="A6C8BC"/>
                </a:solidFill>
                <a:effectLst/>
                <a:uLnTx/>
                <a:uFillTx/>
                <a:latin typeface="Arial"/>
                <a:ea typeface="+mn-ea"/>
                <a:cs typeface="+mn-cs"/>
              </a:rPr>
              <a:pPr marL="0" marR="0" lvl="0" indent="0" algn="l" defTabSz="781583" rtl="0" eaLnBrk="1" fontAlgn="auto" latinLnBrk="0" hangingPunct="1">
                <a:lnSpc>
                  <a:spcPct val="100000"/>
                </a:lnSpc>
                <a:spcBef>
                  <a:spcPts val="0"/>
                </a:spcBef>
                <a:spcAft>
                  <a:spcPts val="600"/>
                </a:spcAft>
                <a:buClrTx/>
                <a:buSzTx/>
                <a:buFontTx/>
                <a:buNone/>
                <a:tabLst/>
                <a:defRPr/>
              </a:pPr>
              <a:t>19</a:t>
            </a:fld>
            <a:endParaRPr kumimoji="0" lang="en-US" sz="2100" b="1" i="0" u="none" strike="noStrike" kern="1200" cap="none" spc="0" normalizeH="0" baseline="0" noProof="0">
              <a:ln>
                <a:noFill/>
              </a:ln>
              <a:solidFill>
                <a:srgbClr val="A6C8BC"/>
              </a:solidFill>
              <a:effectLst/>
              <a:uLnTx/>
              <a:uFillTx/>
              <a:latin typeface="Arial"/>
              <a:ea typeface="+mn-ea"/>
              <a:cs typeface="+mn-cs"/>
            </a:endParaRPr>
          </a:p>
        </p:txBody>
      </p:sp>
    </p:spTree>
    <p:extLst>
      <p:ext uri="{BB962C8B-B14F-4D97-AF65-F5344CB8AC3E}">
        <p14:creationId xmlns:p14="http://schemas.microsoft.com/office/powerpoint/2010/main" val="26204458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BD9B653-5F85-A4A6-F210-E35BAC3B0FCD}"/>
              </a:ext>
            </a:extLst>
          </p:cNvPr>
          <p:cNvSpPr>
            <a:spLocks noGrp="1"/>
          </p:cNvSpPr>
          <p:nvPr>
            <p:ph type="body" sz="quarter" idx="15"/>
          </p:nvPr>
        </p:nvSpPr>
        <p:spPr>
          <a:xfrm>
            <a:off x="812882" y="2404534"/>
            <a:ext cx="7484181" cy="5130800"/>
          </a:xfrm>
        </p:spPr>
        <p:txBody>
          <a:bodyPr>
            <a:normAutofit/>
          </a:bodyPr>
          <a:lstStyle/>
          <a:p>
            <a:pPr>
              <a:lnSpc>
                <a:spcPct val="100000"/>
              </a:lnSpc>
            </a:pPr>
            <a:r>
              <a:rPr lang="en-US" sz="3000" dirty="0"/>
              <a:t>5. Process Innovation</a:t>
            </a:r>
          </a:p>
          <a:p>
            <a:pPr>
              <a:lnSpc>
                <a:spcPct val="100000"/>
              </a:lnSpc>
            </a:pPr>
            <a:r>
              <a:rPr lang="en-US" sz="3000" dirty="0"/>
              <a:t>6. Product Innovation</a:t>
            </a:r>
          </a:p>
          <a:p>
            <a:pPr>
              <a:lnSpc>
                <a:spcPct val="100000"/>
              </a:lnSpc>
            </a:pPr>
            <a:r>
              <a:rPr lang="en-US" sz="3000" dirty="0"/>
              <a:t>7. Service Innovation</a:t>
            </a:r>
          </a:p>
          <a:p>
            <a:pPr>
              <a:lnSpc>
                <a:spcPct val="100000"/>
              </a:lnSpc>
            </a:pPr>
            <a:r>
              <a:rPr lang="en-US" sz="3000" dirty="0"/>
              <a:t>8. Business Model Innovation</a:t>
            </a:r>
          </a:p>
        </p:txBody>
      </p:sp>
      <p:sp>
        <p:nvSpPr>
          <p:cNvPr id="6" name="Title 5">
            <a:extLst>
              <a:ext uri="{FF2B5EF4-FFF2-40B4-BE49-F238E27FC236}">
                <a16:creationId xmlns:a16="http://schemas.microsoft.com/office/drawing/2014/main" id="{9013D03B-C4D2-9FA3-5B68-06C1BE55A33B}"/>
              </a:ext>
            </a:extLst>
          </p:cNvPr>
          <p:cNvSpPr>
            <a:spLocks noGrp="1"/>
          </p:cNvSpPr>
          <p:nvPr>
            <p:ph type="title"/>
          </p:nvPr>
        </p:nvSpPr>
        <p:spPr>
          <a:xfrm>
            <a:off x="812881" y="768365"/>
            <a:ext cx="7484182" cy="1335973"/>
          </a:xfrm>
        </p:spPr>
        <p:txBody>
          <a:bodyPr anchor="t">
            <a:normAutofit/>
          </a:bodyPr>
          <a:lstStyle/>
          <a:p>
            <a:r>
              <a:rPr lang="en-US" sz="4400" dirty="0"/>
              <a:t>Types of Innovation</a:t>
            </a:r>
            <a:endParaRPr lang="en-CA" sz="4400" dirty="0"/>
          </a:p>
        </p:txBody>
      </p:sp>
      <p:pic>
        <p:nvPicPr>
          <p:cNvPr id="20" name="Picture 8">
            <a:extLst>
              <a:ext uri="{FF2B5EF4-FFF2-40B4-BE49-F238E27FC236}">
                <a16:creationId xmlns:a16="http://schemas.microsoft.com/office/drawing/2014/main" id="{277D8AC4-734C-C91B-0651-008801F8EF2C}"/>
              </a:ext>
            </a:extLst>
          </p:cNvPr>
          <p:cNvPicPr>
            <a:picLocks noChangeAspect="1"/>
          </p:cNvPicPr>
          <p:nvPr/>
        </p:nvPicPr>
        <p:blipFill rotWithShape="1">
          <a:blip r:embed="rId3"/>
          <a:srcRect l="4192" r="37635"/>
          <a:stretch/>
        </p:blipFill>
        <p:spPr>
          <a:xfrm>
            <a:off x="9346896" y="853030"/>
            <a:ext cx="6910691" cy="6682303"/>
          </a:xfrm>
          <a:prstGeom prst="rect">
            <a:avLst/>
          </a:prstGeom>
          <a:noFill/>
        </p:spPr>
      </p:pic>
      <p:sp>
        <p:nvSpPr>
          <p:cNvPr id="22" name="Slide Number Placeholder 6">
            <a:extLst>
              <a:ext uri="{FF2B5EF4-FFF2-40B4-BE49-F238E27FC236}">
                <a16:creationId xmlns:a16="http://schemas.microsoft.com/office/drawing/2014/main" id="{B044A502-67CC-C9F5-327C-48B980DFF810}"/>
              </a:ext>
            </a:extLst>
          </p:cNvPr>
          <p:cNvSpPr>
            <a:spLocks noGrp="1"/>
          </p:cNvSpPr>
          <p:nvPr>
            <p:ph type="sldNum" sz="quarter" idx="19"/>
          </p:nvPr>
        </p:nvSpPr>
        <p:spPr>
          <a:xfrm>
            <a:off x="199082" y="8497455"/>
            <a:ext cx="529132" cy="486834"/>
          </a:xfrm>
        </p:spPr>
        <p:txBody>
          <a:bodyPr/>
          <a:lstStyle/>
          <a:p>
            <a:pPr marL="0" marR="0" lvl="0" indent="0" algn="l" defTabSz="781583" rtl="0" eaLnBrk="1" fontAlgn="auto" latinLnBrk="0" hangingPunct="1">
              <a:lnSpc>
                <a:spcPct val="100000"/>
              </a:lnSpc>
              <a:spcBef>
                <a:spcPts val="0"/>
              </a:spcBef>
              <a:spcAft>
                <a:spcPts val="600"/>
              </a:spcAft>
              <a:buClrTx/>
              <a:buSzTx/>
              <a:buFontTx/>
              <a:buNone/>
              <a:tabLst/>
              <a:defRPr/>
            </a:pPr>
            <a:fld id="{DEF3F5F5-7776-394F-A41F-3BAFC9CC9F8E}" type="slidenum">
              <a:rPr kumimoji="0" lang="en-US" sz="2100" b="1" i="0" u="none" strike="noStrike" kern="1200" cap="none" spc="0" normalizeH="0" baseline="0" noProof="0" smtClean="0">
                <a:ln>
                  <a:noFill/>
                </a:ln>
                <a:solidFill>
                  <a:srgbClr val="A6C8BC"/>
                </a:solidFill>
                <a:effectLst/>
                <a:uLnTx/>
                <a:uFillTx/>
                <a:latin typeface="Arial"/>
                <a:ea typeface="+mn-ea"/>
                <a:cs typeface="+mn-cs"/>
              </a:rPr>
              <a:pPr marL="0" marR="0" lvl="0" indent="0" algn="l" defTabSz="781583" rtl="0" eaLnBrk="1" fontAlgn="auto" latinLnBrk="0" hangingPunct="1">
                <a:lnSpc>
                  <a:spcPct val="100000"/>
                </a:lnSpc>
                <a:spcBef>
                  <a:spcPts val="0"/>
                </a:spcBef>
                <a:spcAft>
                  <a:spcPts val="600"/>
                </a:spcAft>
                <a:buClrTx/>
                <a:buSzTx/>
                <a:buFontTx/>
                <a:buNone/>
                <a:tabLst/>
                <a:defRPr/>
              </a:pPr>
              <a:t>20</a:t>
            </a:fld>
            <a:endParaRPr kumimoji="0" lang="en-US" sz="2100" b="1" i="0" u="none" strike="noStrike" kern="1200" cap="none" spc="0" normalizeH="0" baseline="0" noProof="0">
              <a:ln>
                <a:noFill/>
              </a:ln>
              <a:solidFill>
                <a:srgbClr val="A6C8BC"/>
              </a:solidFill>
              <a:effectLst/>
              <a:uLnTx/>
              <a:uFillTx/>
              <a:latin typeface="Arial"/>
              <a:ea typeface="+mn-ea"/>
              <a:cs typeface="+mn-cs"/>
            </a:endParaRPr>
          </a:p>
        </p:txBody>
      </p:sp>
    </p:spTree>
    <p:extLst>
      <p:ext uri="{BB962C8B-B14F-4D97-AF65-F5344CB8AC3E}">
        <p14:creationId xmlns:p14="http://schemas.microsoft.com/office/powerpoint/2010/main" val="809201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BD9B653-5F85-A4A6-F210-E35BAC3B0FCD}"/>
              </a:ext>
            </a:extLst>
          </p:cNvPr>
          <p:cNvSpPr>
            <a:spLocks noGrp="1"/>
          </p:cNvSpPr>
          <p:nvPr>
            <p:ph type="body" sz="quarter" idx="15"/>
          </p:nvPr>
        </p:nvSpPr>
        <p:spPr>
          <a:xfrm>
            <a:off x="812882" y="2404534"/>
            <a:ext cx="7484181" cy="5130800"/>
          </a:xfrm>
        </p:spPr>
        <p:txBody>
          <a:bodyPr>
            <a:normAutofit fontScale="77500" lnSpcReduction="20000"/>
          </a:bodyPr>
          <a:lstStyle/>
          <a:p>
            <a:pPr>
              <a:lnSpc>
                <a:spcPct val="100000"/>
              </a:lnSpc>
            </a:pPr>
            <a:r>
              <a:rPr lang="en-US" sz="3000" dirty="0"/>
              <a:t>Think of a recent innovation. What type of innovation is/was it?</a:t>
            </a:r>
          </a:p>
          <a:p>
            <a:pPr>
              <a:lnSpc>
                <a:spcPct val="100000"/>
              </a:lnSpc>
            </a:pPr>
            <a:endParaRPr lang="en-US" sz="3000" dirty="0"/>
          </a:p>
          <a:p>
            <a:pPr>
              <a:lnSpc>
                <a:spcPct val="100000"/>
              </a:lnSpc>
            </a:pPr>
            <a:r>
              <a:rPr lang="en-US" sz="3000" b="1" dirty="0"/>
              <a:t>1. Incremental Innovation</a:t>
            </a:r>
          </a:p>
          <a:p>
            <a:pPr>
              <a:lnSpc>
                <a:spcPct val="100000"/>
              </a:lnSpc>
            </a:pPr>
            <a:r>
              <a:rPr lang="en-US" sz="3000" b="1" dirty="0"/>
              <a:t>2. Radical Innovation</a:t>
            </a:r>
          </a:p>
          <a:p>
            <a:pPr>
              <a:lnSpc>
                <a:spcPct val="100000"/>
              </a:lnSpc>
            </a:pPr>
            <a:r>
              <a:rPr lang="en-US" sz="3000" b="1" dirty="0"/>
              <a:t>3. Disruptive Innovation</a:t>
            </a:r>
          </a:p>
          <a:p>
            <a:pPr>
              <a:lnSpc>
                <a:spcPct val="100000"/>
              </a:lnSpc>
            </a:pPr>
            <a:r>
              <a:rPr lang="en-US" sz="3000" b="1" dirty="0"/>
              <a:t>4. Architectural Innovation</a:t>
            </a:r>
          </a:p>
          <a:p>
            <a:pPr>
              <a:lnSpc>
                <a:spcPct val="100000"/>
              </a:lnSpc>
            </a:pPr>
            <a:r>
              <a:rPr lang="en-US" sz="3000" b="1" dirty="0"/>
              <a:t>5. Process Innovation</a:t>
            </a:r>
          </a:p>
          <a:p>
            <a:pPr>
              <a:lnSpc>
                <a:spcPct val="100000"/>
              </a:lnSpc>
            </a:pPr>
            <a:r>
              <a:rPr lang="en-US" sz="3000" b="1" dirty="0"/>
              <a:t>6. Product Innovation</a:t>
            </a:r>
          </a:p>
          <a:p>
            <a:pPr>
              <a:lnSpc>
                <a:spcPct val="100000"/>
              </a:lnSpc>
            </a:pPr>
            <a:r>
              <a:rPr lang="en-US" sz="3000" b="1" dirty="0"/>
              <a:t>7. Service Innovation</a:t>
            </a:r>
          </a:p>
          <a:p>
            <a:pPr>
              <a:lnSpc>
                <a:spcPct val="100000"/>
              </a:lnSpc>
            </a:pPr>
            <a:r>
              <a:rPr lang="en-US" sz="3000" b="1" dirty="0"/>
              <a:t>8. Business Model Innovation</a:t>
            </a:r>
          </a:p>
          <a:p>
            <a:pPr>
              <a:lnSpc>
                <a:spcPct val="100000"/>
              </a:lnSpc>
            </a:pPr>
            <a:endParaRPr lang="en-US" sz="3000" dirty="0"/>
          </a:p>
          <a:p>
            <a:pPr>
              <a:lnSpc>
                <a:spcPct val="100000"/>
              </a:lnSpc>
            </a:pPr>
            <a:endParaRPr lang="en-US" sz="3000" dirty="0"/>
          </a:p>
        </p:txBody>
      </p:sp>
      <p:sp>
        <p:nvSpPr>
          <p:cNvPr id="6" name="Title 5">
            <a:extLst>
              <a:ext uri="{FF2B5EF4-FFF2-40B4-BE49-F238E27FC236}">
                <a16:creationId xmlns:a16="http://schemas.microsoft.com/office/drawing/2014/main" id="{9013D03B-C4D2-9FA3-5B68-06C1BE55A33B}"/>
              </a:ext>
            </a:extLst>
          </p:cNvPr>
          <p:cNvSpPr>
            <a:spLocks noGrp="1"/>
          </p:cNvSpPr>
          <p:nvPr>
            <p:ph type="title"/>
          </p:nvPr>
        </p:nvSpPr>
        <p:spPr>
          <a:xfrm>
            <a:off x="812881" y="768365"/>
            <a:ext cx="7484182" cy="1335973"/>
          </a:xfrm>
        </p:spPr>
        <p:txBody>
          <a:bodyPr anchor="t">
            <a:normAutofit/>
          </a:bodyPr>
          <a:lstStyle/>
          <a:p>
            <a:r>
              <a:rPr lang="en-US" sz="4400" dirty="0"/>
              <a:t>Discussion</a:t>
            </a:r>
            <a:endParaRPr lang="en-CA" sz="4400" dirty="0"/>
          </a:p>
        </p:txBody>
      </p:sp>
      <p:pic>
        <p:nvPicPr>
          <p:cNvPr id="20" name="Picture 8">
            <a:extLst>
              <a:ext uri="{FF2B5EF4-FFF2-40B4-BE49-F238E27FC236}">
                <a16:creationId xmlns:a16="http://schemas.microsoft.com/office/drawing/2014/main" id="{277D8AC4-734C-C91B-0651-008801F8EF2C}"/>
              </a:ext>
            </a:extLst>
          </p:cNvPr>
          <p:cNvPicPr>
            <a:picLocks noChangeAspect="1"/>
          </p:cNvPicPr>
          <p:nvPr/>
        </p:nvPicPr>
        <p:blipFill rotWithShape="1">
          <a:blip r:embed="rId3"/>
          <a:srcRect l="4192" r="37635"/>
          <a:stretch/>
        </p:blipFill>
        <p:spPr>
          <a:xfrm>
            <a:off x="9346896" y="853030"/>
            <a:ext cx="6910691" cy="6682303"/>
          </a:xfrm>
          <a:prstGeom prst="rect">
            <a:avLst/>
          </a:prstGeom>
          <a:noFill/>
        </p:spPr>
      </p:pic>
      <p:sp>
        <p:nvSpPr>
          <p:cNvPr id="22" name="Slide Number Placeholder 6">
            <a:extLst>
              <a:ext uri="{FF2B5EF4-FFF2-40B4-BE49-F238E27FC236}">
                <a16:creationId xmlns:a16="http://schemas.microsoft.com/office/drawing/2014/main" id="{B044A502-67CC-C9F5-327C-48B980DFF810}"/>
              </a:ext>
            </a:extLst>
          </p:cNvPr>
          <p:cNvSpPr>
            <a:spLocks noGrp="1"/>
          </p:cNvSpPr>
          <p:nvPr>
            <p:ph type="sldNum" sz="quarter" idx="19"/>
          </p:nvPr>
        </p:nvSpPr>
        <p:spPr>
          <a:xfrm>
            <a:off x="199082" y="8497455"/>
            <a:ext cx="529132" cy="486834"/>
          </a:xfrm>
        </p:spPr>
        <p:txBody>
          <a:bodyPr/>
          <a:lstStyle/>
          <a:p>
            <a:pPr marL="0" marR="0" lvl="0" indent="0" algn="l" defTabSz="781583" rtl="0" eaLnBrk="1" fontAlgn="auto" latinLnBrk="0" hangingPunct="1">
              <a:lnSpc>
                <a:spcPct val="100000"/>
              </a:lnSpc>
              <a:spcBef>
                <a:spcPts val="0"/>
              </a:spcBef>
              <a:spcAft>
                <a:spcPts val="600"/>
              </a:spcAft>
              <a:buClrTx/>
              <a:buSzTx/>
              <a:buFontTx/>
              <a:buNone/>
              <a:tabLst/>
              <a:defRPr/>
            </a:pPr>
            <a:fld id="{DEF3F5F5-7776-394F-A41F-3BAFC9CC9F8E}" type="slidenum">
              <a:rPr kumimoji="0" lang="en-US" sz="2100" b="1" i="0" u="none" strike="noStrike" kern="1200" cap="none" spc="0" normalizeH="0" baseline="0" noProof="0" smtClean="0">
                <a:ln>
                  <a:noFill/>
                </a:ln>
                <a:solidFill>
                  <a:srgbClr val="A6C8BC"/>
                </a:solidFill>
                <a:effectLst/>
                <a:uLnTx/>
                <a:uFillTx/>
                <a:latin typeface="Arial"/>
                <a:ea typeface="+mn-ea"/>
                <a:cs typeface="+mn-cs"/>
              </a:rPr>
              <a:pPr marL="0" marR="0" lvl="0" indent="0" algn="l" defTabSz="781583" rtl="0" eaLnBrk="1" fontAlgn="auto" latinLnBrk="0" hangingPunct="1">
                <a:lnSpc>
                  <a:spcPct val="100000"/>
                </a:lnSpc>
                <a:spcBef>
                  <a:spcPts val="0"/>
                </a:spcBef>
                <a:spcAft>
                  <a:spcPts val="600"/>
                </a:spcAft>
                <a:buClrTx/>
                <a:buSzTx/>
                <a:buFontTx/>
                <a:buNone/>
                <a:tabLst/>
                <a:defRPr/>
              </a:pPr>
              <a:t>21</a:t>
            </a:fld>
            <a:endParaRPr kumimoji="0" lang="en-US" sz="2100" b="1" i="0" u="none" strike="noStrike" kern="1200" cap="none" spc="0" normalizeH="0" baseline="0" noProof="0">
              <a:ln>
                <a:noFill/>
              </a:ln>
              <a:solidFill>
                <a:srgbClr val="A6C8BC"/>
              </a:solidFill>
              <a:effectLst/>
              <a:uLnTx/>
              <a:uFillTx/>
              <a:latin typeface="Arial"/>
              <a:ea typeface="+mn-ea"/>
              <a:cs typeface="+mn-cs"/>
            </a:endParaRPr>
          </a:p>
        </p:txBody>
      </p:sp>
    </p:spTree>
    <p:extLst>
      <p:ext uri="{BB962C8B-B14F-4D97-AF65-F5344CB8AC3E}">
        <p14:creationId xmlns:p14="http://schemas.microsoft.com/office/powerpoint/2010/main" val="12329102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D55B5C6-D70B-BCB0-8B20-8BB58DF6E776}"/>
              </a:ext>
            </a:extLst>
          </p:cNvPr>
          <p:cNvSpPr>
            <a:spLocks noGrp="1"/>
          </p:cNvSpPr>
          <p:nvPr>
            <p:ph type="title"/>
          </p:nvPr>
        </p:nvSpPr>
        <p:spPr/>
        <p:txBody>
          <a:bodyPr/>
          <a:lstStyle/>
          <a:p>
            <a:r>
              <a:rPr lang="en-CA" dirty="0"/>
              <a:t>Idea Generation</a:t>
            </a:r>
          </a:p>
        </p:txBody>
      </p:sp>
      <p:sp>
        <p:nvSpPr>
          <p:cNvPr id="7" name="Slide Number Placeholder 6">
            <a:extLst>
              <a:ext uri="{FF2B5EF4-FFF2-40B4-BE49-F238E27FC236}">
                <a16:creationId xmlns:a16="http://schemas.microsoft.com/office/drawing/2014/main" id="{643A0F60-8B02-2434-F217-7E97AE44780B}"/>
              </a:ext>
            </a:extLst>
          </p:cNvPr>
          <p:cNvSpPr>
            <a:spLocks noGrp="1"/>
          </p:cNvSpPr>
          <p:nvPr>
            <p:ph type="sldNum" sz="quarter" idx="4294967295"/>
          </p:nvPr>
        </p:nvSpPr>
        <p:spPr>
          <a:xfrm>
            <a:off x="0" y="8497888"/>
            <a:ext cx="530225" cy="485775"/>
          </a:xfrm>
        </p:spPr>
        <p:txBody>
          <a:bodyPr/>
          <a:lstStyle/>
          <a:p>
            <a:fld id="{DEF3F5F5-7776-394F-A41F-3BAFC9CC9F8E}" type="slidenum">
              <a:rPr lang="en-US" smtClean="0"/>
              <a:pPr/>
              <a:t>22</a:t>
            </a:fld>
            <a:endParaRPr lang="en-US" dirty="0"/>
          </a:p>
        </p:txBody>
      </p:sp>
    </p:spTree>
    <p:extLst>
      <p:ext uri="{BB962C8B-B14F-4D97-AF65-F5344CB8AC3E}">
        <p14:creationId xmlns:p14="http://schemas.microsoft.com/office/powerpoint/2010/main" val="26064972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080A7AA-F923-94C3-E78D-3498A31D83D4}"/>
              </a:ext>
            </a:extLst>
          </p:cNvPr>
          <p:cNvSpPr>
            <a:spLocks noGrp="1"/>
          </p:cNvSpPr>
          <p:nvPr>
            <p:ph type="body" sz="quarter" idx="15"/>
          </p:nvPr>
        </p:nvSpPr>
        <p:spPr>
          <a:xfrm>
            <a:off x="812882" y="2404534"/>
            <a:ext cx="7484181" cy="5130800"/>
          </a:xfrm>
        </p:spPr>
        <p:txBody>
          <a:bodyPr>
            <a:normAutofit/>
          </a:bodyPr>
          <a:lstStyle/>
          <a:p>
            <a:r>
              <a:rPr lang="en-US" dirty="0"/>
              <a:t>1. Identify Your Passion </a:t>
            </a:r>
            <a:br>
              <a:rPr lang="en-US" dirty="0"/>
            </a:br>
            <a:r>
              <a:rPr lang="en-US" dirty="0"/>
              <a:t>2. Find a Problem to Solve</a:t>
            </a:r>
            <a:br>
              <a:rPr lang="en-US" dirty="0"/>
            </a:br>
            <a:r>
              <a:rPr lang="en-US" dirty="0"/>
              <a:t>3. Market Research</a:t>
            </a:r>
            <a:br>
              <a:rPr lang="en-US" dirty="0"/>
            </a:br>
            <a:r>
              <a:rPr lang="en-US" dirty="0"/>
              <a:t>4. Brainstorm</a:t>
            </a:r>
            <a:br>
              <a:rPr lang="en-US" dirty="0"/>
            </a:br>
            <a:r>
              <a:rPr lang="en-US" dirty="0"/>
              <a:t>5. Seek Inspiration from Others</a:t>
            </a:r>
            <a:endParaRPr lang="en-CA" dirty="0"/>
          </a:p>
        </p:txBody>
      </p:sp>
      <p:sp>
        <p:nvSpPr>
          <p:cNvPr id="4" name="Title 3">
            <a:extLst>
              <a:ext uri="{FF2B5EF4-FFF2-40B4-BE49-F238E27FC236}">
                <a16:creationId xmlns:a16="http://schemas.microsoft.com/office/drawing/2014/main" id="{FB0BC4BA-0D1A-9D07-2417-8D59B727214D}"/>
              </a:ext>
            </a:extLst>
          </p:cNvPr>
          <p:cNvSpPr>
            <a:spLocks noGrp="1"/>
          </p:cNvSpPr>
          <p:nvPr>
            <p:ph type="title"/>
          </p:nvPr>
        </p:nvSpPr>
        <p:spPr>
          <a:xfrm>
            <a:off x="812881" y="768365"/>
            <a:ext cx="7484182" cy="1335973"/>
          </a:xfrm>
        </p:spPr>
        <p:txBody>
          <a:bodyPr anchor="t">
            <a:normAutofit/>
          </a:bodyPr>
          <a:lstStyle/>
          <a:p>
            <a:r>
              <a:rPr lang="en-CA" dirty="0"/>
              <a:t>Idea Generation</a:t>
            </a:r>
          </a:p>
        </p:txBody>
      </p:sp>
      <p:pic>
        <p:nvPicPr>
          <p:cNvPr id="7" name="Picture 6" descr="Small white light bulbs with one large yellow light bulb drawn on a black surface">
            <a:extLst>
              <a:ext uri="{FF2B5EF4-FFF2-40B4-BE49-F238E27FC236}">
                <a16:creationId xmlns:a16="http://schemas.microsoft.com/office/drawing/2014/main" id="{DDABE40E-A02C-EB04-71F8-BA07BCCA57B6}"/>
              </a:ext>
            </a:extLst>
          </p:cNvPr>
          <p:cNvPicPr>
            <a:picLocks noChangeAspect="1"/>
          </p:cNvPicPr>
          <p:nvPr/>
        </p:nvPicPr>
        <p:blipFill rotWithShape="1">
          <a:blip r:embed="rId3"/>
          <a:srcRect l="30969" r="-1" b="-1"/>
          <a:stretch/>
        </p:blipFill>
        <p:spPr>
          <a:xfrm>
            <a:off x="9346896" y="726030"/>
            <a:ext cx="6910691" cy="6682303"/>
          </a:xfrm>
          <a:prstGeom prst="rect">
            <a:avLst/>
          </a:prstGeom>
          <a:noFill/>
        </p:spPr>
      </p:pic>
      <p:sp>
        <p:nvSpPr>
          <p:cNvPr id="15" name="Slide Number Placeholder 6">
            <a:extLst>
              <a:ext uri="{FF2B5EF4-FFF2-40B4-BE49-F238E27FC236}">
                <a16:creationId xmlns:a16="http://schemas.microsoft.com/office/drawing/2014/main" id="{10C920D6-F03C-3562-3467-AC7903F6073B}"/>
              </a:ext>
            </a:extLst>
          </p:cNvPr>
          <p:cNvSpPr>
            <a:spLocks noGrp="1"/>
          </p:cNvSpPr>
          <p:nvPr>
            <p:ph type="sldNum" sz="quarter" idx="19"/>
          </p:nvPr>
        </p:nvSpPr>
        <p:spPr>
          <a:xfrm>
            <a:off x="199082" y="8497455"/>
            <a:ext cx="529132" cy="486834"/>
          </a:xfrm>
        </p:spPr>
        <p:txBody>
          <a:bodyPr/>
          <a:lstStyle/>
          <a:p>
            <a:pPr>
              <a:spcAft>
                <a:spcPts val="600"/>
              </a:spcAft>
            </a:pPr>
            <a:fld id="{DEF3F5F5-7776-394F-A41F-3BAFC9CC9F8E}" type="slidenum">
              <a:rPr lang="en-US" smtClean="0"/>
              <a:pPr>
                <a:spcAft>
                  <a:spcPts val="600"/>
                </a:spcAft>
              </a:pPr>
              <a:t>23</a:t>
            </a:fld>
            <a:endParaRPr lang="en-US"/>
          </a:p>
        </p:txBody>
      </p:sp>
    </p:spTree>
    <p:extLst>
      <p:ext uri="{BB962C8B-B14F-4D97-AF65-F5344CB8AC3E}">
        <p14:creationId xmlns:p14="http://schemas.microsoft.com/office/powerpoint/2010/main" val="5740199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0BC4BA-0D1A-9D07-2417-8D59B727214D}"/>
              </a:ext>
            </a:extLst>
          </p:cNvPr>
          <p:cNvSpPr>
            <a:spLocks noGrp="1"/>
          </p:cNvSpPr>
          <p:nvPr>
            <p:ph type="title"/>
          </p:nvPr>
        </p:nvSpPr>
        <p:spPr/>
        <p:txBody>
          <a:bodyPr/>
          <a:lstStyle/>
          <a:p>
            <a:r>
              <a:rPr lang="en-CA" dirty="0"/>
              <a:t>Idea Generation</a:t>
            </a:r>
          </a:p>
        </p:txBody>
      </p:sp>
      <p:sp>
        <p:nvSpPr>
          <p:cNvPr id="5" name="Text Placeholder 4">
            <a:extLst>
              <a:ext uri="{FF2B5EF4-FFF2-40B4-BE49-F238E27FC236}">
                <a16:creationId xmlns:a16="http://schemas.microsoft.com/office/drawing/2014/main" id="{0080A7AA-F923-94C3-E78D-3498A31D83D4}"/>
              </a:ext>
            </a:extLst>
          </p:cNvPr>
          <p:cNvSpPr>
            <a:spLocks noGrp="1"/>
          </p:cNvSpPr>
          <p:nvPr>
            <p:ph type="body" sz="quarter" idx="15"/>
          </p:nvPr>
        </p:nvSpPr>
        <p:spPr>
          <a:xfrm>
            <a:off x="812882" y="2404534"/>
            <a:ext cx="8254918" cy="5130800"/>
          </a:xfrm>
        </p:spPr>
        <p:txBody>
          <a:bodyPr/>
          <a:lstStyle/>
          <a:p>
            <a:r>
              <a:rPr lang="en-US" dirty="0"/>
              <a:t>6. Network</a:t>
            </a:r>
            <a:br>
              <a:rPr lang="en-US" dirty="0"/>
            </a:br>
            <a:r>
              <a:rPr lang="en-US" dirty="0"/>
              <a:t>7. Evaluate Existing Products and Services</a:t>
            </a:r>
            <a:br>
              <a:rPr lang="en-US" dirty="0"/>
            </a:br>
            <a:r>
              <a:rPr lang="en-US" dirty="0"/>
              <a:t>8. Think About The Future</a:t>
            </a:r>
            <a:br>
              <a:rPr lang="en-US" dirty="0"/>
            </a:br>
            <a:r>
              <a:rPr lang="en-US" dirty="0"/>
              <a:t>9. Prototype and Get Feedback</a:t>
            </a:r>
            <a:br>
              <a:rPr lang="en-US" dirty="0"/>
            </a:br>
            <a:r>
              <a:rPr lang="en-US" dirty="0"/>
              <a:t>10. Keep an Ideas Journal</a:t>
            </a:r>
            <a:br>
              <a:rPr lang="en-US" dirty="0"/>
            </a:br>
            <a:r>
              <a:rPr lang="en-US" dirty="0"/>
              <a:t>11. OTHERS?</a:t>
            </a:r>
            <a:endParaRPr lang="en-CA" dirty="0"/>
          </a:p>
        </p:txBody>
      </p:sp>
      <p:pic>
        <p:nvPicPr>
          <p:cNvPr id="2" name="Picture 1" descr="Small white light bulbs with one large yellow light bulb drawn on a black surface">
            <a:extLst>
              <a:ext uri="{FF2B5EF4-FFF2-40B4-BE49-F238E27FC236}">
                <a16:creationId xmlns:a16="http://schemas.microsoft.com/office/drawing/2014/main" id="{DA147141-E831-F72A-6013-28B1D3F1A388}"/>
              </a:ext>
            </a:extLst>
          </p:cNvPr>
          <p:cNvPicPr>
            <a:picLocks noChangeAspect="1"/>
          </p:cNvPicPr>
          <p:nvPr/>
        </p:nvPicPr>
        <p:blipFill rotWithShape="1">
          <a:blip r:embed="rId3"/>
          <a:srcRect l="30969" r="-1" b="-1"/>
          <a:stretch/>
        </p:blipFill>
        <p:spPr>
          <a:xfrm>
            <a:off x="9346896" y="726030"/>
            <a:ext cx="6910691" cy="6682303"/>
          </a:xfrm>
          <a:prstGeom prst="rect">
            <a:avLst/>
          </a:prstGeom>
          <a:noFill/>
        </p:spPr>
      </p:pic>
    </p:spTree>
    <p:extLst>
      <p:ext uri="{BB962C8B-B14F-4D97-AF65-F5344CB8AC3E}">
        <p14:creationId xmlns:p14="http://schemas.microsoft.com/office/powerpoint/2010/main" val="33844358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D55B5C6-D70B-BCB0-8B20-8BB58DF6E776}"/>
              </a:ext>
            </a:extLst>
          </p:cNvPr>
          <p:cNvSpPr>
            <a:spLocks noGrp="1"/>
          </p:cNvSpPr>
          <p:nvPr>
            <p:ph type="title"/>
          </p:nvPr>
        </p:nvSpPr>
        <p:spPr/>
        <p:txBody>
          <a:bodyPr/>
          <a:lstStyle/>
          <a:p>
            <a:r>
              <a:rPr lang="en-CA" dirty="0"/>
              <a:t>Solution Generation</a:t>
            </a:r>
          </a:p>
        </p:txBody>
      </p:sp>
      <p:sp>
        <p:nvSpPr>
          <p:cNvPr id="7" name="Slide Number Placeholder 6">
            <a:extLst>
              <a:ext uri="{FF2B5EF4-FFF2-40B4-BE49-F238E27FC236}">
                <a16:creationId xmlns:a16="http://schemas.microsoft.com/office/drawing/2014/main" id="{643A0F60-8B02-2434-F217-7E97AE44780B}"/>
              </a:ext>
            </a:extLst>
          </p:cNvPr>
          <p:cNvSpPr>
            <a:spLocks noGrp="1"/>
          </p:cNvSpPr>
          <p:nvPr>
            <p:ph type="sldNum" sz="quarter" idx="4294967295"/>
          </p:nvPr>
        </p:nvSpPr>
        <p:spPr>
          <a:xfrm>
            <a:off x="0" y="8497888"/>
            <a:ext cx="530225" cy="485775"/>
          </a:xfrm>
        </p:spPr>
        <p:txBody>
          <a:bodyPr/>
          <a:lstStyle/>
          <a:p>
            <a:fld id="{DEF3F5F5-7776-394F-A41F-3BAFC9CC9F8E}" type="slidenum">
              <a:rPr lang="en-US" smtClean="0"/>
              <a:pPr/>
              <a:t>25</a:t>
            </a:fld>
            <a:endParaRPr lang="en-US" dirty="0"/>
          </a:p>
        </p:txBody>
      </p:sp>
    </p:spTree>
    <p:extLst>
      <p:ext uri="{BB962C8B-B14F-4D97-AF65-F5344CB8AC3E}">
        <p14:creationId xmlns:p14="http://schemas.microsoft.com/office/powerpoint/2010/main" val="13605527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0BC4BA-0D1A-9D07-2417-8D59B727214D}"/>
              </a:ext>
            </a:extLst>
          </p:cNvPr>
          <p:cNvSpPr>
            <a:spLocks noGrp="1"/>
          </p:cNvSpPr>
          <p:nvPr>
            <p:ph type="title"/>
          </p:nvPr>
        </p:nvSpPr>
        <p:spPr/>
        <p:txBody>
          <a:bodyPr/>
          <a:lstStyle/>
          <a:p>
            <a:r>
              <a:rPr lang="en-CA" dirty="0"/>
              <a:t>Solution Generation</a:t>
            </a:r>
          </a:p>
        </p:txBody>
      </p:sp>
      <p:sp>
        <p:nvSpPr>
          <p:cNvPr id="5" name="Text Placeholder 4">
            <a:extLst>
              <a:ext uri="{FF2B5EF4-FFF2-40B4-BE49-F238E27FC236}">
                <a16:creationId xmlns:a16="http://schemas.microsoft.com/office/drawing/2014/main" id="{0080A7AA-F923-94C3-E78D-3498A31D83D4}"/>
              </a:ext>
            </a:extLst>
          </p:cNvPr>
          <p:cNvSpPr>
            <a:spLocks noGrp="1"/>
          </p:cNvSpPr>
          <p:nvPr>
            <p:ph type="body" sz="quarter" idx="15"/>
          </p:nvPr>
        </p:nvSpPr>
        <p:spPr>
          <a:xfrm>
            <a:off x="812882" y="2404534"/>
            <a:ext cx="8254918" cy="5130800"/>
          </a:xfrm>
        </p:spPr>
        <p:txBody>
          <a:bodyPr/>
          <a:lstStyle/>
          <a:p>
            <a:r>
              <a:rPr lang="en-US" dirty="0"/>
              <a:t>Class discussion: Once you have identified the problem to solve, what are some techniques for finding solutions?</a:t>
            </a:r>
          </a:p>
        </p:txBody>
      </p:sp>
      <p:pic>
        <p:nvPicPr>
          <p:cNvPr id="2" name="Picture 1" descr="Small white light bulbs with one large yellow light bulb drawn on a black surface">
            <a:extLst>
              <a:ext uri="{FF2B5EF4-FFF2-40B4-BE49-F238E27FC236}">
                <a16:creationId xmlns:a16="http://schemas.microsoft.com/office/drawing/2014/main" id="{DA147141-E831-F72A-6013-28B1D3F1A388}"/>
              </a:ext>
            </a:extLst>
          </p:cNvPr>
          <p:cNvPicPr>
            <a:picLocks noChangeAspect="1"/>
          </p:cNvPicPr>
          <p:nvPr/>
        </p:nvPicPr>
        <p:blipFill rotWithShape="1">
          <a:blip r:embed="rId3"/>
          <a:srcRect l="30969" r="-1" b="-1"/>
          <a:stretch/>
        </p:blipFill>
        <p:spPr>
          <a:xfrm>
            <a:off x="9346896" y="726030"/>
            <a:ext cx="6910691" cy="6682303"/>
          </a:xfrm>
          <a:prstGeom prst="rect">
            <a:avLst/>
          </a:prstGeom>
          <a:noFill/>
        </p:spPr>
      </p:pic>
    </p:spTree>
    <p:extLst>
      <p:ext uri="{BB962C8B-B14F-4D97-AF65-F5344CB8AC3E}">
        <p14:creationId xmlns:p14="http://schemas.microsoft.com/office/powerpoint/2010/main" val="39698129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A7605-A282-8AC3-CA89-086D5AA4675B}"/>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F3ADA56-D572-FFA4-EEEE-8167A119A616}"/>
              </a:ext>
            </a:extLst>
          </p:cNvPr>
          <p:cNvSpPr>
            <a:spLocks noGrp="1"/>
          </p:cNvSpPr>
          <p:nvPr>
            <p:ph type="sldNum" sz="quarter" idx="19"/>
          </p:nvPr>
        </p:nvSpPr>
        <p:spPr/>
        <p:txBody>
          <a:bodyPr/>
          <a:lstStyle/>
          <a:p>
            <a:pPr marL="0" marR="0" lvl="0" indent="0" algn="l" defTabSz="781583" rtl="0" eaLnBrk="1" fontAlgn="auto" latinLnBrk="0" hangingPunct="1">
              <a:lnSpc>
                <a:spcPct val="100000"/>
              </a:lnSpc>
              <a:spcBef>
                <a:spcPts val="0"/>
              </a:spcBef>
              <a:spcAft>
                <a:spcPts val="0"/>
              </a:spcAft>
              <a:buClrTx/>
              <a:buSzTx/>
              <a:buFontTx/>
              <a:buNone/>
              <a:tabLst/>
              <a:defRPr/>
            </a:pPr>
            <a:fld id="{799AF5F7-841A-4D9A-ADCA-858CFC949EF0}" type="slidenum">
              <a:rPr kumimoji="0" lang="en-US" sz="2100" b="1" i="0" u="none" strike="noStrike" kern="1200" cap="none" spc="0" normalizeH="0" baseline="0" noProof="0" smtClean="0">
                <a:ln>
                  <a:noFill/>
                </a:ln>
                <a:solidFill>
                  <a:srgbClr val="A6C8BC"/>
                </a:solidFill>
                <a:effectLst/>
                <a:uLnTx/>
                <a:uFillTx/>
                <a:latin typeface="Arial"/>
                <a:ea typeface="+mn-ea"/>
                <a:cs typeface="+mn-cs"/>
              </a:rPr>
              <a:pPr marL="0" marR="0" lvl="0" indent="0" algn="l" defTabSz="781583" rtl="0" eaLnBrk="1" fontAlgn="auto" latinLnBrk="0" hangingPunct="1">
                <a:lnSpc>
                  <a:spcPct val="100000"/>
                </a:lnSpc>
                <a:spcBef>
                  <a:spcPts val="0"/>
                </a:spcBef>
                <a:spcAft>
                  <a:spcPts val="0"/>
                </a:spcAft>
                <a:buClrTx/>
                <a:buSzTx/>
                <a:buFontTx/>
                <a:buNone/>
                <a:tabLst/>
                <a:defRPr/>
              </a:pPr>
              <a:t>27</a:t>
            </a:fld>
            <a:endParaRPr kumimoji="0" lang="en-US" sz="2100" b="1" i="0" u="none" strike="noStrike" kern="1200" cap="none" spc="0" normalizeH="0" baseline="0" noProof="0">
              <a:ln>
                <a:noFill/>
              </a:ln>
              <a:solidFill>
                <a:srgbClr val="A6C8BC"/>
              </a:solidFill>
              <a:effectLst/>
              <a:uLnTx/>
              <a:uFillTx/>
              <a:latin typeface="Arial"/>
              <a:ea typeface="+mn-ea"/>
              <a:cs typeface="+mn-cs"/>
            </a:endParaRPr>
          </a:p>
        </p:txBody>
      </p:sp>
      <p:sp>
        <p:nvSpPr>
          <p:cNvPr id="8" name="TextBox 7">
            <a:extLst>
              <a:ext uri="{FF2B5EF4-FFF2-40B4-BE49-F238E27FC236}">
                <a16:creationId xmlns:a16="http://schemas.microsoft.com/office/drawing/2014/main" id="{88706A5C-49B2-AC09-11F9-B5D55684C6D6}"/>
              </a:ext>
            </a:extLst>
          </p:cNvPr>
          <p:cNvSpPr txBox="1"/>
          <p:nvPr/>
        </p:nvSpPr>
        <p:spPr>
          <a:xfrm>
            <a:off x="10085514" y="7806247"/>
            <a:ext cx="6502400" cy="400110"/>
          </a:xfrm>
          <a:prstGeom prst="rect">
            <a:avLst/>
          </a:prstGeom>
          <a:noFill/>
        </p:spPr>
        <p:txBody>
          <a:bodyPr wrap="square">
            <a:spAutoFit/>
          </a:bodyPr>
          <a:lstStyle/>
          <a:p>
            <a:r>
              <a:rPr lang="en-CA" sz="2000" dirty="0"/>
              <a:t>https://www.youtube.com/watch?v=CBYhVcO4WgI</a:t>
            </a:r>
          </a:p>
        </p:txBody>
      </p:sp>
      <p:pic>
        <p:nvPicPr>
          <p:cNvPr id="11" name="Online Media 10" title="Lecture 1 - How to Start a Startup (Sam Altman, Dustin Moskovitz)">
            <a:hlinkClick r:id="" action="ppaction://media"/>
            <a:extLst>
              <a:ext uri="{FF2B5EF4-FFF2-40B4-BE49-F238E27FC236}">
                <a16:creationId xmlns:a16="http://schemas.microsoft.com/office/drawing/2014/main" id="{70024549-D1E0-1856-BACC-E05B5E76747E}"/>
              </a:ext>
            </a:extLst>
          </p:cNvPr>
          <p:cNvPicPr>
            <a:picLocks noRot="1" noChangeAspect="1"/>
          </p:cNvPicPr>
          <p:nvPr>
            <a:videoFile r:link="rId1"/>
          </p:nvPr>
        </p:nvPicPr>
        <p:blipFill>
          <a:blip r:embed="rId3"/>
          <a:stretch>
            <a:fillRect/>
          </a:stretch>
        </p:blipFill>
        <p:spPr>
          <a:xfrm>
            <a:off x="1600200" y="266700"/>
            <a:ext cx="13462000" cy="7606030"/>
          </a:xfrm>
          <a:prstGeom prst="rect">
            <a:avLst/>
          </a:prstGeom>
        </p:spPr>
      </p:pic>
    </p:spTree>
    <p:extLst>
      <p:ext uri="{BB962C8B-B14F-4D97-AF65-F5344CB8AC3E}">
        <p14:creationId xmlns:p14="http://schemas.microsoft.com/office/powerpoint/2010/main" val="3269226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D55B5C6-D70B-BCB0-8B20-8BB58DF6E776}"/>
              </a:ext>
            </a:extLst>
          </p:cNvPr>
          <p:cNvSpPr>
            <a:spLocks noGrp="1"/>
          </p:cNvSpPr>
          <p:nvPr>
            <p:ph type="title"/>
          </p:nvPr>
        </p:nvSpPr>
        <p:spPr/>
        <p:txBody>
          <a:bodyPr/>
          <a:lstStyle/>
          <a:p>
            <a:r>
              <a:rPr lang="en-CA" dirty="0"/>
              <a:t>Lean Canvas Recap</a:t>
            </a:r>
          </a:p>
        </p:txBody>
      </p:sp>
      <p:sp>
        <p:nvSpPr>
          <p:cNvPr id="7" name="Slide Number Placeholder 6">
            <a:extLst>
              <a:ext uri="{FF2B5EF4-FFF2-40B4-BE49-F238E27FC236}">
                <a16:creationId xmlns:a16="http://schemas.microsoft.com/office/drawing/2014/main" id="{643A0F60-8B02-2434-F217-7E97AE44780B}"/>
              </a:ext>
            </a:extLst>
          </p:cNvPr>
          <p:cNvSpPr>
            <a:spLocks noGrp="1"/>
          </p:cNvSpPr>
          <p:nvPr>
            <p:ph type="sldNum" sz="quarter" idx="4294967295"/>
          </p:nvPr>
        </p:nvSpPr>
        <p:spPr>
          <a:xfrm>
            <a:off x="0" y="8497888"/>
            <a:ext cx="530225" cy="485775"/>
          </a:xfrm>
        </p:spPr>
        <p:txBody>
          <a:bodyPr/>
          <a:lstStyle/>
          <a:p>
            <a:pPr marL="0" marR="0" lvl="0" indent="0" algn="l" defTabSz="781583" rtl="0" eaLnBrk="1" fontAlgn="auto" latinLnBrk="0" hangingPunct="1">
              <a:lnSpc>
                <a:spcPct val="100000"/>
              </a:lnSpc>
              <a:spcBef>
                <a:spcPts val="0"/>
              </a:spcBef>
              <a:spcAft>
                <a:spcPts val="0"/>
              </a:spcAft>
              <a:buClrTx/>
              <a:buSzTx/>
              <a:buFontTx/>
              <a:buNone/>
              <a:tabLst/>
              <a:defRPr/>
            </a:pPr>
            <a:fld id="{DEF3F5F5-7776-394F-A41F-3BAFC9CC9F8E}" type="slidenum">
              <a:rPr kumimoji="0" lang="en-US" sz="2100" b="1" i="0" u="none" strike="noStrike" kern="1200" cap="none" spc="0" normalizeH="0" baseline="0" noProof="0" smtClean="0">
                <a:ln>
                  <a:noFill/>
                </a:ln>
                <a:solidFill>
                  <a:srgbClr val="423F3F">
                    <a:tint val="75000"/>
                  </a:srgbClr>
                </a:solidFill>
                <a:effectLst/>
                <a:uLnTx/>
                <a:uFillTx/>
                <a:latin typeface="Arial"/>
                <a:ea typeface="+mn-ea"/>
                <a:cs typeface="+mn-cs"/>
              </a:rPr>
              <a:pPr marL="0" marR="0" lvl="0" indent="0" algn="l" defTabSz="781583" rtl="0" eaLnBrk="1" fontAlgn="auto" latinLnBrk="0" hangingPunct="1">
                <a:lnSpc>
                  <a:spcPct val="100000"/>
                </a:lnSpc>
                <a:spcBef>
                  <a:spcPts val="0"/>
                </a:spcBef>
                <a:spcAft>
                  <a:spcPts val="0"/>
                </a:spcAft>
                <a:buClrTx/>
                <a:buSzTx/>
                <a:buFontTx/>
                <a:buNone/>
                <a:tabLst/>
                <a:defRPr/>
              </a:pPr>
              <a:t>28</a:t>
            </a:fld>
            <a:endParaRPr kumimoji="0" lang="en-US" sz="2100" b="1" i="0" u="none" strike="noStrike" kern="1200" cap="none" spc="0" normalizeH="0" baseline="0" noProof="0" dirty="0">
              <a:ln>
                <a:noFill/>
              </a:ln>
              <a:solidFill>
                <a:srgbClr val="423F3F">
                  <a:tint val="75000"/>
                </a:srgbClr>
              </a:solidFill>
              <a:effectLst/>
              <a:uLnTx/>
              <a:uFillTx/>
              <a:latin typeface="Arial"/>
              <a:ea typeface="+mn-ea"/>
              <a:cs typeface="+mn-cs"/>
            </a:endParaRPr>
          </a:p>
        </p:txBody>
      </p:sp>
    </p:spTree>
    <p:extLst>
      <p:ext uri="{BB962C8B-B14F-4D97-AF65-F5344CB8AC3E}">
        <p14:creationId xmlns:p14="http://schemas.microsoft.com/office/powerpoint/2010/main" val="13203802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icrosoft Sans Serif" panose="020B0604020202020204" pitchFamily="34" charset="0"/>
                <a:cs typeface="Microsoft Sans Serif" panose="020B0604020202020204" pitchFamily="34" charset="0"/>
              </a:rPr>
              <a:t>Intro to the Lean Canvas</a:t>
            </a:r>
          </a:p>
        </p:txBody>
      </p:sp>
      <p:sp>
        <p:nvSpPr>
          <p:cNvPr id="7" name="Content Placeholder 6"/>
          <p:cNvSpPr>
            <a:spLocks noGrp="1"/>
          </p:cNvSpPr>
          <p:nvPr>
            <p:ph type="body" sz="quarter" idx="15"/>
          </p:nvPr>
        </p:nvSpPr>
        <p:spPr/>
        <p:txBody>
          <a:bodyPr>
            <a:normAutofit fontScale="55000" lnSpcReduction="20000"/>
          </a:bodyPr>
          <a:lstStyle/>
          <a:p>
            <a:r>
              <a:rPr lang="en-US" dirty="0"/>
              <a:t>The Lean Canvas visually presents the core assumptions for the main elements of a business:</a:t>
            </a:r>
          </a:p>
          <a:p>
            <a:pPr marL="1295368" lvl="1" indent="-685783">
              <a:buFont typeface="+mj-lt"/>
              <a:buAutoNum type="arabicPeriod"/>
            </a:pPr>
            <a:endParaRPr lang="en-US" dirty="0"/>
          </a:p>
          <a:p>
            <a:pPr marL="1295368" lvl="1" indent="-685783">
              <a:buFont typeface="+mj-lt"/>
              <a:buAutoNum type="arabicPeriod"/>
            </a:pPr>
            <a:r>
              <a:rPr lang="en-US" dirty="0"/>
              <a:t>Problem</a:t>
            </a:r>
          </a:p>
          <a:p>
            <a:pPr marL="1295368" lvl="1" indent="-685783">
              <a:buFont typeface="+mj-lt"/>
              <a:buAutoNum type="arabicPeriod"/>
            </a:pPr>
            <a:r>
              <a:rPr lang="en-US" dirty="0"/>
              <a:t>Solution</a:t>
            </a:r>
          </a:p>
          <a:p>
            <a:pPr marL="1295368" lvl="1" indent="-685783">
              <a:buFont typeface="+mj-lt"/>
              <a:buAutoNum type="arabicPeriod"/>
            </a:pPr>
            <a:r>
              <a:rPr lang="en-US" dirty="0"/>
              <a:t>Unique Value Proposition</a:t>
            </a:r>
          </a:p>
          <a:p>
            <a:pPr marL="1295368" lvl="1" indent="-685783">
              <a:buFont typeface="+mj-lt"/>
              <a:buAutoNum type="arabicPeriod"/>
            </a:pPr>
            <a:r>
              <a:rPr lang="en-US" dirty="0"/>
              <a:t>Unfair Advantage</a:t>
            </a:r>
          </a:p>
          <a:p>
            <a:pPr marL="1295368" lvl="1" indent="-685783">
              <a:buFont typeface="+mj-lt"/>
              <a:buAutoNum type="arabicPeriod"/>
            </a:pPr>
            <a:r>
              <a:rPr lang="en-US" dirty="0"/>
              <a:t>Customer Segments</a:t>
            </a:r>
          </a:p>
          <a:p>
            <a:pPr marL="1295368" lvl="1" indent="-685783">
              <a:buFont typeface="+mj-lt"/>
              <a:buAutoNum type="arabicPeriod"/>
            </a:pPr>
            <a:r>
              <a:rPr lang="en-US" dirty="0"/>
              <a:t>Existing Alternatives</a:t>
            </a:r>
          </a:p>
          <a:p>
            <a:pPr marL="1295368" lvl="1" indent="-685783">
              <a:buFont typeface="+mj-lt"/>
              <a:buAutoNum type="arabicPeriod"/>
            </a:pPr>
            <a:r>
              <a:rPr lang="en-US" dirty="0"/>
              <a:t>Key Metrics</a:t>
            </a:r>
          </a:p>
          <a:p>
            <a:pPr marL="1295368" lvl="1" indent="-685783">
              <a:buFont typeface="+mj-lt"/>
              <a:buAutoNum type="arabicPeriod"/>
            </a:pPr>
            <a:r>
              <a:rPr lang="en-US" dirty="0"/>
              <a:t>High Level Concept</a:t>
            </a:r>
          </a:p>
          <a:p>
            <a:pPr marL="1295368" lvl="1" indent="-685783">
              <a:buFont typeface="+mj-lt"/>
              <a:buAutoNum type="arabicPeriod"/>
            </a:pPr>
            <a:r>
              <a:rPr lang="en-US" dirty="0"/>
              <a:t>Channels</a:t>
            </a:r>
          </a:p>
          <a:p>
            <a:pPr marL="1295368" lvl="1" indent="-685783">
              <a:buFont typeface="+mj-lt"/>
              <a:buAutoNum type="arabicPeriod"/>
            </a:pPr>
            <a:r>
              <a:rPr lang="en-US" dirty="0"/>
              <a:t>Early Adopters</a:t>
            </a:r>
          </a:p>
          <a:p>
            <a:pPr marL="1295368" lvl="1" indent="-685783">
              <a:buFont typeface="+mj-lt"/>
              <a:buAutoNum type="arabicPeriod"/>
            </a:pPr>
            <a:r>
              <a:rPr lang="en-US" dirty="0"/>
              <a:t>Cost Structure</a:t>
            </a:r>
          </a:p>
          <a:p>
            <a:pPr marL="1295368" lvl="1" indent="-685783">
              <a:buFont typeface="+mj-lt"/>
              <a:buAutoNum type="arabicPeriod"/>
            </a:pPr>
            <a:r>
              <a:rPr lang="en-US" dirty="0"/>
              <a:t>Revenue Structure</a:t>
            </a:r>
          </a:p>
          <a:p>
            <a:pPr marL="1295368" lvl="1" indent="-685783">
              <a:buFont typeface="+mj-lt"/>
              <a:buAutoNum type="arabicPeriod"/>
            </a:pPr>
            <a:r>
              <a:rPr lang="en-US" dirty="0"/>
              <a:t>The Team</a:t>
            </a:r>
          </a:p>
          <a:p>
            <a:pPr marL="1295368" lvl="1" indent="-685783">
              <a:buFont typeface="+mj-lt"/>
              <a:buAutoNum type="arabicPeriod"/>
            </a:pPr>
            <a:r>
              <a:rPr lang="en-US" dirty="0"/>
              <a:t>Financing</a:t>
            </a:r>
          </a:p>
        </p:txBody>
      </p:sp>
      <p:sp>
        <p:nvSpPr>
          <p:cNvPr id="6" name="Slide Number Placeholder 5"/>
          <p:cNvSpPr>
            <a:spLocks noGrp="1"/>
          </p:cNvSpPr>
          <p:nvPr>
            <p:ph type="sldNum" sz="quarter" idx="19"/>
          </p:nvPr>
        </p:nvSpPr>
        <p:spPr/>
        <p:txBody>
          <a:bodyPr/>
          <a:lstStyle/>
          <a:p>
            <a:pPr marL="0" marR="0" lvl="0" indent="0" algn="l" defTabSz="781583" rtl="0" eaLnBrk="1" fontAlgn="auto" latinLnBrk="0" hangingPunct="1">
              <a:lnSpc>
                <a:spcPct val="100000"/>
              </a:lnSpc>
              <a:spcBef>
                <a:spcPts val="0"/>
              </a:spcBef>
              <a:spcAft>
                <a:spcPts val="0"/>
              </a:spcAft>
              <a:buClrTx/>
              <a:buSzTx/>
              <a:buFontTx/>
              <a:buNone/>
              <a:tabLst/>
              <a:defRPr/>
            </a:pPr>
            <a:fld id="{799AF5F7-841A-4D9A-ADCA-858CFC949EF0}" type="slidenum">
              <a:rPr kumimoji="0" lang="en-US" sz="2100" b="1" i="0" u="none" strike="noStrike" kern="1200" cap="none" spc="0" normalizeH="0" baseline="0" noProof="0" smtClean="0">
                <a:ln>
                  <a:noFill/>
                </a:ln>
                <a:solidFill>
                  <a:srgbClr val="A6C8BC"/>
                </a:solidFill>
                <a:effectLst/>
                <a:uLnTx/>
                <a:uFillTx/>
                <a:latin typeface="Arial"/>
                <a:ea typeface="+mn-ea"/>
                <a:cs typeface="+mn-cs"/>
              </a:rPr>
              <a:pPr marL="0" marR="0" lvl="0" indent="0" algn="l" defTabSz="781583" rtl="0" eaLnBrk="1" fontAlgn="auto" latinLnBrk="0" hangingPunct="1">
                <a:lnSpc>
                  <a:spcPct val="100000"/>
                </a:lnSpc>
                <a:spcBef>
                  <a:spcPts val="0"/>
                </a:spcBef>
                <a:spcAft>
                  <a:spcPts val="0"/>
                </a:spcAft>
                <a:buClrTx/>
                <a:buSzTx/>
                <a:buFontTx/>
                <a:buNone/>
                <a:tabLst/>
                <a:defRPr/>
              </a:pPr>
              <a:t>29</a:t>
            </a:fld>
            <a:endParaRPr kumimoji="0" lang="en-US" sz="2100" b="1" i="0" u="none" strike="noStrike" kern="1200" cap="none" spc="0" normalizeH="0" baseline="0" noProof="0">
              <a:ln>
                <a:noFill/>
              </a:ln>
              <a:solidFill>
                <a:srgbClr val="A6C8BC"/>
              </a:solidFill>
              <a:effectLst/>
              <a:uLnTx/>
              <a:uFillTx/>
              <a:latin typeface="Arial"/>
              <a:ea typeface="+mn-ea"/>
              <a:cs typeface="+mn-cs"/>
            </a:endParaRPr>
          </a:p>
        </p:txBody>
      </p:sp>
      <p:pic>
        <p:nvPicPr>
          <p:cNvPr id="8" name="Picture 7">
            <a:extLst>
              <a:ext uri="{FF2B5EF4-FFF2-40B4-BE49-F238E27FC236}">
                <a16:creationId xmlns:a16="http://schemas.microsoft.com/office/drawing/2014/main" id="{E8856013-D703-00D2-DCC1-6B3193C0208C}"/>
              </a:ext>
            </a:extLst>
          </p:cNvPr>
          <p:cNvPicPr>
            <a:picLocks noChangeAspect="1"/>
          </p:cNvPicPr>
          <p:nvPr/>
        </p:nvPicPr>
        <p:blipFill>
          <a:blip r:embed="rId2"/>
          <a:stretch>
            <a:fillRect/>
          </a:stretch>
        </p:blipFill>
        <p:spPr>
          <a:xfrm>
            <a:off x="7975356" y="2403819"/>
            <a:ext cx="7633765" cy="5131516"/>
          </a:xfrm>
          <a:prstGeom prst="rect">
            <a:avLst/>
          </a:prstGeom>
        </p:spPr>
      </p:pic>
    </p:spTree>
    <p:extLst>
      <p:ext uri="{BB962C8B-B14F-4D97-AF65-F5344CB8AC3E}">
        <p14:creationId xmlns:p14="http://schemas.microsoft.com/office/powerpoint/2010/main" val="39824185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icrosoft Sans Serif" panose="020B0604020202020204" pitchFamily="34" charset="0"/>
                <a:cs typeface="Microsoft Sans Serif" panose="020B0604020202020204" pitchFamily="34" charset="0"/>
              </a:rPr>
              <a:t>Lean Canvas – 1. Problem</a:t>
            </a:r>
          </a:p>
        </p:txBody>
      </p:sp>
      <p:sp>
        <p:nvSpPr>
          <p:cNvPr id="7" name="Content Placeholder 6"/>
          <p:cNvSpPr>
            <a:spLocks noGrp="1"/>
          </p:cNvSpPr>
          <p:nvPr>
            <p:ph type="body" sz="quarter" idx="15"/>
          </p:nvPr>
        </p:nvSpPr>
        <p:spPr/>
        <p:txBody>
          <a:bodyPr>
            <a:normAutofit/>
          </a:bodyPr>
          <a:lstStyle/>
          <a:p>
            <a:pPr algn="l"/>
            <a:r>
              <a:rPr lang="en-US" b="0" i="0" dirty="0">
                <a:solidFill>
                  <a:srgbClr val="4E4E4E"/>
                </a:solidFill>
                <a:effectLst/>
                <a:cs typeface="Prompt" panose="00000500000000000000" pitchFamily="2" charset="-34"/>
              </a:rPr>
              <a:t>If there’s no problem — there’s no business idea to solve it, simple as that. </a:t>
            </a:r>
          </a:p>
          <a:p>
            <a:pPr algn="l"/>
            <a:r>
              <a:rPr lang="en-US" dirty="0">
                <a:solidFill>
                  <a:srgbClr val="4E4E4E"/>
                </a:solidFill>
                <a:cs typeface="Prompt" panose="00000500000000000000" pitchFamily="2" charset="-34"/>
              </a:rPr>
              <a:t>Clearly d</a:t>
            </a:r>
            <a:r>
              <a:rPr lang="en-US" b="0" i="0" dirty="0">
                <a:solidFill>
                  <a:srgbClr val="4E4E4E"/>
                </a:solidFill>
                <a:effectLst/>
                <a:cs typeface="Prompt" panose="00000500000000000000" pitchFamily="2" charset="-34"/>
              </a:rPr>
              <a:t>escribe the problem you are trying to solve.</a:t>
            </a:r>
          </a:p>
          <a:p>
            <a:pPr algn="l"/>
            <a:r>
              <a:rPr lang="en-US" b="0" i="0" dirty="0">
                <a:solidFill>
                  <a:srgbClr val="4E4E4E"/>
                </a:solidFill>
                <a:effectLst/>
                <a:cs typeface="Prompt" panose="00000500000000000000" pitchFamily="2" charset="-34"/>
              </a:rPr>
              <a:t>One way: Toyota’s Why X 5 Analysis</a:t>
            </a:r>
          </a:p>
        </p:txBody>
      </p:sp>
      <p:sp>
        <p:nvSpPr>
          <p:cNvPr id="6" name="Slide Number Placeholder 5"/>
          <p:cNvSpPr>
            <a:spLocks noGrp="1"/>
          </p:cNvSpPr>
          <p:nvPr>
            <p:ph type="sldNum" sz="quarter" idx="19"/>
          </p:nvPr>
        </p:nvSpPr>
        <p:spPr/>
        <p:txBody>
          <a:bodyPr/>
          <a:lstStyle/>
          <a:p>
            <a:pPr marL="0" marR="0" lvl="0" indent="0" algn="l" defTabSz="781583" rtl="0" eaLnBrk="1" fontAlgn="auto" latinLnBrk="0" hangingPunct="1">
              <a:lnSpc>
                <a:spcPct val="100000"/>
              </a:lnSpc>
              <a:spcBef>
                <a:spcPts val="0"/>
              </a:spcBef>
              <a:spcAft>
                <a:spcPts val="0"/>
              </a:spcAft>
              <a:buClrTx/>
              <a:buSzTx/>
              <a:buFontTx/>
              <a:buNone/>
              <a:tabLst/>
              <a:defRPr/>
            </a:pPr>
            <a:fld id="{799AF5F7-841A-4D9A-ADCA-858CFC949EF0}" type="slidenum">
              <a:rPr kumimoji="0" lang="en-US" sz="2100" b="1" i="0" u="none" strike="noStrike" kern="1200" cap="none" spc="0" normalizeH="0" baseline="0" noProof="0" smtClean="0">
                <a:ln>
                  <a:noFill/>
                </a:ln>
                <a:solidFill>
                  <a:srgbClr val="A6C8BC"/>
                </a:solidFill>
                <a:effectLst/>
                <a:uLnTx/>
                <a:uFillTx/>
                <a:latin typeface="Arial"/>
                <a:ea typeface="+mn-ea"/>
                <a:cs typeface="+mn-cs"/>
              </a:rPr>
              <a:pPr marL="0" marR="0" lvl="0" indent="0" algn="l" defTabSz="781583" rtl="0" eaLnBrk="1" fontAlgn="auto" latinLnBrk="0" hangingPunct="1">
                <a:lnSpc>
                  <a:spcPct val="100000"/>
                </a:lnSpc>
                <a:spcBef>
                  <a:spcPts val="0"/>
                </a:spcBef>
                <a:spcAft>
                  <a:spcPts val="0"/>
                </a:spcAft>
                <a:buClrTx/>
                <a:buSzTx/>
                <a:buFontTx/>
                <a:buNone/>
                <a:tabLst/>
                <a:defRPr/>
              </a:pPr>
              <a:t>30</a:t>
            </a:fld>
            <a:endParaRPr kumimoji="0" lang="en-US" sz="2100" b="1" i="0" u="none" strike="noStrike" kern="1200" cap="none" spc="0" normalizeH="0" baseline="0" noProof="0">
              <a:ln>
                <a:noFill/>
              </a:ln>
              <a:solidFill>
                <a:srgbClr val="A6C8BC"/>
              </a:solidFill>
              <a:effectLst/>
              <a:uLnTx/>
              <a:uFillTx/>
              <a:latin typeface="Arial"/>
              <a:ea typeface="+mn-ea"/>
              <a:cs typeface="+mn-cs"/>
            </a:endParaRPr>
          </a:p>
        </p:txBody>
      </p:sp>
      <p:pic>
        <p:nvPicPr>
          <p:cNvPr id="1026" name="Picture 2" descr="Problem-Solving Process in 6 Steps - Potential.com">
            <a:extLst>
              <a:ext uri="{FF2B5EF4-FFF2-40B4-BE49-F238E27FC236}">
                <a16:creationId xmlns:a16="http://schemas.microsoft.com/office/drawing/2014/main" id="{5C4B60A2-DDFB-8706-5A5F-E6629D90C3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47296" y="2566791"/>
            <a:ext cx="7129633" cy="40104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3600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icrosoft Sans Serif" panose="020B0604020202020204" pitchFamily="34" charset="0"/>
                <a:cs typeface="Microsoft Sans Serif" panose="020B0604020202020204" pitchFamily="34" charset="0"/>
              </a:rPr>
              <a:t>Lean Canvas – 1. Problem</a:t>
            </a:r>
          </a:p>
        </p:txBody>
      </p:sp>
      <p:sp>
        <p:nvSpPr>
          <p:cNvPr id="7" name="Content Placeholder 6"/>
          <p:cNvSpPr>
            <a:spLocks noGrp="1"/>
          </p:cNvSpPr>
          <p:nvPr>
            <p:ph type="body" sz="quarter" idx="15"/>
          </p:nvPr>
        </p:nvSpPr>
        <p:spPr/>
        <p:txBody>
          <a:bodyPr>
            <a:normAutofit fontScale="62500" lnSpcReduction="20000"/>
          </a:bodyPr>
          <a:lstStyle/>
          <a:p>
            <a:pPr algn="l"/>
            <a:r>
              <a:rPr lang="en-US" sz="3067" dirty="0">
                <a:solidFill>
                  <a:srgbClr val="4E4E4E"/>
                </a:solidFill>
                <a:cs typeface="Prompt" panose="00000500000000000000" pitchFamily="2" charset="-34"/>
              </a:rPr>
              <a:t>Example </a:t>
            </a:r>
            <a:r>
              <a:rPr lang="en-US" sz="3067" dirty="0" err="1">
                <a:solidFill>
                  <a:srgbClr val="4E4E4E"/>
                </a:solidFill>
                <a:cs typeface="Prompt" panose="00000500000000000000" pitchFamily="2" charset="-34"/>
                <a:hlinkClick r:id="rId2">
                  <a:extLst>
                    <a:ext uri="{A12FA001-AC4F-418D-AE19-62706E023703}">
                      <ahyp:hlinkClr xmlns:ahyp="http://schemas.microsoft.com/office/drawing/2018/hyperlinkcolor" val="tx"/>
                    </a:ext>
                  </a:extLst>
                </a:hlinkClick>
              </a:rPr>
              <a:t>Scoob</a:t>
            </a:r>
            <a:r>
              <a:rPr lang="en-US" sz="3067" dirty="0">
                <a:solidFill>
                  <a:srgbClr val="4E4E4E"/>
                </a:solidFill>
                <a:cs typeface="Prompt" panose="00000500000000000000" pitchFamily="2" charset="-34"/>
                <a:hlinkClick r:id="rId2">
                  <a:extLst>
                    <a:ext uri="{A12FA001-AC4F-418D-AE19-62706E023703}">
                      <ahyp:hlinkClr xmlns:ahyp="http://schemas.microsoft.com/office/drawing/2018/hyperlinkcolor" val="tx"/>
                    </a:ext>
                  </a:extLst>
                </a:hlinkClick>
              </a:rPr>
              <a:t>-e,</a:t>
            </a:r>
            <a:r>
              <a:rPr lang="en-US" sz="3067" dirty="0">
                <a:solidFill>
                  <a:srgbClr val="4E4E4E"/>
                </a:solidFill>
                <a:cs typeface="Prompt" panose="00000500000000000000" pitchFamily="2" charset="-34"/>
              </a:rPr>
              <a:t> an e-bike renting app in Vienna. Start with Why?</a:t>
            </a:r>
            <a:r>
              <a:rPr lang="en-US" b="0" i="0" dirty="0">
                <a:solidFill>
                  <a:srgbClr val="4E4E4E"/>
                </a:solidFill>
                <a:effectLst/>
                <a:cs typeface="Prompt" panose="00000500000000000000" pitchFamily="2" charset="-34"/>
              </a:rPr>
              <a:t> </a:t>
            </a:r>
          </a:p>
          <a:p>
            <a:pPr marL="609585" indent="-609585">
              <a:buFont typeface="+mj-lt"/>
              <a:buAutoNum type="arabicPeriod"/>
            </a:pPr>
            <a:r>
              <a:rPr lang="en-US" b="0" i="0" dirty="0">
                <a:solidFill>
                  <a:srgbClr val="4E4E4E"/>
                </a:solidFill>
                <a:effectLst/>
                <a:cs typeface="Prompt" panose="00000500000000000000" pitchFamily="2" charset="-34"/>
              </a:rPr>
              <a:t>It’s hard to move around in Vienna. But if we continue using the ‘Why?’ technique we might get to the following problems:</a:t>
            </a:r>
          </a:p>
          <a:p>
            <a:pPr marL="609585" indent="-609585">
              <a:buFont typeface="+mj-lt"/>
              <a:buAutoNum type="arabicPeriod"/>
            </a:pPr>
            <a:r>
              <a:rPr lang="en-US" b="0" i="0" dirty="0">
                <a:solidFill>
                  <a:srgbClr val="4E4E4E"/>
                </a:solidFill>
                <a:effectLst/>
                <a:cs typeface="Prompt" panose="00000500000000000000" pitchFamily="2" charset="-34"/>
              </a:rPr>
              <a:t>There are traffic jams if you use a car. People don’t want to stay in traffic jams.</a:t>
            </a:r>
          </a:p>
          <a:p>
            <a:pPr marL="609585" indent="-609585">
              <a:buFont typeface="+mj-lt"/>
              <a:buAutoNum type="arabicPeriod"/>
            </a:pPr>
            <a:r>
              <a:rPr lang="en-US" b="0" i="0" dirty="0">
                <a:solidFill>
                  <a:srgbClr val="4E4E4E"/>
                </a:solidFill>
                <a:effectLst/>
                <a:cs typeface="Prompt" panose="00000500000000000000" pitchFamily="2" charset="-34"/>
              </a:rPr>
              <a:t>It’s not easy to park your car in the city center. Finding a parking spot is a nuisance.</a:t>
            </a:r>
          </a:p>
          <a:p>
            <a:pPr marL="609585" indent="-609585">
              <a:buFont typeface="+mj-lt"/>
              <a:buAutoNum type="arabicPeriod"/>
            </a:pPr>
            <a:r>
              <a:rPr lang="en-US" b="0" i="0" dirty="0">
                <a:solidFill>
                  <a:srgbClr val="4E4E4E"/>
                </a:solidFill>
                <a:effectLst/>
                <a:cs typeface="Prompt" panose="00000500000000000000" pitchFamily="2" charset="-34"/>
              </a:rPr>
              <a:t>Public transport picks you up at certain spots, at certain times. Who wants to wait?</a:t>
            </a:r>
          </a:p>
          <a:p>
            <a:pPr marL="609585" indent="-609585">
              <a:buFont typeface="+mj-lt"/>
              <a:buAutoNum type="arabicPeriod"/>
            </a:pPr>
            <a:r>
              <a:rPr lang="en-US" b="0" i="0" dirty="0">
                <a:solidFill>
                  <a:srgbClr val="4E4E4E"/>
                </a:solidFill>
                <a:effectLst/>
                <a:cs typeface="Prompt" panose="00000500000000000000" pitchFamily="2" charset="-34"/>
              </a:rPr>
              <a:t>Most cars aren’t eco-friendly.</a:t>
            </a:r>
          </a:p>
          <a:p>
            <a:pPr algn="l"/>
            <a:r>
              <a:rPr lang="en-US" b="0" i="0" dirty="0">
                <a:solidFill>
                  <a:srgbClr val="4E4E4E"/>
                </a:solidFill>
                <a:effectLst/>
                <a:cs typeface="Prompt" panose="00000500000000000000" pitchFamily="2" charset="-34"/>
              </a:rPr>
              <a:t>In the end, you’ll get the core problems that your prospects face.</a:t>
            </a:r>
          </a:p>
        </p:txBody>
      </p:sp>
      <p:sp>
        <p:nvSpPr>
          <p:cNvPr id="6" name="Slide Number Placeholder 5"/>
          <p:cNvSpPr>
            <a:spLocks noGrp="1"/>
          </p:cNvSpPr>
          <p:nvPr>
            <p:ph type="sldNum" sz="quarter" idx="19"/>
          </p:nvPr>
        </p:nvSpPr>
        <p:spPr/>
        <p:txBody>
          <a:bodyPr/>
          <a:lstStyle/>
          <a:p>
            <a:pPr marL="0" marR="0" lvl="0" indent="0" algn="l" defTabSz="781583" rtl="0" eaLnBrk="1" fontAlgn="auto" latinLnBrk="0" hangingPunct="1">
              <a:lnSpc>
                <a:spcPct val="100000"/>
              </a:lnSpc>
              <a:spcBef>
                <a:spcPts val="0"/>
              </a:spcBef>
              <a:spcAft>
                <a:spcPts val="0"/>
              </a:spcAft>
              <a:buClrTx/>
              <a:buSzTx/>
              <a:buFontTx/>
              <a:buNone/>
              <a:tabLst/>
              <a:defRPr/>
            </a:pPr>
            <a:fld id="{799AF5F7-841A-4D9A-ADCA-858CFC949EF0}" type="slidenum">
              <a:rPr kumimoji="0" lang="en-US" sz="2100" b="1" i="0" u="none" strike="noStrike" kern="1200" cap="none" spc="0" normalizeH="0" baseline="0" noProof="0" smtClean="0">
                <a:ln>
                  <a:noFill/>
                </a:ln>
                <a:solidFill>
                  <a:srgbClr val="A6C8BC"/>
                </a:solidFill>
                <a:effectLst/>
                <a:uLnTx/>
                <a:uFillTx/>
                <a:latin typeface="Arial"/>
                <a:ea typeface="+mn-ea"/>
                <a:cs typeface="+mn-cs"/>
              </a:rPr>
              <a:pPr marL="0" marR="0" lvl="0" indent="0" algn="l" defTabSz="781583" rtl="0" eaLnBrk="1" fontAlgn="auto" latinLnBrk="0" hangingPunct="1">
                <a:lnSpc>
                  <a:spcPct val="100000"/>
                </a:lnSpc>
                <a:spcBef>
                  <a:spcPts val="0"/>
                </a:spcBef>
                <a:spcAft>
                  <a:spcPts val="0"/>
                </a:spcAft>
                <a:buClrTx/>
                <a:buSzTx/>
                <a:buFontTx/>
                <a:buNone/>
                <a:tabLst/>
                <a:defRPr/>
              </a:pPr>
              <a:t>31</a:t>
            </a:fld>
            <a:endParaRPr kumimoji="0" lang="en-US" sz="2100" b="1" i="0" u="none" strike="noStrike" kern="1200" cap="none" spc="0" normalizeH="0" baseline="0" noProof="0">
              <a:ln>
                <a:noFill/>
              </a:ln>
              <a:solidFill>
                <a:srgbClr val="A6C8BC"/>
              </a:solidFill>
              <a:effectLst/>
              <a:uLnTx/>
              <a:uFillTx/>
              <a:latin typeface="Arial"/>
              <a:ea typeface="+mn-ea"/>
              <a:cs typeface="+mn-cs"/>
            </a:endParaRPr>
          </a:p>
        </p:txBody>
      </p:sp>
      <p:pic>
        <p:nvPicPr>
          <p:cNvPr id="4" name="Picture 3">
            <a:extLst>
              <a:ext uri="{FF2B5EF4-FFF2-40B4-BE49-F238E27FC236}">
                <a16:creationId xmlns:a16="http://schemas.microsoft.com/office/drawing/2014/main" id="{BE801DBB-360E-E2AF-7CDC-AE4D3D646358}"/>
              </a:ext>
            </a:extLst>
          </p:cNvPr>
          <p:cNvPicPr>
            <a:picLocks noChangeAspect="1"/>
          </p:cNvPicPr>
          <p:nvPr/>
        </p:nvPicPr>
        <p:blipFill>
          <a:blip r:embed="rId3"/>
          <a:stretch>
            <a:fillRect/>
          </a:stretch>
        </p:blipFill>
        <p:spPr>
          <a:xfrm>
            <a:off x="8282236" y="2747119"/>
            <a:ext cx="7778815" cy="3008140"/>
          </a:xfrm>
          <a:prstGeom prst="rect">
            <a:avLst/>
          </a:prstGeom>
        </p:spPr>
      </p:pic>
    </p:spTree>
    <p:extLst>
      <p:ext uri="{BB962C8B-B14F-4D97-AF65-F5344CB8AC3E}">
        <p14:creationId xmlns:p14="http://schemas.microsoft.com/office/powerpoint/2010/main" val="24384562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icrosoft Sans Serif" panose="020B0604020202020204" pitchFamily="34" charset="0"/>
                <a:cs typeface="Microsoft Sans Serif" panose="020B0604020202020204" pitchFamily="34" charset="0"/>
              </a:rPr>
              <a:t>Lean Canvas – 2. Solution</a:t>
            </a:r>
          </a:p>
        </p:txBody>
      </p:sp>
      <p:sp>
        <p:nvSpPr>
          <p:cNvPr id="7" name="Content Placeholder 6"/>
          <p:cNvSpPr>
            <a:spLocks noGrp="1"/>
          </p:cNvSpPr>
          <p:nvPr>
            <p:ph type="body" sz="quarter" idx="15"/>
          </p:nvPr>
        </p:nvSpPr>
        <p:spPr/>
        <p:txBody>
          <a:bodyPr>
            <a:normAutofit/>
          </a:bodyPr>
          <a:lstStyle/>
          <a:p>
            <a:pPr algn="l"/>
            <a:r>
              <a:rPr lang="en-US" b="0" i="0" dirty="0">
                <a:solidFill>
                  <a:srgbClr val="4E4E4E"/>
                </a:solidFill>
                <a:effectLst/>
                <a:cs typeface="Prompt" panose="00000500000000000000" pitchFamily="2" charset="-34"/>
              </a:rPr>
              <a:t>Review the Problems</a:t>
            </a:r>
            <a:r>
              <a:rPr lang="en-US" dirty="0">
                <a:solidFill>
                  <a:srgbClr val="4E4E4E"/>
                </a:solidFill>
                <a:cs typeface="Prompt" panose="00000500000000000000" pitchFamily="2" charset="-34"/>
              </a:rPr>
              <a:t> box</a:t>
            </a:r>
            <a:r>
              <a:rPr lang="en-US" b="0" i="0" dirty="0">
                <a:solidFill>
                  <a:srgbClr val="4E4E4E"/>
                </a:solidFill>
                <a:effectLst/>
                <a:cs typeface="Prompt" panose="00000500000000000000" pitchFamily="2" charset="-34"/>
              </a:rPr>
              <a:t>. What is your solution to the problem? </a:t>
            </a:r>
          </a:p>
          <a:p>
            <a:pPr algn="l"/>
            <a:r>
              <a:rPr lang="en-US" dirty="0">
                <a:solidFill>
                  <a:srgbClr val="4E4E4E"/>
                </a:solidFill>
                <a:cs typeface="Prompt" panose="00000500000000000000" pitchFamily="2" charset="-34"/>
              </a:rPr>
              <a:t>Need ideas/clarifications/refining?</a:t>
            </a:r>
          </a:p>
          <a:p>
            <a:pPr marL="457189" indent="-457189">
              <a:buFont typeface="Arial" panose="020B0604020202020204" pitchFamily="34" charset="0"/>
              <a:buChar char="•"/>
            </a:pPr>
            <a:r>
              <a:rPr lang="en-US" b="0" i="0" dirty="0">
                <a:solidFill>
                  <a:srgbClr val="4E4E4E"/>
                </a:solidFill>
                <a:effectLst/>
                <a:cs typeface="Prompt" panose="00000500000000000000" pitchFamily="2" charset="-34"/>
              </a:rPr>
              <a:t>Share your Lean Canvas Problems and drafts with colleagues</a:t>
            </a:r>
          </a:p>
          <a:p>
            <a:pPr marL="457189" indent="-457189">
              <a:buFont typeface="Arial" panose="020B0604020202020204" pitchFamily="34" charset="0"/>
              <a:buChar char="•"/>
            </a:pPr>
            <a:r>
              <a:rPr lang="en-US" dirty="0">
                <a:solidFill>
                  <a:srgbClr val="4E4E4E"/>
                </a:solidFill>
                <a:cs typeface="Prompt" panose="00000500000000000000" pitchFamily="2" charset="-34"/>
              </a:rPr>
              <a:t>I</a:t>
            </a:r>
            <a:r>
              <a:rPr lang="en-US" b="0" i="0" dirty="0">
                <a:solidFill>
                  <a:srgbClr val="4E4E4E"/>
                </a:solidFill>
                <a:effectLst/>
                <a:cs typeface="Prompt" panose="00000500000000000000" pitchFamily="2" charset="-34"/>
              </a:rPr>
              <a:t>nterview your target audience and find out their take</a:t>
            </a:r>
          </a:p>
          <a:p>
            <a:pPr marL="457189" indent="-457189">
              <a:buFont typeface="Arial" panose="020B0604020202020204" pitchFamily="34" charset="0"/>
              <a:buChar char="•"/>
            </a:pPr>
            <a:r>
              <a:rPr lang="en-US" dirty="0">
                <a:solidFill>
                  <a:srgbClr val="4E4E4E"/>
                </a:solidFill>
                <a:cs typeface="Prompt" panose="00000500000000000000" pitchFamily="2" charset="-34"/>
              </a:rPr>
              <a:t>Research on Web</a:t>
            </a:r>
            <a:endParaRPr lang="en-US" b="0" i="0" dirty="0">
              <a:solidFill>
                <a:srgbClr val="4E4E4E"/>
              </a:solidFill>
              <a:effectLst/>
              <a:cs typeface="Prompt" panose="00000500000000000000" pitchFamily="2" charset="-34"/>
            </a:endParaRPr>
          </a:p>
        </p:txBody>
      </p:sp>
      <p:sp>
        <p:nvSpPr>
          <p:cNvPr id="6" name="Slide Number Placeholder 5"/>
          <p:cNvSpPr>
            <a:spLocks noGrp="1"/>
          </p:cNvSpPr>
          <p:nvPr>
            <p:ph type="sldNum" sz="quarter" idx="19"/>
          </p:nvPr>
        </p:nvSpPr>
        <p:spPr/>
        <p:txBody>
          <a:bodyPr/>
          <a:lstStyle/>
          <a:p>
            <a:pPr marL="0" marR="0" lvl="0" indent="0" algn="l" defTabSz="781583" rtl="0" eaLnBrk="1" fontAlgn="auto" latinLnBrk="0" hangingPunct="1">
              <a:lnSpc>
                <a:spcPct val="100000"/>
              </a:lnSpc>
              <a:spcBef>
                <a:spcPts val="0"/>
              </a:spcBef>
              <a:spcAft>
                <a:spcPts val="0"/>
              </a:spcAft>
              <a:buClrTx/>
              <a:buSzTx/>
              <a:buFontTx/>
              <a:buNone/>
              <a:tabLst/>
              <a:defRPr/>
            </a:pPr>
            <a:fld id="{799AF5F7-841A-4D9A-ADCA-858CFC949EF0}" type="slidenum">
              <a:rPr kumimoji="0" lang="en-US" sz="2100" b="1" i="0" u="none" strike="noStrike" kern="1200" cap="none" spc="0" normalizeH="0" baseline="0" noProof="0" smtClean="0">
                <a:ln>
                  <a:noFill/>
                </a:ln>
                <a:solidFill>
                  <a:srgbClr val="A6C8BC"/>
                </a:solidFill>
                <a:effectLst/>
                <a:uLnTx/>
                <a:uFillTx/>
                <a:latin typeface="Arial"/>
                <a:ea typeface="+mn-ea"/>
                <a:cs typeface="+mn-cs"/>
              </a:rPr>
              <a:pPr marL="0" marR="0" lvl="0" indent="0" algn="l" defTabSz="781583" rtl="0" eaLnBrk="1" fontAlgn="auto" latinLnBrk="0" hangingPunct="1">
                <a:lnSpc>
                  <a:spcPct val="100000"/>
                </a:lnSpc>
                <a:spcBef>
                  <a:spcPts val="0"/>
                </a:spcBef>
                <a:spcAft>
                  <a:spcPts val="0"/>
                </a:spcAft>
                <a:buClrTx/>
                <a:buSzTx/>
                <a:buFontTx/>
                <a:buNone/>
                <a:tabLst/>
                <a:defRPr/>
              </a:pPr>
              <a:t>32</a:t>
            </a:fld>
            <a:endParaRPr kumimoji="0" lang="en-US" sz="2100" b="1" i="0" u="none" strike="noStrike" kern="1200" cap="none" spc="0" normalizeH="0" baseline="0" noProof="0">
              <a:ln>
                <a:noFill/>
              </a:ln>
              <a:solidFill>
                <a:srgbClr val="A6C8BC"/>
              </a:solidFill>
              <a:effectLst/>
              <a:uLnTx/>
              <a:uFillTx/>
              <a:latin typeface="Arial"/>
              <a:ea typeface="+mn-ea"/>
              <a:cs typeface="+mn-cs"/>
            </a:endParaRPr>
          </a:p>
        </p:txBody>
      </p:sp>
      <p:pic>
        <p:nvPicPr>
          <p:cNvPr id="2050" name="Picture 2" descr="How to find a best fitting IT solution for your lending business? |  BankingHub">
            <a:extLst>
              <a:ext uri="{FF2B5EF4-FFF2-40B4-BE49-F238E27FC236}">
                <a16:creationId xmlns:a16="http://schemas.microsoft.com/office/drawing/2014/main" id="{790FDC9F-B8B6-DB27-29A3-DAEC8D1F36FC}"/>
              </a:ext>
            </a:extLst>
          </p:cNvPr>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282235" y="1849006"/>
            <a:ext cx="7408347" cy="49597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94657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3596" y="768366"/>
            <a:ext cx="12860996" cy="1335973"/>
          </a:xfrm>
        </p:spPr>
        <p:txBody>
          <a:bodyPr/>
          <a:lstStyle/>
          <a:p>
            <a:r>
              <a:rPr lang="en-US" dirty="0">
                <a:latin typeface="Microsoft Sans Serif" panose="020B0604020202020204" pitchFamily="34" charset="0"/>
                <a:cs typeface="Microsoft Sans Serif" panose="020B0604020202020204" pitchFamily="34" charset="0"/>
              </a:rPr>
              <a:t>Lean Canvas – 3. Unique Value Proposition</a:t>
            </a:r>
          </a:p>
        </p:txBody>
      </p:sp>
      <p:sp>
        <p:nvSpPr>
          <p:cNvPr id="7" name="Content Placeholder 6"/>
          <p:cNvSpPr>
            <a:spLocks noGrp="1"/>
          </p:cNvSpPr>
          <p:nvPr>
            <p:ph type="body" sz="quarter" idx="15"/>
          </p:nvPr>
        </p:nvSpPr>
        <p:spPr/>
        <p:txBody>
          <a:bodyPr>
            <a:normAutofit fontScale="77500" lnSpcReduction="20000"/>
          </a:bodyPr>
          <a:lstStyle/>
          <a:p>
            <a:pPr algn="l"/>
            <a:r>
              <a:rPr lang="en-US" i="0" dirty="0">
                <a:solidFill>
                  <a:srgbClr val="343434"/>
                </a:solidFill>
                <a:effectLst/>
                <a:cs typeface="Prompt" panose="00000500000000000000" pitchFamily="2" charset="-34"/>
              </a:rPr>
              <a:t>Establish a clear understanding of who your product is for and why users should choose your company instead of your competitors.</a:t>
            </a:r>
          </a:p>
          <a:p>
            <a:pPr algn="l"/>
            <a:r>
              <a:rPr lang="en-US" i="0" dirty="0">
                <a:solidFill>
                  <a:srgbClr val="343434"/>
                </a:solidFill>
                <a:effectLst/>
                <a:cs typeface="Prompt" panose="00000500000000000000" pitchFamily="2" charset="-34"/>
              </a:rPr>
              <a:t>The word ‘unique’ is here for a reason. Your value proposition needs to stand out. There are so many companies on the market, you either get noticed or go home. There are three components to your UVP:</a:t>
            </a:r>
          </a:p>
          <a:p>
            <a:pPr marL="609585" indent="-609585">
              <a:buFont typeface="+mj-lt"/>
              <a:buAutoNum type="arabicPeriod"/>
            </a:pPr>
            <a:r>
              <a:rPr lang="en-US" i="0" dirty="0">
                <a:solidFill>
                  <a:srgbClr val="343434"/>
                </a:solidFill>
                <a:effectLst/>
                <a:cs typeface="Prompt" panose="00000500000000000000" pitchFamily="2" charset="-34"/>
              </a:rPr>
              <a:t>Who is this product for?</a:t>
            </a:r>
          </a:p>
          <a:p>
            <a:pPr marL="609585" indent="-609585">
              <a:buFont typeface="+mj-lt"/>
              <a:buAutoNum type="arabicPeriod"/>
            </a:pPr>
            <a:r>
              <a:rPr lang="en-US" i="0" dirty="0">
                <a:solidFill>
                  <a:srgbClr val="343434"/>
                </a:solidFill>
                <a:effectLst/>
                <a:cs typeface="Prompt" panose="00000500000000000000" pitchFamily="2" charset="-34"/>
              </a:rPr>
              <a:t>What is the clear benefit?</a:t>
            </a:r>
          </a:p>
          <a:p>
            <a:pPr marL="609585" indent="-609585">
              <a:buFont typeface="+mj-lt"/>
              <a:buAutoNum type="arabicPeriod"/>
            </a:pPr>
            <a:r>
              <a:rPr lang="en-US" i="0" dirty="0">
                <a:solidFill>
                  <a:srgbClr val="343434"/>
                </a:solidFill>
                <a:effectLst/>
                <a:cs typeface="Prompt" panose="00000500000000000000" pitchFamily="2" charset="-34"/>
              </a:rPr>
              <a:t>Why should they choose you instead of the others?</a:t>
            </a:r>
          </a:p>
        </p:txBody>
      </p:sp>
      <p:sp>
        <p:nvSpPr>
          <p:cNvPr id="6" name="Slide Number Placeholder 5"/>
          <p:cNvSpPr>
            <a:spLocks noGrp="1"/>
          </p:cNvSpPr>
          <p:nvPr>
            <p:ph type="sldNum" sz="quarter" idx="19"/>
          </p:nvPr>
        </p:nvSpPr>
        <p:spPr/>
        <p:txBody>
          <a:bodyPr/>
          <a:lstStyle/>
          <a:p>
            <a:pPr marL="0" marR="0" lvl="0" indent="0" algn="l" defTabSz="781583" rtl="0" eaLnBrk="1" fontAlgn="auto" latinLnBrk="0" hangingPunct="1">
              <a:lnSpc>
                <a:spcPct val="100000"/>
              </a:lnSpc>
              <a:spcBef>
                <a:spcPts val="0"/>
              </a:spcBef>
              <a:spcAft>
                <a:spcPts val="0"/>
              </a:spcAft>
              <a:buClrTx/>
              <a:buSzTx/>
              <a:buFontTx/>
              <a:buNone/>
              <a:tabLst/>
              <a:defRPr/>
            </a:pPr>
            <a:fld id="{799AF5F7-841A-4D9A-ADCA-858CFC949EF0}" type="slidenum">
              <a:rPr kumimoji="0" lang="en-US" sz="2100" b="1" i="0" u="none" strike="noStrike" kern="1200" cap="none" spc="0" normalizeH="0" baseline="0" noProof="0" smtClean="0">
                <a:ln>
                  <a:noFill/>
                </a:ln>
                <a:solidFill>
                  <a:srgbClr val="A6C8BC"/>
                </a:solidFill>
                <a:effectLst/>
                <a:uLnTx/>
                <a:uFillTx/>
                <a:latin typeface="Arial"/>
                <a:ea typeface="+mn-ea"/>
                <a:cs typeface="+mn-cs"/>
              </a:rPr>
              <a:pPr marL="0" marR="0" lvl="0" indent="0" algn="l" defTabSz="781583" rtl="0" eaLnBrk="1" fontAlgn="auto" latinLnBrk="0" hangingPunct="1">
                <a:lnSpc>
                  <a:spcPct val="100000"/>
                </a:lnSpc>
                <a:spcBef>
                  <a:spcPts val="0"/>
                </a:spcBef>
                <a:spcAft>
                  <a:spcPts val="0"/>
                </a:spcAft>
                <a:buClrTx/>
                <a:buSzTx/>
                <a:buFontTx/>
                <a:buNone/>
                <a:tabLst/>
                <a:defRPr/>
              </a:pPr>
              <a:t>33</a:t>
            </a:fld>
            <a:endParaRPr kumimoji="0" lang="en-US" sz="2100" b="1" i="0" u="none" strike="noStrike" kern="1200" cap="none" spc="0" normalizeH="0" baseline="0" noProof="0">
              <a:ln>
                <a:noFill/>
              </a:ln>
              <a:solidFill>
                <a:srgbClr val="A6C8BC"/>
              </a:solidFill>
              <a:effectLst/>
              <a:uLnTx/>
              <a:uFillTx/>
              <a:latin typeface="Arial"/>
              <a:ea typeface="+mn-ea"/>
              <a:cs typeface="+mn-cs"/>
            </a:endParaRPr>
          </a:p>
        </p:txBody>
      </p:sp>
      <p:pic>
        <p:nvPicPr>
          <p:cNvPr id="4098" name="Picture 2" descr="Unique Value Proposition | What It Is, How to Find Yours, &amp; More">
            <a:extLst>
              <a:ext uri="{FF2B5EF4-FFF2-40B4-BE49-F238E27FC236}">
                <a16:creationId xmlns:a16="http://schemas.microsoft.com/office/drawing/2014/main" id="{4D14E4AD-3D07-F353-A629-C7C771D465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19919" y="2553566"/>
            <a:ext cx="7176656" cy="40368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98149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3596" y="768366"/>
            <a:ext cx="12951905" cy="1335973"/>
          </a:xfrm>
        </p:spPr>
        <p:txBody>
          <a:bodyPr/>
          <a:lstStyle/>
          <a:p>
            <a:r>
              <a:rPr lang="en-US" dirty="0">
                <a:latin typeface="Microsoft Sans Serif" panose="020B0604020202020204" pitchFamily="34" charset="0"/>
                <a:cs typeface="Microsoft Sans Serif" panose="020B0604020202020204" pitchFamily="34" charset="0"/>
              </a:rPr>
              <a:t>Lean Canvas – 3. Unique Value Proposition</a:t>
            </a:r>
          </a:p>
        </p:txBody>
      </p:sp>
      <p:sp>
        <p:nvSpPr>
          <p:cNvPr id="6" name="Slide Number Placeholder 5"/>
          <p:cNvSpPr>
            <a:spLocks noGrp="1"/>
          </p:cNvSpPr>
          <p:nvPr>
            <p:ph type="sldNum" sz="quarter" idx="19"/>
          </p:nvPr>
        </p:nvSpPr>
        <p:spPr/>
        <p:txBody>
          <a:bodyPr/>
          <a:lstStyle/>
          <a:p>
            <a:pPr marL="0" marR="0" lvl="0" indent="0" algn="l" defTabSz="781583" rtl="0" eaLnBrk="1" fontAlgn="auto" latinLnBrk="0" hangingPunct="1">
              <a:lnSpc>
                <a:spcPct val="100000"/>
              </a:lnSpc>
              <a:spcBef>
                <a:spcPts val="0"/>
              </a:spcBef>
              <a:spcAft>
                <a:spcPts val="0"/>
              </a:spcAft>
              <a:buClrTx/>
              <a:buSzTx/>
              <a:buFontTx/>
              <a:buNone/>
              <a:tabLst/>
              <a:defRPr/>
            </a:pPr>
            <a:fld id="{799AF5F7-841A-4D9A-ADCA-858CFC949EF0}" type="slidenum">
              <a:rPr kumimoji="0" lang="en-US" sz="2100" b="1" i="0" u="none" strike="noStrike" kern="1200" cap="none" spc="0" normalizeH="0" baseline="0" noProof="0" smtClean="0">
                <a:ln>
                  <a:noFill/>
                </a:ln>
                <a:solidFill>
                  <a:srgbClr val="A6C8BC"/>
                </a:solidFill>
                <a:effectLst/>
                <a:uLnTx/>
                <a:uFillTx/>
                <a:latin typeface="Arial"/>
                <a:ea typeface="+mn-ea"/>
                <a:cs typeface="+mn-cs"/>
              </a:rPr>
              <a:pPr marL="0" marR="0" lvl="0" indent="0" algn="l" defTabSz="781583" rtl="0" eaLnBrk="1" fontAlgn="auto" latinLnBrk="0" hangingPunct="1">
                <a:lnSpc>
                  <a:spcPct val="100000"/>
                </a:lnSpc>
                <a:spcBef>
                  <a:spcPts val="0"/>
                </a:spcBef>
                <a:spcAft>
                  <a:spcPts val="0"/>
                </a:spcAft>
                <a:buClrTx/>
                <a:buSzTx/>
                <a:buFontTx/>
                <a:buNone/>
                <a:tabLst/>
                <a:defRPr/>
              </a:pPr>
              <a:t>34</a:t>
            </a:fld>
            <a:endParaRPr kumimoji="0" lang="en-US" sz="2100" b="1" i="0" u="none" strike="noStrike" kern="1200" cap="none" spc="0" normalizeH="0" baseline="0" noProof="0">
              <a:ln>
                <a:noFill/>
              </a:ln>
              <a:solidFill>
                <a:srgbClr val="A6C8BC"/>
              </a:solidFill>
              <a:effectLst/>
              <a:uLnTx/>
              <a:uFillTx/>
              <a:latin typeface="Arial"/>
              <a:ea typeface="+mn-ea"/>
              <a:cs typeface="+mn-cs"/>
            </a:endParaRPr>
          </a:p>
        </p:txBody>
      </p:sp>
      <p:pic>
        <p:nvPicPr>
          <p:cNvPr id="8" name="Picture 2" descr="Here is an example of Uber’s UVP.">
            <a:extLst>
              <a:ext uri="{FF2B5EF4-FFF2-40B4-BE49-F238E27FC236}">
                <a16:creationId xmlns:a16="http://schemas.microsoft.com/office/drawing/2014/main" id="{84614AF2-C6B8-5FB6-FFCD-4056E8B230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2088" y="2104340"/>
            <a:ext cx="10977639" cy="62488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50722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3595" y="768366"/>
            <a:ext cx="12637104" cy="1335973"/>
          </a:xfrm>
        </p:spPr>
        <p:txBody>
          <a:bodyPr/>
          <a:lstStyle/>
          <a:p>
            <a:r>
              <a:rPr lang="en-US" dirty="0">
                <a:latin typeface="Microsoft Sans Serif" panose="020B0604020202020204" pitchFamily="34" charset="0"/>
                <a:cs typeface="Microsoft Sans Serif" panose="020B0604020202020204" pitchFamily="34" charset="0"/>
              </a:rPr>
              <a:t>Lean Canvas – 4. Unfair Advantage</a:t>
            </a:r>
          </a:p>
        </p:txBody>
      </p:sp>
      <p:sp>
        <p:nvSpPr>
          <p:cNvPr id="6" name="Slide Number Placeholder 5"/>
          <p:cNvSpPr>
            <a:spLocks noGrp="1"/>
          </p:cNvSpPr>
          <p:nvPr>
            <p:ph type="sldNum" sz="quarter" idx="19"/>
          </p:nvPr>
        </p:nvSpPr>
        <p:spPr/>
        <p:txBody>
          <a:bodyPr/>
          <a:lstStyle/>
          <a:p>
            <a:pPr marL="0" marR="0" lvl="0" indent="0" algn="l" defTabSz="781583" rtl="0" eaLnBrk="1" fontAlgn="auto" latinLnBrk="0" hangingPunct="1">
              <a:lnSpc>
                <a:spcPct val="100000"/>
              </a:lnSpc>
              <a:spcBef>
                <a:spcPts val="0"/>
              </a:spcBef>
              <a:spcAft>
                <a:spcPts val="0"/>
              </a:spcAft>
              <a:buClrTx/>
              <a:buSzTx/>
              <a:buFontTx/>
              <a:buNone/>
              <a:tabLst/>
              <a:defRPr/>
            </a:pPr>
            <a:fld id="{799AF5F7-841A-4D9A-ADCA-858CFC949EF0}" type="slidenum">
              <a:rPr kumimoji="0" lang="en-US" sz="2100" b="1" i="0" u="none" strike="noStrike" kern="1200" cap="none" spc="0" normalizeH="0" baseline="0" noProof="0" smtClean="0">
                <a:ln>
                  <a:noFill/>
                </a:ln>
                <a:solidFill>
                  <a:srgbClr val="A6C8BC"/>
                </a:solidFill>
                <a:effectLst/>
                <a:uLnTx/>
                <a:uFillTx/>
                <a:latin typeface="Arial"/>
                <a:ea typeface="+mn-ea"/>
                <a:cs typeface="+mn-cs"/>
              </a:rPr>
              <a:pPr marL="0" marR="0" lvl="0" indent="0" algn="l" defTabSz="781583" rtl="0" eaLnBrk="1" fontAlgn="auto" latinLnBrk="0" hangingPunct="1">
                <a:lnSpc>
                  <a:spcPct val="100000"/>
                </a:lnSpc>
                <a:spcBef>
                  <a:spcPts val="0"/>
                </a:spcBef>
                <a:spcAft>
                  <a:spcPts val="0"/>
                </a:spcAft>
                <a:buClrTx/>
                <a:buSzTx/>
                <a:buFontTx/>
                <a:buNone/>
                <a:tabLst/>
                <a:defRPr/>
              </a:pPr>
              <a:t>35</a:t>
            </a:fld>
            <a:endParaRPr kumimoji="0" lang="en-US" sz="2100" b="1" i="0" u="none" strike="noStrike" kern="1200" cap="none" spc="0" normalizeH="0" baseline="0" noProof="0">
              <a:ln>
                <a:noFill/>
              </a:ln>
              <a:solidFill>
                <a:srgbClr val="A6C8BC"/>
              </a:solidFill>
              <a:effectLst/>
              <a:uLnTx/>
              <a:uFillTx/>
              <a:latin typeface="Arial"/>
              <a:ea typeface="+mn-ea"/>
              <a:cs typeface="+mn-cs"/>
            </a:endParaRPr>
          </a:p>
        </p:txBody>
      </p:sp>
      <p:sp>
        <p:nvSpPr>
          <p:cNvPr id="5" name="Text Placeholder 4">
            <a:extLst>
              <a:ext uri="{FF2B5EF4-FFF2-40B4-BE49-F238E27FC236}">
                <a16:creationId xmlns:a16="http://schemas.microsoft.com/office/drawing/2014/main" id="{34582094-74AE-D7DE-D5FD-BC0E234855D7}"/>
              </a:ext>
            </a:extLst>
          </p:cNvPr>
          <p:cNvSpPr>
            <a:spLocks noGrp="1"/>
          </p:cNvSpPr>
          <p:nvPr>
            <p:ph type="body" sz="quarter" idx="15"/>
          </p:nvPr>
        </p:nvSpPr>
        <p:spPr>
          <a:xfrm>
            <a:off x="813597" y="2404535"/>
            <a:ext cx="8109524" cy="5130800"/>
          </a:xfrm>
        </p:spPr>
        <p:txBody>
          <a:bodyPr/>
          <a:lstStyle/>
          <a:p>
            <a:r>
              <a:rPr lang="en-US" dirty="0"/>
              <a:t>What aspects of your solution, team, or approach give you an unfair advantage?</a:t>
            </a:r>
          </a:p>
          <a:p>
            <a:pPr marL="457189" indent="-457189">
              <a:buFont typeface="Arial" panose="020B0604020202020204" pitchFamily="34" charset="0"/>
              <a:buChar char="•"/>
            </a:pPr>
            <a:r>
              <a:rPr lang="en-US" dirty="0"/>
              <a:t>Fantastic experts on your team?</a:t>
            </a:r>
          </a:p>
          <a:p>
            <a:pPr marL="457189" indent="-457189">
              <a:buFont typeface="Arial" panose="020B0604020202020204" pitchFamily="34" charset="0"/>
              <a:buChar char="•"/>
            </a:pPr>
            <a:r>
              <a:rPr lang="en-US" dirty="0"/>
              <a:t>Cutting Edge Technologies?</a:t>
            </a:r>
          </a:p>
          <a:p>
            <a:pPr marL="457189" indent="-457189">
              <a:buFont typeface="Arial" panose="020B0604020202020204" pitchFamily="34" charset="0"/>
              <a:buChar char="•"/>
            </a:pPr>
            <a:r>
              <a:rPr lang="en-US" dirty="0"/>
              <a:t>Access to a market?</a:t>
            </a:r>
          </a:p>
          <a:p>
            <a:pPr marL="457189" indent="-457189">
              <a:buFont typeface="Arial" panose="020B0604020202020204" pitchFamily="34" charset="0"/>
              <a:buChar char="•"/>
            </a:pPr>
            <a:r>
              <a:rPr lang="en-US" dirty="0"/>
              <a:t>First-hand information about a disruption? </a:t>
            </a:r>
          </a:p>
          <a:p>
            <a:pPr marL="457189" indent="-457189">
              <a:buFont typeface="Arial" panose="020B0604020202020204" pitchFamily="34" charset="0"/>
              <a:buChar char="•"/>
            </a:pPr>
            <a:r>
              <a:rPr lang="en-US" dirty="0"/>
              <a:t>New idea to improve on an existing one?</a:t>
            </a:r>
            <a:endParaRPr lang="en-CA" dirty="0"/>
          </a:p>
        </p:txBody>
      </p:sp>
      <p:pic>
        <p:nvPicPr>
          <p:cNvPr id="8" name="Picture 7">
            <a:extLst>
              <a:ext uri="{FF2B5EF4-FFF2-40B4-BE49-F238E27FC236}">
                <a16:creationId xmlns:a16="http://schemas.microsoft.com/office/drawing/2014/main" id="{AFEAC357-1AF7-E316-AF36-54134EF37CA9}"/>
              </a:ext>
            </a:extLst>
          </p:cNvPr>
          <p:cNvPicPr>
            <a:picLocks noChangeAspect="1"/>
          </p:cNvPicPr>
          <p:nvPr/>
        </p:nvPicPr>
        <p:blipFill>
          <a:blip r:embed="rId2"/>
          <a:stretch>
            <a:fillRect/>
          </a:stretch>
        </p:blipFill>
        <p:spPr>
          <a:xfrm>
            <a:off x="9302914" y="2805244"/>
            <a:ext cx="6678768" cy="3533513"/>
          </a:xfrm>
          <a:prstGeom prst="rect">
            <a:avLst/>
          </a:prstGeom>
        </p:spPr>
      </p:pic>
    </p:spTree>
    <p:extLst>
      <p:ext uri="{BB962C8B-B14F-4D97-AF65-F5344CB8AC3E}">
        <p14:creationId xmlns:p14="http://schemas.microsoft.com/office/powerpoint/2010/main" val="38789977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Assignment</a:t>
            </a:r>
            <a:endParaRPr lang="en-CA" dirty="0"/>
          </a:p>
        </p:txBody>
      </p:sp>
      <p:sp>
        <p:nvSpPr>
          <p:cNvPr id="5" name="Slide Number Placeholder 4"/>
          <p:cNvSpPr>
            <a:spLocks noGrp="1"/>
          </p:cNvSpPr>
          <p:nvPr>
            <p:ph type="sldNum" sz="quarter" idx="19"/>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fld id="{DEF3F5F5-7776-394F-A41F-3BAFC9CC9F8E}" type="slidenum">
              <a:rPr kumimoji="0" lang="en-US" sz="2100" b="1" i="0" u="none" strike="noStrike" kern="1200" cap="none" spc="0" normalizeH="0" baseline="0" noProof="0">
                <a:ln>
                  <a:noFill/>
                </a:ln>
                <a:solidFill>
                  <a:srgbClr val="A6C8BC"/>
                </a:solidFill>
                <a:effectLst/>
                <a:uLnTx/>
                <a:uFillTx/>
                <a:latin typeface="Arial"/>
                <a:ea typeface="+mn-ea"/>
                <a:cs typeface="+mn-cs"/>
              </a:rPr>
              <a:pPr marL="0" marR="0" lvl="0" indent="0" algn="l" defTabSz="1219170" rtl="0" eaLnBrk="1" fontAlgn="auto" latinLnBrk="0" hangingPunct="1">
                <a:lnSpc>
                  <a:spcPct val="100000"/>
                </a:lnSpc>
                <a:spcBef>
                  <a:spcPts val="0"/>
                </a:spcBef>
                <a:spcAft>
                  <a:spcPts val="0"/>
                </a:spcAft>
                <a:buClrTx/>
                <a:buSzTx/>
                <a:buFontTx/>
                <a:buNone/>
                <a:tabLst/>
                <a:defRPr/>
              </a:pPr>
              <a:t>36</a:t>
            </a:fld>
            <a:endParaRPr kumimoji="0" lang="en-US" sz="2100" b="1" i="0" u="none" strike="noStrike" kern="1200" cap="none" spc="0" normalizeH="0" baseline="0" noProof="0" dirty="0">
              <a:ln>
                <a:noFill/>
              </a:ln>
              <a:solidFill>
                <a:srgbClr val="A6C8BC"/>
              </a:solidFill>
              <a:effectLst/>
              <a:uLnTx/>
              <a:uFillTx/>
              <a:latin typeface="Arial"/>
              <a:ea typeface="+mn-ea"/>
              <a:cs typeface="+mn-cs"/>
            </a:endParaRPr>
          </a:p>
        </p:txBody>
      </p:sp>
      <p:sp>
        <p:nvSpPr>
          <p:cNvPr id="10" name="TextBox 9">
            <a:extLst>
              <a:ext uri="{FF2B5EF4-FFF2-40B4-BE49-F238E27FC236}">
                <a16:creationId xmlns:a16="http://schemas.microsoft.com/office/drawing/2014/main" id="{A865635E-2BD7-BFA6-ADC9-AC72496FF45B}"/>
              </a:ext>
            </a:extLst>
          </p:cNvPr>
          <p:cNvSpPr txBox="1"/>
          <p:nvPr/>
        </p:nvSpPr>
        <p:spPr>
          <a:xfrm>
            <a:off x="728213" y="1604550"/>
            <a:ext cx="5445493" cy="6771084"/>
          </a:xfrm>
          <a:prstGeom prst="rect">
            <a:avLst/>
          </a:prstGeom>
          <a:noFill/>
        </p:spPr>
        <p:txBody>
          <a:bodyPr wrap="square" rtlCol="0">
            <a:spAutoFit/>
          </a:bodyPr>
          <a:lstStyle/>
          <a:p>
            <a:pPr marL="0" marR="0" lvl="0" indent="0" algn="l" defTabSz="781583" rtl="0" eaLnBrk="1" fontAlgn="auto" latinLnBrk="0" hangingPunct="1">
              <a:lnSpc>
                <a:spcPct val="100000"/>
              </a:lnSpc>
              <a:spcBef>
                <a:spcPts val="0"/>
              </a:spcBef>
              <a:spcAft>
                <a:spcPts val="0"/>
              </a:spcAft>
              <a:buClrTx/>
              <a:buSzTx/>
              <a:buFontTx/>
              <a:buNone/>
              <a:tabLst/>
              <a:defRPr/>
            </a:pPr>
            <a:r>
              <a:rPr kumimoji="0" lang="en-CA" sz="3100" b="1" i="0" u="none" strike="noStrike" kern="1200" cap="none" spc="0" normalizeH="0" baseline="0" noProof="0" dirty="0">
                <a:ln>
                  <a:noFill/>
                </a:ln>
                <a:solidFill>
                  <a:srgbClr val="423F3F"/>
                </a:solidFill>
                <a:effectLst/>
                <a:uLnTx/>
                <a:uFillTx/>
                <a:latin typeface="Arial"/>
                <a:ea typeface="+mn-ea"/>
                <a:cs typeface="+mn-cs"/>
              </a:rPr>
              <a:t>Assignment</a:t>
            </a:r>
          </a:p>
          <a:p>
            <a:pPr marL="457200" marR="0" lvl="0" indent="-457200" algn="l" defTabSz="781583"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3100" b="1" i="0" u="none" strike="noStrike" kern="1200" cap="none" spc="0" normalizeH="0" baseline="0" noProof="0" dirty="0">
                <a:ln>
                  <a:noFill/>
                </a:ln>
                <a:solidFill>
                  <a:srgbClr val="423F3F"/>
                </a:solidFill>
                <a:effectLst/>
                <a:uLnTx/>
                <a:uFillTx/>
                <a:latin typeface="Arial"/>
                <a:ea typeface="+mn-ea"/>
                <a:cs typeface="+mn-cs"/>
              </a:rPr>
              <a:t>Due: Sunday, midnight</a:t>
            </a:r>
          </a:p>
          <a:p>
            <a:pPr marL="457200" marR="0" lvl="0" indent="-457200" algn="l" defTabSz="781583"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3100" b="1" i="0" u="none" strike="noStrike" kern="1200" cap="none" spc="0" normalizeH="0" baseline="0" noProof="0" dirty="0">
                <a:ln>
                  <a:noFill/>
                </a:ln>
                <a:solidFill>
                  <a:srgbClr val="423F3F"/>
                </a:solidFill>
                <a:effectLst/>
                <a:uLnTx/>
                <a:uFillTx/>
                <a:latin typeface="Arial"/>
                <a:ea typeface="+mn-ea"/>
                <a:cs typeface="+mn-cs"/>
              </a:rPr>
              <a:t>Use template on Brightspace assignment</a:t>
            </a:r>
          </a:p>
          <a:p>
            <a:pPr marL="457200" marR="0" lvl="0" indent="-457200" algn="l" defTabSz="781583"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3100" b="1" i="0" u="none" strike="noStrike" kern="1200" cap="none" spc="0" normalizeH="0" baseline="0" noProof="0" dirty="0">
                <a:ln>
                  <a:noFill/>
                </a:ln>
                <a:solidFill>
                  <a:srgbClr val="423F3F"/>
                </a:solidFill>
                <a:effectLst/>
                <a:uLnTx/>
                <a:uFillTx/>
                <a:latin typeface="Arial"/>
                <a:ea typeface="+mn-ea"/>
                <a:cs typeface="+mn-cs"/>
              </a:rPr>
              <a:t>Replace </a:t>
            </a:r>
            <a:r>
              <a:rPr kumimoji="0" lang="en-CA" sz="3100" b="1" i="0" u="none" strike="noStrike" kern="1200" cap="none" spc="0" normalizeH="0" baseline="0" noProof="0" dirty="0">
                <a:ln>
                  <a:noFill/>
                </a:ln>
                <a:solidFill>
                  <a:srgbClr val="423F3F"/>
                </a:solidFill>
                <a:effectLst/>
                <a:highlight>
                  <a:srgbClr val="FFFF00"/>
                </a:highlight>
                <a:uLnTx/>
                <a:uFillTx/>
                <a:latin typeface="Arial"/>
                <a:ea typeface="+mn-ea"/>
                <a:cs typeface="+mn-cs"/>
              </a:rPr>
              <a:t>highlighted areas</a:t>
            </a:r>
            <a:r>
              <a:rPr kumimoji="0" lang="en-CA" sz="3100" b="1" i="0" u="none" strike="noStrike" kern="1200" cap="none" spc="0" normalizeH="0" baseline="0" noProof="0" dirty="0">
                <a:ln>
                  <a:noFill/>
                </a:ln>
                <a:solidFill>
                  <a:srgbClr val="423F3F"/>
                </a:solidFill>
                <a:effectLst/>
                <a:uLnTx/>
                <a:uFillTx/>
                <a:latin typeface="Arial"/>
                <a:ea typeface="+mn-ea"/>
                <a:cs typeface="+mn-cs"/>
              </a:rPr>
              <a:t> with your answers</a:t>
            </a:r>
          </a:p>
          <a:p>
            <a:pPr marL="457200" marR="0" lvl="0" indent="-457200" algn="l" defTabSz="781583"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3100" b="1" i="0" u="none" strike="noStrike" kern="1200" cap="none" spc="0" normalizeH="0" baseline="0" noProof="0" dirty="0">
                <a:ln>
                  <a:noFill/>
                </a:ln>
                <a:solidFill>
                  <a:srgbClr val="423F3F"/>
                </a:solidFill>
                <a:effectLst/>
                <a:uLnTx/>
                <a:uFillTx/>
                <a:latin typeface="Arial"/>
                <a:ea typeface="+mn-ea"/>
                <a:cs typeface="+mn-cs"/>
              </a:rPr>
              <a:t>Note minimum word count</a:t>
            </a:r>
          </a:p>
          <a:p>
            <a:pPr marL="457200" marR="0" lvl="0" indent="-457200" algn="l" defTabSz="781583"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3100" b="1" i="0" u="none" strike="noStrike" kern="1200" cap="none" spc="0" normalizeH="0" baseline="0" noProof="0" dirty="0">
                <a:ln>
                  <a:noFill/>
                </a:ln>
                <a:solidFill>
                  <a:srgbClr val="423F3F"/>
                </a:solidFill>
                <a:effectLst/>
                <a:uLnTx/>
                <a:uFillTx/>
                <a:latin typeface="Arial"/>
                <a:ea typeface="+mn-ea"/>
                <a:cs typeface="+mn-cs"/>
              </a:rPr>
              <a:t>Turnitin will be used for plagiarism and AI detection</a:t>
            </a:r>
          </a:p>
          <a:p>
            <a:pPr marL="0" marR="0" lvl="0" indent="0" algn="l" defTabSz="781583" rtl="0" eaLnBrk="1" fontAlgn="auto" latinLnBrk="0" hangingPunct="1">
              <a:lnSpc>
                <a:spcPct val="100000"/>
              </a:lnSpc>
              <a:spcBef>
                <a:spcPts val="0"/>
              </a:spcBef>
              <a:spcAft>
                <a:spcPts val="0"/>
              </a:spcAft>
              <a:buClrTx/>
              <a:buSzTx/>
              <a:buFontTx/>
              <a:buNone/>
              <a:tabLst/>
              <a:defRPr/>
            </a:pPr>
            <a:r>
              <a:rPr kumimoji="0" lang="en-CA" sz="3100" b="1" i="0" u="none" strike="noStrike" kern="1200" cap="none" spc="0" normalizeH="0" baseline="0" noProof="0" dirty="0">
                <a:ln>
                  <a:noFill/>
                </a:ln>
                <a:solidFill>
                  <a:srgbClr val="423F3F"/>
                </a:solidFill>
                <a:effectLst/>
                <a:uLnTx/>
                <a:uFillTx/>
                <a:latin typeface="Arial"/>
                <a:ea typeface="+mn-ea"/>
                <a:cs typeface="+mn-cs"/>
                <a:hlinkClick r:id="rId3"/>
              </a:rPr>
              <a:t>Watch How to know if you were meant to be an Entrepreneur</a:t>
            </a:r>
            <a:endParaRPr kumimoji="0" lang="en-CA" sz="3100" b="1" i="0" u="none" strike="noStrike" kern="1200" cap="none" spc="0" normalizeH="0" baseline="0" noProof="0" dirty="0">
              <a:ln>
                <a:noFill/>
              </a:ln>
              <a:solidFill>
                <a:srgbClr val="423F3F"/>
              </a:solidFill>
              <a:effectLst/>
              <a:uLnTx/>
              <a:uFillTx/>
              <a:latin typeface="Arial"/>
              <a:ea typeface="+mn-ea"/>
              <a:cs typeface="+mn-cs"/>
            </a:endParaRPr>
          </a:p>
        </p:txBody>
      </p:sp>
      <p:pic>
        <p:nvPicPr>
          <p:cNvPr id="4" name="Picture 3">
            <a:extLst>
              <a:ext uri="{FF2B5EF4-FFF2-40B4-BE49-F238E27FC236}">
                <a16:creationId xmlns:a16="http://schemas.microsoft.com/office/drawing/2014/main" id="{7A12B83A-22A3-FB20-C174-56499ECE9D74}"/>
              </a:ext>
            </a:extLst>
          </p:cNvPr>
          <p:cNvPicPr>
            <a:picLocks noChangeAspect="1"/>
          </p:cNvPicPr>
          <p:nvPr/>
        </p:nvPicPr>
        <p:blipFill>
          <a:blip r:embed="rId4"/>
          <a:stretch>
            <a:fillRect/>
          </a:stretch>
        </p:blipFill>
        <p:spPr>
          <a:xfrm>
            <a:off x="6727930" y="1631966"/>
            <a:ext cx="8716777" cy="4862870"/>
          </a:xfrm>
          <a:prstGeom prst="rect">
            <a:avLst/>
          </a:prstGeom>
        </p:spPr>
      </p:pic>
    </p:spTree>
    <p:extLst>
      <p:ext uri="{BB962C8B-B14F-4D97-AF65-F5344CB8AC3E}">
        <p14:creationId xmlns:p14="http://schemas.microsoft.com/office/powerpoint/2010/main" val="32995708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 for today</a:t>
            </a:r>
            <a:endParaRPr lang="en-CA" dirty="0"/>
          </a:p>
        </p:txBody>
      </p:sp>
      <p:sp>
        <p:nvSpPr>
          <p:cNvPr id="3" name="Text Placeholder 2"/>
          <p:cNvSpPr>
            <a:spLocks noGrp="1"/>
          </p:cNvSpPr>
          <p:nvPr>
            <p:ph type="body" sz="quarter" idx="15"/>
          </p:nvPr>
        </p:nvSpPr>
        <p:spPr>
          <a:xfrm>
            <a:off x="813597" y="1787218"/>
            <a:ext cx="8533800" cy="6125680"/>
          </a:xfrm>
        </p:spPr>
        <p:txBody>
          <a:bodyPr>
            <a:normAutofit/>
          </a:bodyPr>
          <a:lstStyle/>
          <a:p>
            <a:pPr marL="457189" indent="-457189">
              <a:buFont typeface="Arial" panose="020B0604020202020204" pitchFamily="34" charset="0"/>
              <a:buChar char="•"/>
            </a:pPr>
            <a:r>
              <a:rPr lang="en-US" sz="3600" b="1" dirty="0"/>
              <a:t>Schedule</a:t>
            </a:r>
          </a:p>
          <a:p>
            <a:pPr marL="457189" indent="-457189">
              <a:buFont typeface="Arial" panose="020B0604020202020204" pitchFamily="34" charset="0"/>
              <a:buChar char="•"/>
            </a:pPr>
            <a:r>
              <a:rPr lang="en-US" sz="3600" b="1" dirty="0"/>
              <a:t>Assignment</a:t>
            </a:r>
          </a:p>
          <a:p>
            <a:pPr marL="457189" indent="-457189">
              <a:buFont typeface="Arial" panose="020B0604020202020204" pitchFamily="34" charset="0"/>
              <a:buChar char="•"/>
            </a:pPr>
            <a:r>
              <a:rPr lang="en-CA" sz="3600" b="1" dirty="0"/>
              <a:t>Entrepreneurship Theory and Practice</a:t>
            </a:r>
          </a:p>
          <a:p>
            <a:pPr marL="1612772" lvl="1" indent="-342900"/>
            <a:r>
              <a:rPr lang="en-CA" sz="3600" b="1" dirty="0"/>
              <a:t>Types of Innovation</a:t>
            </a:r>
          </a:p>
          <a:p>
            <a:pPr marL="1612772" lvl="1" indent="-342900"/>
            <a:r>
              <a:rPr lang="en-CA" sz="3600" b="1" dirty="0"/>
              <a:t>Idea Generation</a:t>
            </a:r>
          </a:p>
          <a:p>
            <a:pPr marL="1612772" lvl="1" indent="-342900"/>
            <a:r>
              <a:rPr lang="en-CA" sz="3600" b="1" dirty="0"/>
              <a:t>Solution Generation</a:t>
            </a:r>
          </a:p>
          <a:p>
            <a:pPr marL="1612772" lvl="1" indent="-342900"/>
            <a:r>
              <a:rPr lang="en-CA" sz="3600" b="1" dirty="0"/>
              <a:t>Lean Canvas Recap</a:t>
            </a:r>
          </a:p>
          <a:p>
            <a:pPr marL="1612772" lvl="1" indent="-342900"/>
            <a:endParaRPr lang="en-CA" sz="3600" b="1" dirty="0"/>
          </a:p>
        </p:txBody>
      </p:sp>
      <p:sp>
        <p:nvSpPr>
          <p:cNvPr id="5" name="Slide Number Placeholder 4"/>
          <p:cNvSpPr>
            <a:spLocks noGrp="1"/>
          </p:cNvSpPr>
          <p:nvPr>
            <p:ph type="sldNum" sz="quarter" idx="19"/>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fld id="{DEF3F5F5-7776-394F-A41F-3BAFC9CC9F8E}" type="slidenum">
              <a:rPr kumimoji="0" lang="en-US" sz="2100" b="1" i="0" u="none" strike="noStrike" kern="1200" cap="none" spc="0" normalizeH="0" baseline="0" noProof="0">
                <a:ln>
                  <a:noFill/>
                </a:ln>
                <a:solidFill>
                  <a:srgbClr val="A6C8BC"/>
                </a:solidFill>
                <a:effectLst/>
                <a:uLnTx/>
                <a:uFillTx/>
                <a:latin typeface="Arial"/>
                <a:ea typeface="+mn-ea"/>
                <a:cs typeface="+mn-cs"/>
              </a:rPr>
              <a:pPr marL="0" marR="0" lvl="0" indent="0" algn="l" defTabSz="1219170" rtl="0" eaLnBrk="1" fontAlgn="auto" latinLnBrk="0" hangingPunct="1">
                <a:lnSpc>
                  <a:spcPct val="100000"/>
                </a:lnSpc>
                <a:spcBef>
                  <a:spcPts val="0"/>
                </a:spcBef>
                <a:spcAft>
                  <a:spcPts val="0"/>
                </a:spcAft>
                <a:buClrTx/>
                <a:buSzTx/>
                <a:buFontTx/>
                <a:buNone/>
                <a:tabLst/>
                <a:defRPr/>
              </a:pPr>
              <a:t>37</a:t>
            </a:fld>
            <a:endParaRPr kumimoji="0" lang="en-US" sz="2100" b="1" i="0" u="none" strike="noStrike" kern="1200" cap="none" spc="0" normalizeH="0" baseline="0" noProof="0" dirty="0">
              <a:ln>
                <a:noFill/>
              </a:ln>
              <a:solidFill>
                <a:srgbClr val="A6C8BC"/>
              </a:solidFill>
              <a:effectLst/>
              <a:uLnTx/>
              <a:uFillTx/>
              <a:latin typeface="Arial"/>
              <a:ea typeface="+mn-ea"/>
              <a:cs typeface="+mn-cs"/>
            </a:endParaRPr>
          </a:p>
        </p:txBody>
      </p:sp>
      <p:pic>
        <p:nvPicPr>
          <p:cNvPr id="4" name="Picture 3">
            <a:extLst>
              <a:ext uri="{FF2B5EF4-FFF2-40B4-BE49-F238E27FC236}">
                <a16:creationId xmlns:a16="http://schemas.microsoft.com/office/drawing/2014/main" id="{B176A76A-8666-4EFC-C9D9-9A946B977599}"/>
              </a:ext>
            </a:extLst>
          </p:cNvPr>
          <p:cNvPicPr>
            <a:picLocks noChangeAspect="1"/>
          </p:cNvPicPr>
          <p:nvPr/>
        </p:nvPicPr>
        <p:blipFill>
          <a:blip r:embed="rId3"/>
          <a:stretch>
            <a:fillRect/>
          </a:stretch>
        </p:blipFill>
        <p:spPr>
          <a:xfrm>
            <a:off x="9347396" y="1231103"/>
            <a:ext cx="6909399" cy="6681795"/>
          </a:xfrm>
          <a:prstGeom prst="rect">
            <a:avLst/>
          </a:prstGeom>
        </p:spPr>
      </p:pic>
    </p:spTree>
    <p:extLst>
      <p:ext uri="{BB962C8B-B14F-4D97-AF65-F5344CB8AC3E}">
        <p14:creationId xmlns:p14="http://schemas.microsoft.com/office/powerpoint/2010/main" val="314789177"/>
      </p:ext>
    </p:extLst>
  </p:cSld>
  <p:clrMapOvr>
    <a:masterClrMapping/>
  </p:clrMapOvr>
</p:sld>
</file>

<file path=ppt/theme/theme1.xml><?xml version="1.0" encoding="utf-8"?>
<a:theme xmlns:a="http://schemas.openxmlformats.org/drawingml/2006/main" name="Office Theme">
  <a:themeElements>
    <a:clrScheme name="Algonquin College Colours">
      <a:dk1>
        <a:srgbClr val="423F3F"/>
      </a:dk1>
      <a:lt1>
        <a:sysClr val="window" lastClr="FFFFFF"/>
      </a:lt1>
      <a:dk2>
        <a:srgbClr val="00673E"/>
      </a:dk2>
      <a:lt2>
        <a:srgbClr val="FFFFFF"/>
      </a:lt2>
      <a:accent1>
        <a:srgbClr val="00673E"/>
      </a:accent1>
      <a:accent2>
        <a:srgbClr val="599A83"/>
      </a:accent2>
      <a:accent3>
        <a:srgbClr val="A6C8BC"/>
      </a:accent3>
      <a:accent4>
        <a:srgbClr val="408A70"/>
      </a:accent4>
      <a:accent5>
        <a:srgbClr val="423F3F"/>
      </a:accent5>
      <a:accent6>
        <a:srgbClr val="B4B2B5"/>
      </a:accent6>
      <a:hlink>
        <a:srgbClr val="43B02A"/>
      </a:hlink>
      <a:folHlink>
        <a:srgbClr val="7AC143"/>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Algonquin College Colours">
      <a:dk1>
        <a:srgbClr val="423F3F"/>
      </a:dk1>
      <a:lt1>
        <a:sysClr val="window" lastClr="FFFFFF"/>
      </a:lt1>
      <a:dk2>
        <a:srgbClr val="00673E"/>
      </a:dk2>
      <a:lt2>
        <a:srgbClr val="FFFFFF"/>
      </a:lt2>
      <a:accent1>
        <a:srgbClr val="00673E"/>
      </a:accent1>
      <a:accent2>
        <a:srgbClr val="599A83"/>
      </a:accent2>
      <a:accent3>
        <a:srgbClr val="A6C8BC"/>
      </a:accent3>
      <a:accent4>
        <a:srgbClr val="408A70"/>
      </a:accent4>
      <a:accent5>
        <a:srgbClr val="423F3F"/>
      </a:accent5>
      <a:accent6>
        <a:srgbClr val="B4B2B5"/>
      </a:accent6>
      <a:hlink>
        <a:srgbClr val="43B02A"/>
      </a:hlink>
      <a:folHlink>
        <a:srgbClr val="7AC143"/>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2_Office Theme">
  <a:themeElements>
    <a:clrScheme name="Algonquin College Colours">
      <a:dk1>
        <a:srgbClr val="423F3F"/>
      </a:dk1>
      <a:lt1>
        <a:sysClr val="window" lastClr="FFFFFF"/>
      </a:lt1>
      <a:dk2>
        <a:srgbClr val="00673E"/>
      </a:dk2>
      <a:lt2>
        <a:srgbClr val="FFFFFF"/>
      </a:lt2>
      <a:accent1>
        <a:srgbClr val="00673E"/>
      </a:accent1>
      <a:accent2>
        <a:srgbClr val="599A83"/>
      </a:accent2>
      <a:accent3>
        <a:srgbClr val="A6C8BC"/>
      </a:accent3>
      <a:accent4>
        <a:srgbClr val="408A70"/>
      </a:accent4>
      <a:accent5>
        <a:srgbClr val="423F3F"/>
      </a:accent5>
      <a:accent6>
        <a:srgbClr val="B4B2B5"/>
      </a:accent6>
      <a:hlink>
        <a:srgbClr val="43B02A"/>
      </a:hlink>
      <a:folHlink>
        <a:srgbClr val="7AC143"/>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3760</TotalTime>
  <Words>4357</Words>
  <Application>Microsoft Office PowerPoint</Application>
  <PresentationFormat>Custom</PresentationFormat>
  <Paragraphs>403</Paragraphs>
  <Slides>37</Slides>
  <Notes>13</Notes>
  <HiddenSlides>0</HiddenSlides>
  <MMClips>2</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37</vt:i4>
      </vt:variant>
    </vt:vector>
  </HeadingPairs>
  <TitlesOfParts>
    <vt:vector size="50" baseType="lpstr">
      <vt:lpstr>ADLaM Display</vt:lpstr>
      <vt:lpstr>Arial</vt:lpstr>
      <vt:lpstr>Calibri</vt:lpstr>
      <vt:lpstr>Google Sans</vt:lpstr>
      <vt:lpstr>Microsoft Sans Serif</vt:lpstr>
      <vt:lpstr>Prompt</vt:lpstr>
      <vt:lpstr>Söhne</vt:lpstr>
      <vt:lpstr>Symbol</vt:lpstr>
      <vt:lpstr>Times New Roman</vt:lpstr>
      <vt:lpstr>Wingdings</vt:lpstr>
      <vt:lpstr>Office Theme</vt:lpstr>
      <vt:lpstr>1_Office Theme</vt:lpstr>
      <vt:lpstr>2_Office Theme</vt:lpstr>
      <vt:lpstr>MGT0114 - Entrepreneurship</vt:lpstr>
      <vt:lpstr>What does “Success” look like to you?</vt:lpstr>
      <vt:lpstr>PowerPoint Presentation</vt:lpstr>
      <vt:lpstr>Plan for today</vt:lpstr>
      <vt:lpstr>Plan for today</vt:lpstr>
      <vt:lpstr>Something to think about</vt:lpstr>
      <vt:lpstr>PowerPoint Presentation</vt:lpstr>
      <vt:lpstr>Plan for today</vt:lpstr>
      <vt:lpstr>PowerPoint Presentation</vt:lpstr>
      <vt:lpstr>PowerPoint Presentation</vt:lpstr>
      <vt:lpstr>Assignment</vt:lpstr>
      <vt:lpstr>Slack Profile</vt:lpstr>
      <vt:lpstr>Slack Profile</vt:lpstr>
      <vt:lpstr>Slack Profile</vt:lpstr>
      <vt:lpstr>Slack Success</vt:lpstr>
      <vt:lpstr>Slack Success</vt:lpstr>
      <vt:lpstr>Something to think about</vt:lpstr>
      <vt:lpstr>Types of Innovation</vt:lpstr>
      <vt:lpstr>Types of Innovation</vt:lpstr>
      <vt:lpstr>Types of Innovation</vt:lpstr>
      <vt:lpstr>Discussion</vt:lpstr>
      <vt:lpstr>Idea Generation</vt:lpstr>
      <vt:lpstr>Idea Generation</vt:lpstr>
      <vt:lpstr>Idea Generation</vt:lpstr>
      <vt:lpstr>Solution Generation</vt:lpstr>
      <vt:lpstr>Solution Generation</vt:lpstr>
      <vt:lpstr>PowerPoint Presentation</vt:lpstr>
      <vt:lpstr>Lean Canvas Recap</vt:lpstr>
      <vt:lpstr>Intro to the Lean Canvas</vt:lpstr>
      <vt:lpstr>Lean Canvas – 1. Problem</vt:lpstr>
      <vt:lpstr>Lean Canvas – 1. Problem</vt:lpstr>
      <vt:lpstr>Lean Canvas – 2. Solution</vt:lpstr>
      <vt:lpstr>Lean Canvas – 3. Unique Value Proposition</vt:lpstr>
      <vt:lpstr>Lean Canvas – 3. Unique Value Proposition</vt:lpstr>
      <vt:lpstr>Lean Canvas – 4. Unfair Advantage</vt:lpstr>
      <vt:lpstr>Assignment</vt:lpstr>
      <vt:lpstr>Plan for today</vt:lpstr>
    </vt:vector>
  </TitlesOfParts>
  <Company>Salt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stephen.abraham.12@gmail.com</dc:creator>
  <cp:lastModifiedBy>Stephen Abraham</cp:lastModifiedBy>
  <cp:revision>355</cp:revision>
  <dcterms:created xsi:type="dcterms:W3CDTF">2016-12-21T16:02:28Z</dcterms:created>
  <dcterms:modified xsi:type="dcterms:W3CDTF">2026-01-28T18:24:30Z</dcterms:modified>
</cp:coreProperties>
</file>