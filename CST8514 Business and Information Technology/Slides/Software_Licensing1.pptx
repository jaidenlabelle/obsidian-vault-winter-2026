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3" r:id="rId1"/>
  </p:sldMasterIdLst>
  <p:notesMasterIdLst>
    <p:notesMasterId r:id="rId27"/>
  </p:notesMasterIdLst>
  <p:handoutMasterIdLst>
    <p:handoutMasterId r:id="rId28"/>
  </p:handoutMasterIdLst>
  <p:sldIdLst>
    <p:sldId id="256" r:id="rId2"/>
    <p:sldId id="348" r:id="rId3"/>
    <p:sldId id="456" r:id="rId4"/>
    <p:sldId id="258" r:id="rId5"/>
    <p:sldId id="259" r:id="rId6"/>
    <p:sldId id="260" r:id="rId7"/>
    <p:sldId id="269" r:id="rId8"/>
    <p:sldId id="458" r:id="rId9"/>
    <p:sldId id="261" r:id="rId10"/>
    <p:sldId id="262" r:id="rId11"/>
    <p:sldId id="263" r:id="rId12"/>
    <p:sldId id="265" r:id="rId13"/>
    <p:sldId id="268" r:id="rId14"/>
    <p:sldId id="457" r:id="rId15"/>
    <p:sldId id="270" r:id="rId16"/>
    <p:sldId id="271" r:id="rId17"/>
    <p:sldId id="376" r:id="rId18"/>
    <p:sldId id="377" r:id="rId19"/>
    <p:sldId id="378" r:id="rId20"/>
    <p:sldId id="266" r:id="rId21"/>
    <p:sldId id="264" r:id="rId22"/>
    <p:sldId id="267" r:id="rId23"/>
    <p:sldId id="272" r:id="rId24"/>
    <p:sldId id="459" r:id="rId25"/>
    <p:sldId id="444" r:id="rId26"/>
  </p:sldIdLst>
  <p:sldSz cx="9144000" cy="6858000" type="screen4x3"/>
  <p:notesSz cx="7315200" cy="9601200"/>
  <p:custDataLst>
    <p:tags r:id="rId29"/>
  </p:custDataLst>
  <p:defaultTextStyle>
    <a:defPPr>
      <a:defRPr lang="en-US"/>
    </a:defPPr>
    <a:lvl1pPr algn="l" rtl="0" fontAlgn="base">
      <a:spcBef>
        <a:spcPct val="0"/>
      </a:spcBef>
      <a:spcAft>
        <a:spcPct val="0"/>
      </a:spcAft>
      <a:defRPr kumimoji="1" sz="2400" kern="1200">
        <a:solidFill>
          <a:schemeClr val="tx1"/>
        </a:solidFill>
        <a:latin typeface="Times New Roman" pitchFamily="18" charset="0"/>
        <a:ea typeface="+mn-ea"/>
        <a:cs typeface="+mn-cs"/>
      </a:defRPr>
    </a:lvl1pPr>
    <a:lvl2pPr marL="457200" algn="l" rtl="0" fontAlgn="base">
      <a:spcBef>
        <a:spcPct val="0"/>
      </a:spcBef>
      <a:spcAft>
        <a:spcPct val="0"/>
      </a:spcAft>
      <a:defRPr kumimoji="1" sz="2400" kern="1200">
        <a:solidFill>
          <a:schemeClr val="tx1"/>
        </a:solidFill>
        <a:latin typeface="Times New Roman" pitchFamily="18" charset="0"/>
        <a:ea typeface="+mn-ea"/>
        <a:cs typeface="+mn-cs"/>
      </a:defRPr>
    </a:lvl2pPr>
    <a:lvl3pPr marL="914400" algn="l" rtl="0" fontAlgn="base">
      <a:spcBef>
        <a:spcPct val="0"/>
      </a:spcBef>
      <a:spcAft>
        <a:spcPct val="0"/>
      </a:spcAft>
      <a:defRPr kumimoji="1" sz="2400" kern="1200">
        <a:solidFill>
          <a:schemeClr val="tx1"/>
        </a:solidFill>
        <a:latin typeface="Times New Roman" pitchFamily="18" charset="0"/>
        <a:ea typeface="+mn-ea"/>
        <a:cs typeface="+mn-cs"/>
      </a:defRPr>
    </a:lvl3pPr>
    <a:lvl4pPr marL="1371600" algn="l" rtl="0" fontAlgn="base">
      <a:spcBef>
        <a:spcPct val="0"/>
      </a:spcBef>
      <a:spcAft>
        <a:spcPct val="0"/>
      </a:spcAft>
      <a:defRPr kumimoji="1" sz="2400" kern="1200">
        <a:solidFill>
          <a:schemeClr val="tx1"/>
        </a:solidFill>
        <a:latin typeface="Times New Roman" pitchFamily="18" charset="0"/>
        <a:ea typeface="+mn-ea"/>
        <a:cs typeface="+mn-cs"/>
      </a:defRPr>
    </a:lvl4pPr>
    <a:lvl5pPr marL="1828800" algn="l" rtl="0" fontAlgn="base">
      <a:spcBef>
        <a:spcPct val="0"/>
      </a:spcBef>
      <a:spcAft>
        <a:spcPct val="0"/>
      </a:spcAft>
      <a:defRPr kumimoji="1" sz="2400" kern="1200">
        <a:solidFill>
          <a:schemeClr val="tx1"/>
        </a:solidFill>
        <a:latin typeface="Times New Roman" pitchFamily="18" charset="0"/>
        <a:ea typeface="+mn-ea"/>
        <a:cs typeface="+mn-cs"/>
      </a:defRPr>
    </a:lvl5pPr>
    <a:lvl6pPr marL="2286000" algn="l" defTabSz="914400" rtl="0" eaLnBrk="1" latinLnBrk="0" hangingPunct="1">
      <a:defRPr kumimoji="1" sz="2400" kern="1200">
        <a:solidFill>
          <a:schemeClr val="tx1"/>
        </a:solidFill>
        <a:latin typeface="Times New Roman" pitchFamily="18" charset="0"/>
        <a:ea typeface="+mn-ea"/>
        <a:cs typeface="+mn-cs"/>
      </a:defRPr>
    </a:lvl6pPr>
    <a:lvl7pPr marL="2743200" algn="l" defTabSz="914400" rtl="0" eaLnBrk="1" latinLnBrk="0" hangingPunct="1">
      <a:defRPr kumimoji="1" sz="2400" kern="1200">
        <a:solidFill>
          <a:schemeClr val="tx1"/>
        </a:solidFill>
        <a:latin typeface="Times New Roman" pitchFamily="18" charset="0"/>
        <a:ea typeface="+mn-ea"/>
        <a:cs typeface="+mn-cs"/>
      </a:defRPr>
    </a:lvl7pPr>
    <a:lvl8pPr marL="3200400" algn="l" defTabSz="914400" rtl="0" eaLnBrk="1" latinLnBrk="0" hangingPunct="1">
      <a:defRPr kumimoji="1" sz="2400" kern="1200">
        <a:solidFill>
          <a:schemeClr val="tx1"/>
        </a:solidFill>
        <a:latin typeface="Times New Roman" pitchFamily="18" charset="0"/>
        <a:ea typeface="+mn-ea"/>
        <a:cs typeface="+mn-cs"/>
      </a:defRPr>
    </a:lvl8pPr>
    <a:lvl9pPr marL="3657600" algn="l" defTabSz="914400" rtl="0" eaLnBrk="1" latinLnBrk="0" hangingPunct="1">
      <a:defRPr kumimoji="1"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p:normalViewPr>
  <p:slideViewPr>
    <p:cSldViewPr>
      <p:cViewPr varScale="1">
        <p:scale>
          <a:sx n="106" d="100"/>
          <a:sy n="106" d="100"/>
        </p:scale>
        <p:origin x="176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0" d="100"/>
          <a:sy n="80" d="100"/>
        </p:scale>
        <p:origin x="-3192" y="-9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170238" cy="479425"/>
          </a:xfrm>
          <a:prstGeom prst="rect">
            <a:avLst/>
          </a:prstGeom>
          <a:noFill/>
          <a:ln w="12700">
            <a:noFill/>
            <a:miter lim="800000"/>
            <a:headEnd type="none" w="sm" len="sm"/>
            <a:tailEnd type="none" w="sm" len="sm"/>
          </a:ln>
          <a:effectLst/>
        </p:spPr>
        <p:txBody>
          <a:bodyPr vert="horz" wrap="square" lIns="96661" tIns="48331" rIns="96661" bIns="48331" numCol="1" anchor="t" anchorCtr="0" compatLnSpc="1">
            <a:prstTxWarp prst="textNoShape">
              <a:avLst/>
            </a:prstTxWarp>
          </a:bodyPr>
          <a:lstStyle>
            <a:lvl1pPr defTabSz="966788" eaLnBrk="0" hangingPunct="0">
              <a:defRPr kumimoji="0" sz="1300">
                <a:latin typeface="Times New Roman" charset="0"/>
              </a:defRPr>
            </a:lvl1pPr>
          </a:lstStyle>
          <a:p>
            <a:pPr>
              <a:defRPr/>
            </a:pPr>
            <a:endParaRPr lang="en-US"/>
          </a:p>
        </p:txBody>
      </p:sp>
      <p:sp>
        <p:nvSpPr>
          <p:cNvPr id="15363" name="Rectangle 3"/>
          <p:cNvSpPr>
            <a:spLocks noGrp="1" noChangeArrowheads="1"/>
          </p:cNvSpPr>
          <p:nvPr>
            <p:ph type="dt" sz="quarter" idx="1"/>
          </p:nvPr>
        </p:nvSpPr>
        <p:spPr bwMode="auto">
          <a:xfrm>
            <a:off x="4144963" y="0"/>
            <a:ext cx="3170237" cy="479425"/>
          </a:xfrm>
          <a:prstGeom prst="rect">
            <a:avLst/>
          </a:prstGeom>
          <a:noFill/>
          <a:ln w="12700">
            <a:noFill/>
            <a:miter lim="800000"/>
            <a:headEnd type="none" w="sm" len="sm"/>
            <a:tailEnd type="none" w="sm" len="sm"/>
          </a:ln>
          <a:effectLst/>
        </p:spPr>
        <p:txBody>
          <a:bodyPr vert="horz" wrap="square" lIns="96661" tIns="48331" rIns="96661" bIns="48331" numCol="1" anchor="t" anchorCtr="0" compatLnSpc="1">
            <a:prstTxWarp prst="textNoShape">
              <a:avLst/>
            </a:prstTxWarp>
          </a:bodyPr>
          <a:lstStyle>
            <a:lvl1pPr algn="r" defTabSz="966788" eaLnBrk="0" hangingPunct="0">
              <a:defRPr kumimoji="0" sz="1300">
                <a:latin typeface="Times New Roman" charset="0"/>
              </a:defRPr>
            </a:lvl1pPr>
          </a:lstStyle>
          <a:p>
            <a:pPr>
              <a:defRPr/>
            </a:pPr>
            <a:fld id="{6005F6CF-8ACD-451A-A985-A0D8BD40087E}" type="datetime1">
              <a:rPr lang="en-US"/>
              <a:pPr>
                <a:defRPr/>
              </a:pPr>
              <a:t>1/26/2025</a:t>
            </a:fld>
            <a:endParaRPr lang="en-US"/>
          </a:p>
        </p:txBody>
      </p:sp>
      <p:sp>
        <p:nvSpPr>
          <p:cNvPr id="15364" name="Rectangle 4"/>
          <p:cNvSpPr>
            <a:spLocks noGrp="1" noChangeArrowheads="1"/>
          </p:cNvSpPr>
          <p:nvPr>
            <p:ph type="ftr" sz="quarter" idx="2"/>
          </p:nvPr>
        </p:nvSpPr>
        <p:spPr bwMode="auto">
          <a:xfrm>
            <a:off x="0" y="9121775"/>
            <a:ext cx="3170238" cy="479425"/>
          </a:xfrm>
          <a:prstGeom prst="rect">
            <a:avLst/>
          </a:prstGeom>
          <a:noFill/>
          <a:ln w="12700">
            <a:noFill/>
            <a:miter lim="800000"/>
            <a:headEnd type="none" w="sm" len="sm"/>
            <a:tailEnd type="none" w="sm" len="sm"/>
          </a:ln>
          <a:effectLst/>
        </p:spPr>
        <p:txBody>
          <a:bodyPr vert="horz" wrap="square" lIns="96661" tIns="48331" rIns="96661" bIns="48331" numCol="1" anchor="b" anchorCtr="0" compatLnSpc="1">
            <a:prstTxWarp prst="textNoShape">
              <a:avLst/>
            </a:prstTxWarp>
          </a:bodyPr>
          <a:lstStyle>
            <a:lvl1pPr defTabSz="966788" eaLnBrk="0" hangingPunct="0">
              <a:defRPr kumimoji="0" sz="1300">
                <a:latin typeface="Times New Roman" charset="0"/>
              </a:defRPr>
            </a:lvl1pPr>
          </a:lstStyle>
          <a:p>
            <a:pPr>
              <a:defRPr/>
            </a:pPr>
            <a:r>
              <a:rPr lang="en-US"/>
              <a:t>CST8110 - L. Crane</a:t>
            </a:r>
          </a:p>
        </p:txBody>
      </p:sp>
      <p:sp>
        <p:nvSpPr>
          <p:cNvPr id="15365" name="Rectangle 5"/>
          <p:cNvSpPr>
            <a:spLocks noGrp="1" noChangeArrowheads="1"/>
          </p:cNvSpPr>
          <p:nvPr>
            <p:ph type="sldNum" sz="quarter" idx="3"/>
          </p:nvPr>
        </p:nvSpPr>
        <p:spPr bwMode="auto">
          <a:xfrm>
            <a:off x="4144963" y="9121775"/>
            <a:ext cx="3170237" cy="479425"/>
          </a:xfrm>
          <a:prstGeom prst="rect">
            <a:avLst/>
          </a:prstGeom>
          <a:noFill/>
          <a:ln w="12700">
            <a:noFill/>
            <a:miter lim="800000"/>
            <a:headEnd type="none" w="sm" len="sm"/>
            <a:tailEnd type="none" w="sm" len="sm"/>
          </a:ln>
          <a:effectLst/>
        </p:spPr>
        <p:txBody>
          <a:bodyPr vert="horz" wrap="square" lIns="96661" tIns="48331" rIns="96661" bIns="48331" numCol="1" anchor="b" anchorCtr="0" compatLnSpc="1">
            <a:prstTxWarp prst="textNoShape">
              <a:avLst/>
            </a:prstTxWarp>
          </a:bodyPr>
          <a:lstStyle>
            <a:lvl1pPr algn="r" defTabSz="966788" eaLnBrk="0" hangingPunct="0">
              <a:defRPr kumimoji="0" sz="1300">
                <a:latin typeface="Times New Roman" charset="0"/>
              </a:defRPr>
            </a:lvl1pPr>
          </a:lstStyle>
          <a:p>
            <a:pPr>
              <a:defRPr/>
            </a:pPr>
            <a:fld id="{CA42E8D5-30CB-49C7-B4D1-32D0806E5CEE}" type="slidenum">
              <a:rPr lang="en-US"/>
              <a:pPr>
                <a:defRPr/>
              </a:pPr>
              <a:t>‹#›</a:t>
            </a:fld>
            <a:endParaRPr lang="en-US"/>
          </a:p>
        </p:txBody>
      </p:sp>
    </p:spTree>
    <p:extLst>
      <p:ext uri="{BB962C8B-B14F-4D97-AF65-F5344CB8AC3E}">
        <p14:creationId xmlns:p14="http://schemas.microsoft.com/office/powerpoint/2010/main" val="979391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3170238" cy="479425"/>
          </a:xfrm>
          <a:prstGeom prst="rect">
            <a:avLst/>
          </a:prstGeom>
          <a:noFill/>
          <a:ln w="12700">
            <a:noFill/>
            <a:miter lim="800000"/>
            <a:headEnd type="none" w="sm" len="sm"/>
            <a:tailEnd type="none" w="sm" len="sm"/>
          </a:ln>
          <a:effectLst/>
        </p:spPr>
        <p:txBody>
          <a:bodyPr vert="horz" wrap="square" lIns="96661" tIns="48331" rIns="96661" bIns="48331" numCol="1" anchor="t" anchorCtr="0" compatLnSpc="1">
            <a:prstTxWarp prst="textNoShape">
              <a:avLst/>
            </a:prstTxWarp>
          </a:bodyPr>
          <a:lstStyle>
            <a:lvl1pPr defTabSz="966788" eaLnBrk="0" hangingPunct="0">
              <a:defRPr kumimoji="0" sz="1300">
                <a:latin typeface="Times New Roman" charset="0"/>
              </a:defRPr>
            </a:lvl1pPr>
          </a:lstStyle>
          <a:p>
            <a:pPr>
              <a:defRPr/>
            </a:pPr>
            <a:endParaRPr lang="en-US"/>
          </a:p>
        </p:txBody>
      </p:sp>
      <p:sp>
        <p:nvSpPr>
          <p:cNvPr id="17411" name="Rectangle 3"/>
          <p:cNvSpPr>
            <a:spLocks noGrp="1" noChangeArrowheads="1"/>
          </p:cNvSpPr>
          <p:nvPr>
            <p:ph type="dt" idx="1"/>
          </p:nvPr>
        </p:nvSpPr>
        <p:spPr bwMode="auto">
          <a:xfrm>
            <a:off x="4144963" y="0"/>
            <a:ext cx="3170237" cy="479425"/>
          </a:xfrm>
          <a:prstGeom prst="rect">
            <a:avLst/>
          </a:prstGeom>
          <a:noFill/>
          <a:ln w="12700">
            <a:noFill/>
            <a:miter lim="800000"/>
            <a:headEnd type="none" w="sm" len="sm"/>
            <a:tailEnd type="none" w="sm" len="sm"/>
          </a:ln>
          <a:effectLst/>
        </p:spPr>
        <p:txBody>
          <a:bodyPr vert="horz" wrap="square" lIns="96661" tIns="48331" rIns="96661" bIns="48331" numCol="1" anchor="t" anchorCtr="0" compatLnSpc="1">
            <a:prstTxWarp prst="textNoShape">
              <a:avLst/>
            </a:prstTxWarp>
          </a:bodyPr>
          <a:lstStyle>
            <a:lvl1pPr algn="r" defTabSz="966788" eaLnBrk="0" hangingPunct="0">
              <a:defRPr kumimoji="0" sz="1300">
                <a:latin typeface="Times New Roman" charset="0"/>
              </a:defRPr>
            </a:lvl1pPr>
          </a:lstStyle>
          <a:p>
            <a:pPr>
              <a:defRPr/>
            </a:pPr>
            <a:fld id="{25A774B4-4AF6-43A5-BCB5-01F9E7DC894B}" type="datetime1">
              <a:rPr lang="en-US"/>
              <a:pPr>
                <a:defRPr/>
              </a:pPr>
              <a:t>1/26/2025</a:t>
            </a:fld>
            <a:endParaRPr lang="en-US"/>
          </a:p>
        </p:txBody>
      </p:sp>
      <p:sp>
        <p:nvSpPr>
          <p:cNvPr id="2560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74725" y="4560888"/>
            <a:ext cx="5365750" cy="4319587"/>
          </a:xfrm>
          <a:prstGeom prst="rect">
            <a:avLst/>
          </a:prstGeom>
          <a:noFill/>
          <a:ln w="12700">
            <a:noFill/>
            <a:miter lim="800000"/>
            <a:headEnd type="none" w="sm" len="sm"/>
            <a:tailEnd type="none" w="sm" len="sm"/>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9121775"/>
            <a:ext cx="3170238" cy="479425"/>
          </a:xfrm>
          <a:prstGeom prst="rect">
            <a:avLst/>
          </a:prstGeom>
          <a:noFill/>
          <a:ln w="12700">
            <a:noFill/>
            <a:miter lim="800000"/>
            <a:headEnd type="none" w="sm" len="sm"/>
            <a:tailEnd type="none" w="sm" len="sm"/>
          </a:ln>
          <a:effectLst/>
        </p:spPr>
        <p:txBody>
          <a:bodyPr vert="horz" wrap="square" lIns="96661" tIns="48331" rIns="96661" bIns="48331" numCol="1" anchor="b" anchorCtr="0" compatLnSpc="1">
            <a:prstTxWarp prst="textNoShape">
              <a:avLst/>
            </a:prstTxWarp>
          </a:bodyPr>
          <a:lstStyle>
            <a:lvl1pPr defTabSz="966788" eaLnBrk="0" hangingPunct="0">
              <a:defRPr kumimoji="0" sz="1300">
                <a:latin typeface="Times New Roman" charset="0"/>
              </a:defRPr>
            </a:lvl1pPr>
          </a:lstStyle>
          <a:p>
            <a:pPr>
              <a:defRPr/>
            </a:pPr>
            <a:r>
              <a:rPr lang="en-US"/>
              <a:t>CST8110 - L. Crane</a:t>
            </a:r>
          </a:p>
        </p:txBody>
      </p:sp>
      <p:sp>
        <p:nvSpPr>
          <p:cNvPr id="17415" name="Rectangle 7"/>
          <p:cNvSpPr>
            <a:spLocks noGrp="1" noChangeArrowheads="1"/>
          </p:cNvSpPr>
          <p:nvPr>
            <p:ph type="sldNum" sz="quarter" idx="5"/>
          </p:nvPr>
        </p:nvSpPr>
        <p:spPr bwMode="auto">
          <a:xfrm>
            <a:off x="4144963" y="9121775"/>
            <a:ext cx="3170237" cy="479425"/>
          </a:xfrm>
          <a:prstGeom prst="rect">
            <a:avLst/>
          </a:prstGeom>
          <a:noFill/>
          <a:ln w="12700">
            <a:noFill/>
            <a:miter lim="800000"/>
            <a:headEnd type="none" w="sm" len="sm"/>
            <a:tailEnd type="none" w="sm" len="sm"/>
          </a:ln>
          <a:effectLst/>
        </p:spPr>
        <p:txBody>
          <a:bodyPr vert="horz" wrap="square" lIns="96661" tIns="48331" rIns="96661" bIns="48331" numCol="1" anchor="b" anchorCtr="0" compatLnSpc="1">
            <a:prstTxWarp prst="textNoShape">
              <a:avLst/>
            </a:prstTxWarp>
          </a:bodyPr>
          <a:lstStyle>
            <a:lvl1pPr algn="r" defTabSz="966788" eaLnBrk="0" hangingPunct="0">
              <a:defRPr kumimoji="0" sz="1300">
                <a:latin typeface="Times New Roman" charset="0"/>
              </a:defRPr>
            </a:lvl1pPr>
          </a:lstStyle>
          <a:p>
            <a:pPr>
              <a:defRPr/>
            </a:pPr>
            <a:fld id="{E6B0E5FB-6637-484C-B066-292CBE0B9CF1}" type="slidenum">
              <a:rPr lang="en-US"/>
              <a:pPr>
                <a:defRPr/>
              </a:pPr>
              <a:t>‹#›</a:t>
            </a:fld>
            <a:endParaRPr lang="en-US"/>
          </a:p>
        </p:txBody>
      </p:sp>
    </p:spTree>
    <p:extLst>
      <p:ext uri="{BB962C8B-B14F-4D97-AF65-F5344CB8AC3E}">
        <p14:creationId xmlns:p14="http://schemas.microsoft.com/office/powerpoint/2010/main" val="1119651229"/>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kumimoji="1"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p:cNvSpPr>
            <a:spLocks noGrp="1" noChangeArrowheads="1"/>
          </p:cNvSpPr>
          <p:nvPr>
            <p:ph type="ftr" sz="quarter" idx="4"/>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66788" eaLnBrk="0" hangingPunct="0">
              <a:defRPr kumimoji="1" sz="2400">
                <a:solidFill>
                  <a:schemeClr val="tx1"/>
                </a:solidFill>
                <a:latin typeface="Times New Roman" pitchFamily="18" charset="0"/>
              </a:defRPr>
            </a:lvl1pPr>
            <a:lvl2pPr marL="742950" indent="-285750" defTabSz="966788" eaLnBrk="0" hangingPunct="0">
              <a:defRPr kumimoji="1" sz="2400">
                <a:solidFill>
                  <a:schemeClr val="tx1"/>
                </a:solidFill>
                <a:latin typeface="Times New Roman" pitchFamily="18" charset="0"/>
              </a:defRPr>
            </a:lvl2pPr>
            <a:lvl3pPr marL="1143000" indent="-228600" defTabSz="966788" eaLnBrk="0" hangingPunct="0">
              <a:defRPr kumimoji="1" sz="2400">
                <a:solidFill>
                  <a:schemeClr val="tx1"/>
                </a:solidFill>
                <a:latin typeface="Times New Roman" pitchFamily="18" charset="0"/>
              </a:defRPr>
            </a:lvl3pPr>
            <a:lvl4pPr marL="1600200" indent="-228600" defTabSz="966788" eaLnBrk="0" hangingPunct="0">
              <a:defRPr kumimoji="1" sz="2400">
                <a:solidFill>
                  <a:schemeClr val="tx1"/>
                </a:solidFill>
                <a:latin typeface="Times New Roman" pitchFamily="18" charset="0"/>
              </a:defRPr>
            </a:lvl4pPr>
            <a:lvl5pPr marL="2057400" indent="-228600" defTabSz="966788" eaLnBrk="0" hangingPunct="0">
              <a:defRPr kumimoji="1" sz="2400">
                <a:solidFill>
                  <a:schemeClr val="tx1"/>
                </a:solidFill>
                <a:latin typeface="Times New Roman" pitchFamily="18" charset="0"/>
              </a:defRPr>
            </a:lvl5pPr>
            <a:lvl6pPr marL="2514600" indent="-228600" defTabSz="966788" eaLnBrk="0" fontAlgn="base" hangingPunct="0">
              <a:spcBef>
                <a:spcPct val="0"/>
              </a:spcBef>
              <a:spcAft>
                <a:spcPct val="0"/>
              </a:spcAft>
              <a:defRPr kumimoji="1" sz="2400">
                <a:solidFill>
                  <a:schemeClr val="tx1"/>
                </a:solidFill>
                <a:latin typeface="Times New Roman" pitchFamily="18" charset="0"/>
              </a:defRPr>
            </a:lvl6pPr>
            <a:lvl7pPr marL="2971800" indent="-228600" defTabSz="966788" eaLnBrk="0" fontAlgn="base" hangingPunct="0">
              <a:spcBef>
                <a:spcPct val="0"/>
              </a:spcBef>
              <a:spcAft>
                <a:spcPct val="0"/>
              </a:spcAft>
              <a:defRPr kumimoji="1" sz="2400">
                <a:solidFill>
                  <a:schemeClr val="tx1"/>
                </a:solidFill>
                <a:latin typeface="Times New Roman" pitchFamily="18" charset="0"/>
              </a:defRPr>
            </a:lvl7pPr>
            <a:lvl8pPr marL="3429000" indent="-228600" defTabSz="966788" eaLnBrk="0" fontAlgn="base" hangingPunct="0">
              <a:spcBef>
                <a:spcPct val="0"/>
              </a:spcBef>
              <a:spcAft>
                <a:spcPct val="0"/>
              </a:spcAft>
              <a:defRPr kumimoji="1" sz="2400">
                <a:solidFill>
                  <a:schemeClr val="tx1"/>
                </a:solidFill>
                <a:latin typeface="Times New Roman" pitchFamily="18" charset="0"/>
              </a:defRPr>
            </a:lvl8pPr>
            <a:lvl9pPr marL="3886200" indent="-228600" defTabSz="966788" eaLnBrk="0" fontAlgn="base" hangingPunct="0">
              <a:spcBef>
                <a:spcPct val="0"/>
              </a:spcBef>
              <a:spcAft>
                <a:spcPct val="0"/>
              </a:spcAft>
              <a:defRPr kumimoji="1" sz="2400">
                <a:solidFill>
                  <a:schemeClr val="tx1"/>
                </a:solidFill>
                <a:latin typeface="Times New Roman" pitchFamily="18" charset="0"/>
              </a:defRPr>
            </a:lvl9pPr>
          </a:lstStyle>
          <a:p>
            <a:r>
              <a:rPr kumimoji="0" lang="en-US" sz="1300"/>
              <a:t>CST8110 - L. Crane</a:t>
            </a:r>
          </a:p>
        </p:txBody>
      </p:sp>
      <p:sp>
        <p:nvSpPr>
          <p:cNvPr id="26627"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66788" eaLnBrk="0" hangingPunct="0">
              <a:defRPr kumimoji="1" sz="2400">
                <a:solidFill>
                  <a:schemeClr val="tx1"/>
                </a:solidFill>
                <a:latin typeface="Times New Roman" pitchFamily="18" charset="0"/>
              </a:defRPr>
            </a:lvl1pPr>
            <a:lvl2pPr marL="742950" indent="-285750" defTabSz="966788" eaLnBrk="0" hangingPunct="0">
              <a:defRPr kumimoji="1" sz="2400">
                <a:solidFill>
                  <a:schemeClr val="tx1"/>
                </a:solidFill>
                <a:latin typeface="Times New Roman" pitchFamily="18" charset="0"/>
              </a:defRPr>
            </a:lvl2pPr>
            <a:lvl3pPr marL="1143000" indent="-228600" defTabSz="966788" eaLnBrk="0" hangingPunct="0">
              <a:defRPr kumimoji="1" sz="2400">
                <a:solidFill>
                  <a:schemeClr val="tx1"/>
                </a:solidFill>
                <a:latin typeface="Times New Roman" pitchFamily="18" charset="0"/>
              </a:defRPr>
            </a:lvl3pPr>
            <a:lvl4pPr marL="1600200" indent="-228600" defTabSz="966788" eaLnBrk="0" hangingPunct="0">
              <a:defRPr kumimoji="1" sz="2400">
                <a:solidFill>
                  <a:schemeClr val="tx1"/>
                </a:solidFill>
                <a:latin typeface="Times New Roman" pitchFamily="18" charset="0"/>
              </a:defRPr>
            </a:lvl4pPr>
            <a:lvl5pPr marL="2057400" indent="-228600" defTabSz="966788" eaLnBrk="0" hangingPunct="0">
              <a:defRPr kumimoji="1" sz="2400">
                <a:solidFill>
                  <a:schemeClr val="tx1"/>
                </a:solidFill>
                <a:latin typeface="Times New Roman" pitchFamily="18" charset="0"/>
              </a:defRPr>
            </a:lvl5pPr>
            <a:lvl6pPr marL="2514600" indent="-228600" defTabSz="966788" eaLnBrk="0" fontAlgn="base" hangingPunct="0">
              <a:spcBef>
                <a:spcPct val="0"/>
              </a:spcBef>
              <a:spcAft>
                <a:spcPct val="0"/>
              </a:spcAft>
              <a:defRPr kumimoji="1" sz="2400">
                <a:solidFill>
                  <a:schemeClr val="tx1"/>
                </a:solidFill>
                <a:latin typeface="Times New Roman" pitchFamily="18" charset="0"/>
              </a:defRPr>
            </a:lvl6pPr>
            <a:lvl7pPr marL="2971800" indent="-228600" defTabSz="966788" eaLnBrk="0" fontAlgn="base" hangingPunct="0">
              <a:spcBef>
                <a:spcPct val="0"/>
              </a:spcBef>
              <a:spcAft>
                <a:spcPct val="0"/>
              </a:spcAft>
              <a:defRPr kumimoji="1" sz="2400">
                <a:solidFill>
                  <a:schemeClr val="tx1"/>
                </a:solidFill>
                <a:latin typeface="Times New Roman" pitchFamily="18" charset="0"/>
              </a:defRPr>
            </a:lvl7pPr>
            <a:lvl8pPr marL="3429000" indent="-228600" defTabSz="966788" eaLnBrk="0" fontAlgn="base" hangingPunct="0">
              <a:spcBef>
                <a:spcPct val="0"/>
              </a:spcBef>
              <a:spcAft>
                <a:spcPct val="0"/>
              </a:spcAft>
              <a:defRPr kumimoji="1" sz="2400">
                <a:solidFill>
                  <a:schemeClr val="tx1"/>
                </a:solidFill>
                <a:latin typeface="Times New Roman" pitchFamily="18" charset="0"/>
              </a:defRPr>
            </a:lvl8pPr>
            <a:lvl9pPr marL="3886200" indent="-228600" defTabSz="966788" eaLnBrk="0" fontAlgn="base" hangingPunct="0">
              <a:spcBef>
                <a:spcPct val="0"/>
              </a:spcBef>
              <a:spcAft>
                <a:spcPct val="0"/>
              </a:spcAft>
              <a:defRPr kumimoji="1" sz="2400">
                <a:solidFill>
                  <a:schemeClr val="tx1"/>
                </a:solidFill>
                <a:latin typeface="Times New Roman" pitchFamily="18" charset="0"/>
              </a:defRPr>
            </a:lvl9pPr>
          </a:lstStyle>
          <a:p>
            <a:fld id="{2B4E9738-961D-487F-8A3C-B70515075141}" type="slidenum">
              <a:rPr kumimoji="0" lang="en-US" sz="1300" smtClean="0"/>
              <a:pPr/>
              <a:t>1</a:t>
            </a:fld>
            <a:endParaRPr kumimoji="0" lang="en-US" sz="1300"/>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en-US">
              <a:latin typeface="Times New Roman" pitchFamily="18" charset="0"/>
            </a:endParaRPr>
          </a:p>
        </p:txBody>
      </p:sp>
    </p:spTree>
    <p:extLst>
      <p:ext uri="{BB962C8B-B14F-4D97-AF65-F5344CB8AC3E}">
        <p14:creationId xmlns:p14="http://schemas.microsoft.com/office/powerpoint/2010/main" val="383942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a:defRPr/>
            </a:pPr>
            <a:r>
              <a:rPr lang="en-US"/>
              <a:t>CST8110 - L. Crane</a:t>
            </a:r>
          </a:p>
        </p:txBody>
      </p:sp>
      <p:sp>
        <p:nvSpPr>
          <p:cNvPr id="5" name="Slide Number Placeholder 4"/>
          <p:cNvSpPr>
            <a:spLocks noGrp="1"/>
          </p:cNvSpPr>
          <p:nvPr>
            <p:ph type="sldNum" sz="quarter" idx="5"/>
          </p:nvPr>
        </p:nvSpPr>
        <p:spPr/>
        <p:txBody>
          <a:bodyPr/>
          <a:lstStyle/>
          <a:p>
            <a:pPr>
              <a:defRPr/>
            </a:pPr>
            <a:fld id="{E6B0E5FB-6637-484C-B066-292CBE0B9CF1}" type="slidenum">
              <a:rPr lang="en-US" smtClean="0"/>
              <a:pPr>
                <a:defRPr/>
              </a:pPr>
              <a:t>2</a:t>
            </a:fld>
            <a:endParaRPr lang="en-US"/>
          </a:p>
        </p:txBody>
      </p:sp>
    </p:spTree>
    <p:extLst>
      <p:ext uri="{BB962C8B-B14F-4D97-AF65-F5344CB8AC3E}">
        <p14:creationId xmlns:p14="http://schemas.microsoft.com/office/powerpoint/2010/main" val="1256462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08510d4184_0_1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108510d4184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rgbClr val="373D3F"/>
                </a:solidFill>
                <a:highlight>
                  <a:srgbClr val="FFFFFF"/>
                </a:highlight>
              </a:rPr>
              <a:t>A </a:t>
            </a:r>
            <a:r>
              <a:rPr lang="en" sz="1350">
                <a:solidFill>
                  <a:srgbClr val="373D3F"/>
                </a:solidFill>
              </a:rPr>
              <a:t>programming language</a:t>
            </a:r>
            <a:r>
              <a:rPr lang="en" sz="1350">
                <a:solidFill>
                  <a:srgbClr val="373D3F"/>
                </a:solidFill>
                <a:highlight>
                  <a:srgbClr val="FFFFFF"/>
                </a:highlight>
              </a:rPr>
              <a:t> is an artificial language that provides a way for a developer to create programming code to communicate logic in a format that can be executed by the computer hardware.</a:t>
            </a:r>
            <a:endParaRPr/>
          </a:p>
        </p:txBody>
      </p:sp>
    </p:spTree>
    <p:extLst>
      <p:ext uri="{BB962C8B-B14F-4D97-AF65-F5344CB8AC3E}">
        <p14:creationId xmlns:p14="http://schemas.microsoft.com/office/powerpoint/2010/main" val="3376884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05a5933cc3_0_1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05a5933cc3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05a5933cc3_0_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05a5933cc3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500">
                <a:solidFill>
                  <a:srgbClr val="373D3F"/>
                </a:solidFill>
                <a:highlight>
                  <a:srgbClr val="FFFFFF"/>
                </a:highlight>
              </a:rPr>
              <a:t>Operating systems are designed to create a platform so that programmers can write additional applications, allowing the computer to do even more useful things.</a:t>
            </a:r>
            <a:endParaRPr sz="1500">
              <a:solidFill>
                <a:srgbClr val="373D3F"/>
              </a:solidFill>
              <a:highlight>
                <a:srgbClr val="FFFFFF"/>
              </a:highlight>
            </a:endParaRPr>
          </a:p>
          <a:p>
            <a:pPr marL="0" lvl="0" indent="0" algn="l" rtl="0">
              <a:spcBef>
                <a:spcPts val="1200"/>
              </a:spcBef>
              <a:spcAft>
                <a:spcPts val="0"/>
              </a:spcAft>
              <a:buClr>
                <a:schemeClr val="dk1"/>
              </a:buClr>
              <a:buSzPts val="1100"/>
              <a:buFont typeface="Arial"/>
              <a:buNone/>
            </a:pPr>
            <a:r>
              <a:rPr lang="en" sz="1350">
                <a:solidFill>
                  <a:srgbClr val="373D3F"/>
                </a:solidFill>
                <a:highlight>
                  <a:schemeClr val="lt1"/>
                </a:highlight>
              </a:rPr>
              <a:t>Important to know: All computing devices require an operating system.</a:t>
            </a:r>
            <a:endParaRPr sz="1350">
              <a:solidFill>
                <a:srgbClr val="373D3F"/>
              </a:solidFill>
              <a:highlight>
                <a:schemeClr val="lt1"/>
              </a:highlight>
            </a:endParaRPr>
          </a:p>
          <a:p>
            <a:pPr marL="0" lvl="0" indent="0" algn="l" rtl="0">
              <a:spcBef>
                <a:spcPts val="0"/>
              </a:spcBef>
              <a:spcAft>
                <a:spcPts val="0"/>
              </a:spcAft>
              <a:buClr>
                <a:schemeClr val="dk1"/>
              </a:buClr>
              <a:buSzPts val="1100"/>
              <a:buFont typeface="Arial"/>
              <a:buNone/>
            </a:pPr>
            <a:endParaRPr sz="1350">
              <a:solidFill>
                <a:srgbClr val="373D3F"/>
              </a:solidFill>
              <a:highlight>
                <a:schemeClr val="lt1"/>
              </a:highlight>
            </a:endParaRPr>
          </a:p>
          <a:p>
            <a:pPr marL="0" lvl="0" indent="0" algn="l" rtl="0">
              <a:spcBef>
                <a:spcPts val="0"/>
              </a:spcBef>
              <a:spcAft>
                <a:spcPts val="0"/>
              </a:spcAft>
              <a:buClr>
                <a:schemeClr val="dk1"/>
              </a:buClr>
              <a:buSzPts val="1100"/>
              <a:buFont typeface="Arial"/>
              <a:buNone/>
            </a:pPr>
            <a:r>
              <a:rPr lang="en" sz="1350">
                <a:solidFill>
                  <a:srgbClr val="373D3F"/>
                </a:solidFill>
                <a:highlight>
                  <a:schemeClr val="lt1"/>
                </a:highlight>
              </a:rPr>
              <a:t>The most popular operating systems for personal computers are: Microsoft Windows, Apple’s Mac OS, and various versions of Linux. Smartphones and tablets run operating systems as well, such as iOS (Apple), and Android (Google).</a:t>
            </a:r>
            <a:endParaRPr sz="1350">
              <a:solidFill>
                <a:srgbClr val="373D3F"/>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endParaRPr sz="1500">
              <a:solidFill>
                <a:srgbClr val="373D3F"/>
              </a:solidFill>
              <a:highlight>
                <a:srgbClr val="FFFFFF"/>
              </a:highlight>
            </a:endParaRPr>
          </a:p>
          <a:p>
            <a:pPr marL="0" lvl="0" indent="0" algn="l" rtl="0">
              <a:spcBef>
                <a:spcPts val="120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105a5933cc3_0_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105a5933cc3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rgbClr val="373D3F"/>
                </a:solidFill>
                <a:highlight>
                  <a:srgbClr val="FFFFFF"/>
                </a:highlight>
              </a:rPr>
              <a:t>There are many different types of application software, and they can work on mobile devices or desktop and laptop computers. Typically, software falls into the categories of productivity, multimedia, home, and communication and collaboration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105a5933cc3_0_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105a5933cc3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rgbClr val="373D3F"/>
                </a:solidFill>
                <a:highlight>
                  <a:srgbClr val="FFFFFF"/>
                </a:highlight>
              </a:rPr>
              <a:t>There are many different types of application software, and they can work on mobile devices or desktop and laptop computers. Typically, software falls into the categories of productivity, multimedia, home, and communication and collaboration</a:t>
            </a:r>
            <a:endParaRPr/>
          </a:p>
        </p:txBody>
      </p:sp>
    </p:spTree>
    <p:extLst>
      <p:ext uri="{BB962C8B-B14F-4D97-AF65-F5344CB8AC3E}">
        <p14:creationId xmlns:p14="http://schemas.microsoft.com/office/powerpoint/2010/main" val="3067050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C723E8B8-03E5-5F73-A26C-BBFFCC102CB6}"/>
            </a:ext>
          </a:extLst>
        </p:cNvPr>
        <p:cNvGrpSpPr/>
        <p:nvPr/>
      </p:nvGrpSpPr>
      <p:grpSpPr>
        <a:xfrm>
          <a:off x="0" y="0"/>
          <a:ext cx="0" cy="0"/>
          <a:chOff x="0" y="0"/>
          <a:chExt cx="0" cy="0"/>
        </a:xfrm>
      </p:grpSpPr>
      <p:sp>
        <p:nvSpPr>
          <p:cNvPr id="103" name="Google Shape;103;g105a5933cc3_0_91:notes">
            <a:extLst>
              <a:ext uri="{FF2B5EF4-FFF2-40B4-BE49-F238E27FC236}">
                <a16:creationId xmlns:a16="http://schemas.microsoft.com/office/drawing/2014/main" id="{54B56FC6-60B2-89DE-A50A-333CE4E3BE1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105a5933cc3_0_91:notes">
            <a:extLst>
              <a:ext uri="{FF2B5EF4-FFF2-40B4-BE49-F238E27FC236}">
                <a16:creationId xmlns:a16="http://schemas.microsoft.com/office/drawing/2014/main" id="{D816451C-0D77-DFCD-4C89-97804C0B7C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rgbClr val="373D3F"/>
                </a:solidFill>
                <a:highlight>
                  <a:srgbClr val="FFFFFF"/>
                </a:highlight>
              </a:rPr>
              <a:t>There are many different types of application software, and they can work on mobile devices or desktop and laptop computers. Typically, software falls into the categories of productivity, multimedia, home, and communication and collaboration</a:t>
            </a:r>
            <a:endParaRPr/>
          </a:p>
        </p:txBody>
      </p:sp>
    </p:spTree>
    <p:extLst>
      <p:ext uri="{BB962C8B-B14F-4D97-AF65-F5344CB8AC3E}">
        <p14:creationId xmlns:p14="http://schemas.microsoft.com/office/powerpoint/2010/main" val="2326363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05a5933cc3_0_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105a5933cc3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041724e58d_0_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041724e58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350">
                <a:solidFill>
                  <a:srgbClr val="373D3F"/>
                </a:solidFill>
                <a:highlight>
                  <a:schemeClr val="lt1"/>
                </a:highlight>
              </a:rPr>
              <a:t>Most companies run various forms of enterprise software programs to keep track of their inventory, record sales, manage payments to suppliers, cut employee paychecks, and handle other functions.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05a5933cc3_0_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105a5933cc3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rgbClr val="373D3F"/>
                </a:solidFill>
                <a:highlight>
                  <a:srgbClr val="FFFFFF"/>
                </a:highlight>
              </a:rPr>
              <a:t>A </a:t>
            </a:r>
            <a:r>
              <a:rPr lang="en" sz="1350">
                <a:solidFill>
                  <a:srgbClr val="373D3F"/>
                </a:solidFill>
              </a:rPr>
              <a:t>mobile app</a:t>
            </a:r>
            <a:r>
              <a:rPr lang="en" sz="1350">
                <a:solidFill>
                  <a:srgbClr val="373D3F"/>
                </a:solidFill>
                <a:highlight>
                  <a:srgbClr val="FFFFFF"/>
                </a:highlight>
              </a:rPr>
              <a:t> is a software application designed to run specifically on a mobile device.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05a5933cc3_0_1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05a5933cc3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08510d4184_0_1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108510d4184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4838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08510d4184_0_2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08510d4184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907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08510d4184_0_2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108510d4184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2123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08510d4184_0_1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108510d418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49227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37431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347416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458270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05a5933cc3_0_1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05a5933cc3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rgbClr val="373D3F"/>
                </a:solidFill>
                <a:highlight>
                  <a:schemeClr val="lt1"/>
                </a:highlight>
              </a:rPr>
              <a:t>Open-source software makes the source code available for anyone to copy and use.</a:t>
            </a:r>
            <a:endParaRPr sz="1200">
              <a:solidFill>
                <a:srgbClr val="434343"/>
              </a:solidFill>
            </a:endParaRPr>
          </a:p>
          <a:p>
            <a:pPr marL="0" lvl="0" indent="0" algn="l" rtl="0">
              <a:spcBef>
                <a:spcPts val="1200"/>
              </a:spcBef>
              <a:spcAft>
                <a:spcPts val="0"/>
              </a:spcAft>
              <a:buNone/>
            </a:pPr>
            <a:r>
              <a:rPr lang="en" sz="1350">
                <a:solidFill>
                  <a:srgbClr val="373D3F"/>
                </a:solidFill>
                <a:highlight>
                  <a:srgbClr val="FFFFFF"/>
                </a:highlight>
              </a:rPr>
              <a:t> However, open-source software is also available in a compiled format that can be downloaded and installed. The open-source movement has led to the development of some of the most used software in the world such as the Firefox browser, the Linux operating system, and the Apache web server.</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05a5933cc3_0_1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105a5933cc3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20000"/>
              </a:lnSpc>
              <a:spcBef>
                <a:spcPts val="2100"/>
              </a:spcBef>
              <a:spcAft>
                <a:spcPts val="0"/>
              </a:spcAft>
              <a:buNone/>
            </a:pPr>
            <a:r>
              <a:rPr lang="en" sz="1500">
                <a:solidFill>
                  <a:srgbClr val="373D3F"/>
                </a:solidFill>
                <a:highlight>
                  <a:srgbClr val="FFFFFF"/>
                </a:highlight>
              </a:rPr>
              <a:t>Historically, an individual copy of the software had to be installed on the computer to use it.</a:t>
            </a:r>
            <a:endParaRPr sz="1500">
              <a:solidFill>
                <a:srgbClr val="373D3F"/>
              </a:solidFill>
              <a:highlight>
                <a:srgbClr val="FFFFFF"/>
              </a:highlight>
            </a:endParaRPr>
          </a:p>
          <a:p>
            <a:pPr marL="0" lvl="0" indent="0" algn="just" rtl="0">
              <a:lnSpc>
                <a:spcPct val="150000"/>
              </a:lnSpc>
              <a:spcBef>
                <a:spcPts val="2000"/>
              </a:spcBef>
              <a:spcAft>
                <a:spcPts val="0"/>
              </a:spcAft>
              <a:buNone/>
            </a:pPr>
            <a:r>
              <a:rPr lang="en" sz="1350">
                <a:solidFill>
                  <a:srgbClr val="373D3F"/>
                </a:solidFill>
              </a:rPr>
              <a:t>Cloud service providers rely on giant server farms and massive storage devices that are connected via a network.</a:t>
            </a:r>
            <a:endParaRPr sz="1350">
              <a:solidFill>
                <a:srgbClr val="373D3F"/>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20000"/>
              </a:lnSpc>
              <a:spcBef>
                <a:spcPts val="2100"/>
              </a:spcBef>
              <a:spcAft>
                <a:spcPts val="1700"/>
              </a:spcAft>
              <a:buClr>
                <a:schemeClr val="dk1"/>
              </a:buClr>
              <a:buSzPts val="1100"/>
              <a:buFont typeface="Arial"/>
              <a:buNone/>
            </a:pPr>
            <a:endParaRPr sz="1500">
              <a:solidFill>
                <a:srgbClr val="373D3F"/>
              </a:solidFill>
              <a:highlight>
                <a:srgbClr val="FFFFFF"/>
              </a:highlight>
            </a:endParaRPr>
          </a:p>
        </p:txBody>
      </p:sp>
    </p:spTree>
    <p:extLst>
      <p:ext uri="{BB962C8B-B14F-4D97-AF65-F5344CB8AC3E}">
        <p14:creationId xmlns:p14="http://schemas.microsoft.com/office/powerpoint/2010/main" val="2519142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105a5933cc3_0_1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105a5933cc3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08510d4184_0_1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108510d4184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a:extLst>
            <a:ext uri="{FF2B5EF4-FFF2-40B4-BE49-F238E27FC236}">
              <a16:creationId xmlns:a16="http://schemas.microsoft.com/office/drawing/2014/main" id="{6A7CC0EA-0136-27E9-D087-D879983334B2}"/>
            </a:ext>
          </a:extLst>
        </p:cNvPr>
        <p:cNvGrpSpPr/>
        <p:nvPr/>
      </p:nvGrpSpPr>
      <p:grpSpPr>
        <a:xfrm>
          <a:off x="0" y="0"/>
          <a:ext cx="0" cy="0"/>
          <a:chOff x="0" y="0"/>
          <a:chExt cx="0" cy="0"/>
        </a:xfrm>
      </p:grpSpPr>
      <p:sp>
        <p:nvSpPr>
          <p:cNvPr id="181" name="Google Shape;181;g108510d4184_0_141:notes">
            <a:extLst>
              <a:ext uri="{FF2B5EF4-FFF2-40B4-BE49-F238E27FC236}">
                <a16:creationId xmlns:a16="http://schemas.microsoft.com/office/drawing/2014/main" id="{DDAA96E2-0FC2-83AB-FFF4-5ADF17ABC8B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108510d4184_0_141:notes">
            <a:extLst>
              <a:ext uri="{FF2B5EF4-FFF2-40B4-BE49-F238E27FC236}">
                <a16:creationId xmlns:a16="http://schemas.microsoft.com/office/drawing/2014/main" id="{9D8FF53B-78CE-D073-3302-92B69317E6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79784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3" Type="http://schemas.openxmlformats.org/officeDocument/2006/relationships/tags" Target="../tags/tag4.xml"/><Relationship Id="rId7" Type="http://schemas.openxmlformats.org/officeDocument/2006/relationships/slideMaster" Target="../slideMasters/slideMaster1.xml"/><Relationship Id="rId12" Type="http://schemas.openxmlformats.org/officeDocument/2006/relationships/image" Target="../media/image7.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6.png"/><Relationship Id="rId5" Type="http://schemas.openxmlformats.org/officeDocument/2006/relationships/tags" Target="../tags/tag6.xml"/><Relationship Id="rId10" Type="http://schemas.openxmlformats.org/officeDocument/2006/relationships/image" Target="../media/image5.png"/><Relationship Id="rId4" Type="http://schemas.openxmlformats.org/officeDocument/2006/relationships/tags" Target="../tags/tag5.xml"/><Relationship Id="rId9"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0.xml"/><Relationship Id="rId7"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media/image8.png"/><Relationship Id="rId4" Type="http://schemas.openxmlformats.org/officeDocument/2006/relationships/tags" Target="../tags/tag11.xml"/><Relationship Id="rId9"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6.xml"/><Relationship Id="rId7"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5" Type="http://schemas.openxmlformats.org/officeDocument/2006/relationships/tags" Target="../tags/tag18.xml"/><Relationship Id="rId10" Type="http://schemas.openxmlformats.org/officeDocument/2006/relationships/image" Target="../media/image8.png"/><Relationship Id="rId4" Type="http://schemas.openxmlformats.org/officeDocument/2006/relationships/tags" Target="../tags/tag17.xml"/><Relationship Id="rId9"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0"/>
            <a:ext cx="9251950" cy="6858000"/>
          </a:xfrm>
          <a:prstGeom prst="rect">
            <a:avLst/>
          </a:prstGeom>
          <a:solidFill>
            <a:srgbClr val="00673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chemeClr val="tx2"/>
              </a:solidFill>
            </a:endParaRPr>
          </a:p>
        </p:txBody>
      </p:sp>
      <p:pic>
        <p:nvPicPr>
          <p:cNvPr id="5" name="Picture 4" descr="White Algonquin College logo"/>
          <p:cNvPicPr>
            <a:picLocks noChangeAspect="1"/>
          </p:cNvPicPr>
          <p:nvPr userDrawn="1"/>
        </p:nvPicPr>
        <p:blipFill>
          <a:blip r:embed="rId2" cstate="print"/>
          <a:stretch>
            <a:fillRect/>
          </a:stretch>
        </p:blipFill>
        <p:spPr>
          <a:xfrm>
            <a:off x="5795963" y="517525"/>
            <a:ext cx="2892425" cy="608013"/>
          </a:xfrm>
          <a:prstGeom prst="rect">
            <a:avLst/>
          </a:prstGeom>
        </p:spPr>
      </p:pic>
      <p:pic>
        <p:nvPicPr>
          <p:cNvPr id="6" name="Picture 5" descr="The AC icon illustrates the Algonquin's connectivity theme."/>
          <p:cNvPicPr>
            <a:picLocks noChangeAspect="1"/>
          </p:cNvPicPr>
          <p:nvPr userDrawn="1"/>
        </p:nvPicPr>
        <p:blipFill rotWithShape="1">
          <a:blip r:embed="rId3" cstate="print"/>
          <a:srcRect l="31137" b="2941"/>
          <a:stretch/>
        </p:blipFill>
        <p:spPr>
          <a:xfrm>
            <a:off x="0" y="2060575"/>
            <a:ext cx="4583113" cy="4797425"/>
          </a:xfrm>
          <a:prstGeom prst="rect">
            <a:avLst/>
          </a:prstGeom>
        </p:spPr>
      </p:pic>
      <p:sp>
        <p:nvSpPr>
          <p:cNvPr id="3" name="Subtitle 2"/>
          <p:cNvSpPr>
            <a:spLocks noGrp="1"/>
          </p:cNvSpPr>
          <p:nvPr>
            <p:ph type="subTitle" idx="1"/>
          </p:nvPr>
        </p:nvSpPr>
        <p:spPr>
          <a:xfrm>
            <a:off x="4724102" y="3861048"/>
            <a:ext cx="3973959" cy="1368152"/>
          </a:xfrm>
        </p:spPr>
        <p:txBody>
          <a:bodyPr lIns="0" tIns="0" rIns="0"/>
          <a:lstStyle>
            <a:lvl1pPr marL="0" indent="0" algn="r">
              <a:buNone/>
              <a:defRPr sz="2000"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 name="Title 1"/>
          <p:cNvSpPr>
            <a:spLocks noGrp="1"/>
          </p:cNvSpPr>
          <p:nvPr>
            <p:ph type="ctrTitle"/>
          </p:nvPr>
        </p:nvSpPr>
        <p:spPr>
          <a:xfrm>
            <a:off x="4718347" y="1995317"/>
            <a:ext cx="3971628" cy="1807920"/>
          </a:xfrm>
          <a:noFill/>
        </p:spPr>
        <p:txBody>
          <a:bodyPr lIns="0" tIns="0" rIns="0"/>
          <a:lstStyle>
            <a:lvl1pPr algn="r">
              <a:lnSpc>
                <a:spcPct val="90000"/>
              </a:lnSpc>
              <a:defRPr sz="3200" b="1" i="0" cap="all" baseline="0">
                <a:solidFill>
                  <a:srgbClr val="FFFFFF"/>
                </a:solidFill>
                <a:latin typeface="Arial"/>
                <a:cs typeface="Arial"/>
              </a:defRPr>
            </a:lvl1pPr>
          </a:lstStyle>
          <a:p>
            <a:r>
              <a:rPr lang="en-US"/>
              <a:t>Click to edit Master title style</a:t>
            </a:r>
            <a:endParaRPr lang="en-US" dirty="0"/>
          </a:p>
        </p:txBody>
      </p:sp>
    </p:spTree>
    <p:extLst>
      <p:ext uri="{BB962C8B-B14F-4D97-AF65-F5344CB8AC3E}">
        <p14:creationId xmlns:p14="http://schemas.microsoft.com/office/powerpoint/2010/main" val="47785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dirty="0" smtClean="0"/>
            </a:lvl1pPr>
          </a:lstStyle>
          <a:p>
            <a:pPr>
              <a:defRPr/>
            </a:pPr>
            <a:r>
              <a:rPr lang="en-CA" dirty="0"/>
              <a:t>CST8110 – Howard </a:t>
            </a:r>
            <a:r>
              <a:rPr lang="en-CA" dirty="0" err="1"/>
              <a:t>Rosenblum</a:t>
            </a:r>
            <a:endParaRPr lang="en-CA" dirty="0"/>
          </a:p>
        </p:txBody>
      </p:sp>
      <p:sp>
        <p:nvSpPr>
          <p:cNvPr id="6" name="Slide Number Placeholder 5"/>
          <p:cNvSpPr>
            <a:spLocks noGrp="1"/>
          </p:cNvSpPr>
          <p:nvPr>
            <p:ph type="sldNum" sz="quarter" idx="12"/>
          </p:nvPr>
        </p:nvSpPr>
        <p:spPr>
          <a:xfrm>
            <a:off x="8688388" y="6537325"/>
            <a:ext cx="454025" cy="212725"/>
          </a:xfrm>
        </p:spPr>
        <p:txBody>
          <a:bodyPr/>
          <a:lstStyle>
            <a:lvl1pPr>
              <a:defRPr/>
            </a:lvl1pPr>
          </a:lstStyle>
          <a:p>
            <a:pPr>
              <a:defRPr/>
            </a:pPr>
            <a:fld id="{01A690C0-4C82-43B2-9749-0D13DA22A5B0}" type="slidenum">
              <a:rPr lang="en-CA"/>
              <a:pPr>
                <a:defRPr/>
              </a:pPr>
              <a:t>‹#›</a:t>
            </a:fld>
            <a:endParaRPr lang="en-CA"/>
          </a:p>
        </p:txBody>
      </p:sp>
    </p:spTree>
    <p:extLst>
      <p:ext uri="{BB962C8B-B14F-4D97-AF65-F5344CB8AC3E}">
        <p14:creationId xmlns:p14="http://schemas.microsoft.com/office/powerpoint/2010/main" val="1257397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55738"/>
            <a:ext cx="4038600" cy="442153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455739"/>
            <a:ext cx="4038600" cy="44215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1"/>
          </p:nvPr>
        </p:nvSpPr>
        <p:spPr/>
        <p:txBody>
          <a:bodyPr/>
          <a:lstStyle>
            <a:lvl1pPr>
              <a:defRPr smtClean="0"/>
            </a:lvl1pPr>
          </a:lstStyle>
          <a:p>
            <a:pPr>
              <a:defRPr/>
            </a:pPr>
            <a:r>
              <a:rPr lang="en-CA" dirty="0"/>
              <a:t>CST8110 – Howard </a:t>
            </a:r>
            <a:r>
              <a:rPr lang="en-CA" dirty="0" err="1"/>
              <a:t>Rosenblum</a:t>
            </a:r>
            <a:endParaRPr lang="en-CA" dirty="0"/>
          </a:p>
        </p:txBody>
      </p:sp>
      <p:sp>
        <p:nvSpPr>
          <p:cNvPr id="7" name="Slide Number Placeholder 5"/>
          <p:cNvSpPr>
            <a:spLocks noGrp="1"/>
          </p:cNvSpPr>
          <p:nvPr>
            <p:ph type="sldNum" sz="quarter" idx="12"/>
          </p:nvPr>
        </p:nvSpPr>
        <p:spPr/>
        <p:txBody>
          <a:bodyPr/>
          <a:lstStyle>
            <a:lvl1pPr>
              <a:defRPr/>
            </a:lvl1pPr>
          </a:lstStyle>
          <a:p>
            <a:pPr>
              <a:defRPr/>
            </a:pPr>
            <a:fld id="{1EA03DC7-E7E6-4D1B-ADBD-B19554FAE435}" type="slidenum">
              <a:rPr lang="en-CA"/>
              <a:pPr>
                <a:defRPr/>
              </a:pPr>
              <a:t>‹#›</a:t>
            </a:fld>
            <a:endParaRPr lang="en-CA"/>
          </a:p>
        </p:txBody>
      </p:sp>
    </p:spTree>
    <p:extLst>
      <p:ext uri="{BB962C8B-B14F-4D97-AF65-F5344CB8AC3E}">
        <p14:creationId xmlns:p14="http://schemas.microsoft.com/office/powerpoint/2010/main" val="2654807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userDrawn="1"/>
        </p:nvSpPr>
        <p:spPr>
          <a:xfrm>
            <a:off x="0" y="0"/>
            <a:ext cx="9144000" cy="6092825"/>
          </a:xfrm>
          <a:prstGeom prst="rect">
            <a:avLst/>
          </a:prstGeom>
          <a:solidFill>
            <a:srgbClr val="00673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722313" y="4406900"/>
            <a:ext cx="7772400" cy="1362075"/>
          </a:xfrm>
        </p:spPr>
        <p:txBody>
          <a:bodyPr/>
          <a:lstStyle>
            <a:lvl1pPr algn="l">
              <a:defRPr sz="4000" b="1" cap="all">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5" name="Date Placeholder 3"/>
          <p:cNvSpPr>
            <a:spLocks noGrp="1"/>
          </p:cNvSpPr>
          <p:nvPr>
            <p:ph type="dt" sz="half" idx="10"/>
          </p:nvPr>
        </p:nvSpPr>
        <p:spPr/>
        <p:txBody>
          <a:bodyPr/>
          <a:lstStyle>
            <a:lvl1pPr>
              <a:defRPr smtClean="0"/>
            </a:lvl1pPr>
          </a:lstStyle>
          <a:p>
            <a:pPr>
              <a:defRPr/>
            </a:pPr>
            <a:r>
              <a:rPr lang="en-US"/>
              <a:t>CST8110  - Linda Crane</a:t>
            </a:r>
            <a:endParaRPr lang="en-CA"/>
          </a:p>
        </p:txBody>
      </p:sp>
      <p:sp>
        <p:nvSpPr>
          <p:cNvPr id="6" name="Footer Placeholder 4"/>
          <p:cNvSpPr>
            <a:spLocks noGrp="1"/>
          </p:cNvSpPr>
          <p:nvPr>
            <p:ph type="ftr" sz="quarter" idx="11"/>
          </p:nvPr>
        </p:nvSpPr>
        <p:spPr/>
        <p:txBody>
          <a:bodyPr/>
          <a:lstStyle>
            <a:lvl1pPr>
              <a:defRPr smtClean="0"/>
            </a:lvl1pPr>
          </a:lstStyle>
          <a:p>
            <a:pPr>
              <a:defRPr/>
            </a:pPr>
            <a:r>
              <a:rPr lang="en-CA"/>
              <a:t>CST8110 - Linda Crane</a:t>
            </a:r>
          </a:p>
        </p:txBody>
      </p:sp>
    </p:spTree>
    <p:extLst>
      <p:ext uri="{BB962C8B-B14F-4D97-AF65-F5344CB8AC3E}">
        <p14:creationId xmlns:p14="http://schemas.microsoft.com/office/powerpoint/2010/main" val="1499332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smtClean="0"/>
            </a:lvl1pPr>
          </a:lstStyle>
          <a:p>
            <a:pPr>
              <a:defRPr/>
            </a:pPr>
            <a:r>
              <a:rPr lang="en-US"/>
              <a:t>CST8110  - Linda Crane</a:t>
            </a:r>
            <a:endParaRPr lang="en-CA"/>
          </a:p>
        </p:txBody>
      </p:sp>
      <p:sp>
        <p:nvSpPr>
          <p:cNvPr id="4" name="Footer Placeholder 4"/>
          <p:cNvSpPr>
            <a:spLocks noGrp="1"/>
          </p:cNvSpPr>
          <p:nvPr>
            <p:ph type="ftr" sz="quarter" idx="11"/>
          </p:nvPr>
        </p:nvSpPr>
        <p:spPr>
          <a:xfrm>
            <a:off x="1403648" y="6237312"/>
            <a:ext cx="2895600" cy="215900"/>
          </a:xfrm>
        </p:spPr>
        <p:txBody>
          <a:bodyPr/>
          <a:lstStyle>
            <a:lvl1pPr>
              <a:defRPr smtClean="0"/>
            </a:lvl1pPr>
          </a:lstStyle>
          <a:p>
            <a:pPr>
              <a:defRPr/>
            </a:pPr>
            <a:r>
              <a:rPr lang="en-CA"/>
              <a:t>CST8110 - Linda Crane</a:t>
            </a:r>
            <a:endParaRPr lang="en-CA" dirty="0"/>
          </a:p>
        </p:txBody>
      </p:sp>
      <p:sp>
        <p:nvSpPr>
          <p:cNvPr id="5" name="Slide Number Placeholder 5"/>
          <p:cNvSpPr>
            <a:spLocks noGrp="1"/>
          </p:cNvSpPr>
          <p:nvPr>
            <p:ph type="sldNum" sz="quarter" idx="12"/>
          </p:nvPr>
        </p:nvSpPr>
        <p:spPr/>
        <p:txBody>
          <a:bodyPr/>
          <a:lstStyle>
            <a:lvl1pPr>
              <a:defRPr/>
            </a:lvl1pPr>
          </a:lstStyle>
          <a:p>
            <a:pPr>
              <a:defRPr/>
            </a:pPr>
            <a:fld id="{D0DF2990-4EB2-43CF-8C51-F01A083DC7C6}" type="slidenum">
              <a:rPr lang="en-CA"/>
              <a:pPr>
                <a:defRPr/>
              </a:pPr>
              <a:t>‹#›</a:t>
            </a:fld>
            <a:endParaRPr lang="en-CA"/>
          </a:p>
        </p:txBody>
      </p:sp>
    </p:spTree>
    <p:extLst>
      <p:ext uri="{BB962C8B-B14F-4D97-AF65-F5344CB8AC3E}">
        <p14:creationId xmlns:p14="http://schemas.microsoft.com/office/powerpoint/2010/main" val="453643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p:txBody>
          <a:bodyPr/>
          <a:lstStyle>
            <a:lvl1pPr>
              <a:defRPr/>
            </a:lvl1pPr>
          </a:lstStyle>
          <a:p>
            <a:pPr>
              <a:defRPr/>
            </a:pPr>
            <a:r>
              <a:rPr lang="en-US"/>
              <a:t>CST8110  - Linda Crane</a:t>
            </a:r>
            <a:endParaRPr lang="en-CA" dirty="0"/>
          </a:p>
        </p:txBody>
      </p:sp>
      <p:sp>
        <p:nvSpPr>
          <p:cNvPr id="3" name="Footer Placeholder 5"/>
          <p:cNvSpPr>
            <a:spLocks noGrp="1"/>
          </p:cNvSpPr>
          <p:nvPr>
            <p:ph type="ftr" sz="quarter" idx="11"/>
          </p:nvPr>
        </p:nvSpPr>
        <p:spPr/>
        <p:txBody>
          <a:bodyPr/>
          <a:lstStyle>
            <a:lvl1pPr>
              <a:defRPr/>
            </a:lvl1pPr>
          </a:lstStyle>
          <a:p>
            <a:pPr>
              <a:defRPr/>
            </a:pPr>
            <a:r>
              <a:rPr lang="en-CA"/>
              <a:t>CST8110 - Linda Crane</a:t>
            </a:r>
          </a:p>
        </p:txBody>
      </p:sp>
      <p:sp>
        <p:nvSpPr>
          <p:cNvPr id="4" name="Slide Number Placeholder 6"/>
          <p:cNvSpPr>
            <a:spLocks noGrp="1"/>
          </p:cNvSpPr>
          <p:nvPr>
            <p:ph type="sldNum" sz="quarter" idx="12"/>
          </p:nvPr>
        </p:nvSpPr>
        <p:spPr/>
        <p:txBody>
          <a:bodyPr/>
          <a:lstStyle>
            <a:lvl1pPr>
              <a:defRPr/>
            </a:lvl1pPr>
          </a:lstStyle>
          <a:p>
            <a:pPr>
              <a:defRPr/>
            </a:pPr>
            <a:fld id="{7155CDC3-C0BD-490B-8257-AED43DB1AC5A}" type="slidenum">
              <a:rPr lang="en-CA"/>
              <a:pPr>
                <a:defRPr/>
              </a:pPr>
              <a:t>‹#›</a:t>
            </a:fld>
            <a:endParaRPr lang="en-CA" dirty="0"/>
          </a:p>
        </p:txBody>
      </p:sp>
    </p:spTree>
    <p:extLst>
      <p:ext uri="{BB962C8B-B14F-4D97-AF65-F5344CB8AC3E}">
        <p14:creationId xmlns:p14="http://schemas.microsoft.com/office/powerpoint/2010/main" val="2357863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CQ (5-choices, 0-timer, BarChart-chart)">
    <p:spTree>
      <p:nvGrpSpPr>
        <p:cNvPr id="1" name=""/>
        <p:cNvGrpSpPr/>
        <p:nvPr/>
      </p:nvGrpSpPr>
      <p:grpSpPr>
        <a:xfrm>
          <a:off x="0" y="0"/>
          <a:ext cx="0" cy="0"/>
          <a:chOff x="0" y="0"/>
          <a:chExt cx="0" cy="0"/>
        </a:xfrm>
      </p:grpSpPr>
      <p:pic>
        <p:nvPicPr>
          <p:cNvPr id="8" name="Picture 16"/>
          <p:cNvPicPr>
            <a:picLocks/>
          </p:cNvPicPr>
          <p:nvPr userDrawn="1">
            <p:custDataLst>
              <p:tags r:id="rId1"/>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127000" y="2108200"/>
            <a:ext cx="419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7"/>
          <p:cNvPicPr>
            <a:picLocks/>
          </p:cNvPicPr>
          <p:nvPr userDrawn="1">
            <p:custDataLst>
              <p:tags r:id="rId2"/>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127000" y="2933700"/>
            <a:ext cx="419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8"/>
          <p:cNvPicPr>
            <a:picLocks/>
          </p:cNvPicPr>
          <p:nvPr userDrawn="1">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127000" y="3759200"/>
            <a:ext cx="419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9"/>
          <p:cNvPicPr>
            <a:picLocks/>
          </p:cNvPicPr>
          <p:nvPr userDrawn="1">
            <p:custDataLst>
              <p:tags r:id="rId4"/>
            </p:custDataLst>
          </p:nvPr>
        </p:nvPicPr>
        <p:blipFill>
          <a:blip r:embed="rId11" cstate="print">
            <a:extLst>
              <a:ext uri="{28A0092B-C50C-407E-A947-70E740481C1C}">
                <a14:useLocalDpi xmlns:a14="http://schemas.microsoft.com/office/drawing/2010/main" val="0"/>
              </a:ext>
            </a:extLst>
          </a:blip>
          <a:srcRect/>
          <a:stretch>
            <a:fillRect/>
          </a:stretch>
        </p:blipFill>
        <p:spPr bwMode="auto">
          <a:xfrm>
            <a:off x="127000" y="4584700"/>
            <a:ext cx="419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0"/>
          <p:cNvPicPr>
            <a:picLocks/>
          </p:cNvPicPr>
          <p:nvPr userDrawn="1">
            <p:custDataLst>
              <p:tags r:id="rId5"/>
            </p:custDataLst>
          </p:nvPr>
        </p:nvPicPr>
        <p:blipFill>
          <a:blip r:embed="rId12" cstate="print">
            <a:extLst>
              <a:ext uri="{28A0092B-C50C-407E-A947-70E740481C1C}">
                <a14:useLocalDpi xmlns:a14="http://schemas.microsoft.com/office/drawing/2010/main" val="0"/>
              </a:ext>
            </a:extLst>
          </a:blip>
          <a:srcRect/>
          <a:stretch>
            <a:fillRect/>
          </a:stretch>
        </p:blipFill>
        <p:spPr bwMode="auto">
          <a:xfrm>
            <a:off x="127000" y="5410200"/>
            <a:ext cx="419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1"/>
          <p:cNvPicPr>
            <a:picLocks/>
          </p:cNvPicPr>
          <p:nvPr userDrawn="1">
            <p:custDataLst>
              <p:tags r:id="rId6"/>
            </p:custDataLst>
          </p:nvPr>
        </p:nvPicPr>
        <p:blipFill>
          <a:blip r:embed="rId13" cstate="print">
            <a:extLst>
              <a:ext uri="{28A0092B-C50C-407E-A947-70E740481C1C}">
                <a14:useLocalDpi xmlns:a14="http://schemas.microsoft.com/office/drawing/2010/main" val="0"/>
              </a:ext>
            </a:extLst>
          </a:blip>
          <a:srcRect/>
          <a:stretch>
            <a:fillRect/>
          </a:stretch>
        </p:blipFill>
        <p:spPr bwMode="auto">
          <a:xfrm>
            <a:off x="5727700" y="2705100"/>
            <a:ext cx="3175000"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idx="12"/>
          </p:nvPr>
        </p:nvSpPr>
        <p:spPr>
          <a:xfrm>
            <a:off x="127000" y="127000"/>
            <a:ext cx="8890000" cy="1460500"/>
          </a:xfrm>
        </p:spPr>
        <p:txBody>
          <a:bodyPr/>
          <a:lstStyle/>
          <a:p>
            <a:r>
              <a:rPr lang="en-US"/>
              <a:t>Click to edit Master title style</a:t>
            </a:r>
          </a:p>
        </p:txBody>
      </p:sp>
      <p:sp>
        <p:nvSpPr>
          <p:cNvPr id="7" name="Text Placeholder 6"/>
          <p:cNvSpPr>
            <a:spLocks noGrp="1"/>
          </p:cNvSpPr>
          <p:nvPr>
            <p:ph type="body" idx="13"/>
          </p:nvPr>
        </p:nvSpPr>
        <p:spPr>
          <a:xfrm>
            <a:off x="762000" y="1968500"/>
            <a:ext cx="4572000" cy="698500"/>
          </a:xfrm>
        </p:spPr>
        <p:txBody>
          <a:bodyPr lIns="50800" tIns="25400" rIns="50800" bIns="25400" anchor="ctr">
            <a:normAutofit/>
          </a:bodyPr>
          <a:lstStyle>
            <a:lvl1pPr marL="0" indent="0" algn="l" defTabSz="814388" rtl="0" eaLnBrk="0" fontAlgn="base" hangingPunct="0">
              <a:spcBef>
                <a:spcPct val="20000"/>
              </a:spcBef>
              <a:spcAft>
                <a:spcPct val="0"/>
              </a:spcAft>
              <a:buNone/>
              <a:defRPr sz="1600">
                <a:latin typeface="Arial"/>
              </a:defRPr>
            </a:lvl1pPr>
            <a:lvl2pPr marL="479425" indent="0" algn="l" defTabSz="814388" rtl="0" eaLnBrk="0" fontAlgn="base" hangingPunct="0">
              <a:spcBef>
                <a:spcPct val="20000"/>
              </a:spcBef>
              <a:spcAft>
                <a:spcPct val="0"/>
              </a:spcAft>
              <a:buNone/>
              <a:defRPr sz="1600">
                <a:latin typeface="Arial"/>
              </a:defRPr>
            </a:lvl2pPr>
            <a:lvl3pPr marL="858837" indent="0" algn="l" defTabSz="814388" rtl="0" eaLnBrk="0" fontAlgn="base" hangingPunct="0">
              <a:spcBef>
                <a:spcPct val="20000"/>
              </a:spcBef>
              <a:spcAft>
                <a:spcPct val="0"/>
              </a:spcAft>
              <a:buNone/>
              <a:defRPr sz="1600">
                <a:latin typeface="Arial"/>
              </a:defRPr>
            </a:lvl3pPr>
            <a:lvl4pPr marL="1241425" indent="0" algn="l" defTabSz="814388" rtl="0" eaLnBrk="0" fontAlgn="base" hangingPunct="0">
              <a:spcBef>
                <a:spcPct val="20000"/>
              </a:spcBef>
              <a:spcAft>
                <a:spcPct val="0"/>
              </a:spcAft>
              <a:buNone/>
              <a:defRPr sz="1600">
                <a:latin typeface="Arial"/>
              </a:defRPr>
            </a:lvl4pPr>
            <a:lvl5pPr marL="1719262" indent="0" algn="l" defTabSz="814388" rtl="0" eaLnBrk="0" fontAlgn="base" hangingPunct="0">
              <a:spcBef>
                <a:spcPct val="20000"/>
              </a:spcBef>
              <a:spcAft>
                <a:spcPct val="0"/>
              </a:spcAft>
              <a:buNone/>
              <a:defRPr sz="1600">
                <a:latin typeface="Arial"/>
              </a:defRPr>
            </a:lvl5pPr>
          </a:lstStyle>
          <a:p>
            <a:pPr lvl="0"/>
            <a:r>
              <a:rPr lang="en-US"/>
              <a:t>Click to edit Master text styles</a:t>
            </a:r>
          </a:p>
        </p:txBody>
      </p:sp>
      <p:sp>
        <p:nvSpPr>
          <p:cNvPr id="9" name="Text Placeholder 8"/>
          <p:cNvSpPr>
            <a:spLocks noGrp="1"/>
          </p:cNvSpPr>
          <p:nvPr>
            <p:ph type="body" sz="quarter" idx="14"/>
          </p:nvPr>
        </p:nvSpPr>
        <p:spPr>
          <a:xfrm>
            <a:off x="762000" y="2794000"/>
            <a:ext cx="4572000" cy="698500"/>
          </a:xfrm>
          <a:prstGeom prst="rect">
            <a:avLst/>
          </a:prstGeom>
        </p:spPr>
        <p:txBody>
          <a:bodyPr lIns="50800" tIns="25400" rIns="50800" bIns="25400" anchor="ctr">
            <a:normAutofit/>
          </a:bodyPr>
          <a:lstStyle>
            <a:lvl1pPr marL="0" indent="0" algn="l" defTabSz="814388" rtl="0" eaLnBrk="0" fontAlgn="base" hangingPunct="0">
              <a:spcBef>
                <a:spcPct val="20000"/>
              </a:spcBef>
              <a:spcAft>
                <a:spcPct val="0"/>
              </a:spcAft>
              <a:buNone/>
              <a:defRPr sz="1600">
                <a:latin typeface="Arial"/>
              </a:defRPr>
            </a:lvl1pPr>
            <a:lvl2pPr marL="479425" indent="0" algn="l" defTabSz="814388" rtl="0" eaLnBrk="0" fontAlgn="base" hangingPunct="0">
              <a:spcBef>
                <a:spcPct val="20000"/>
              </a:spcBef>
              <a:spcAft>
                <a:spcPct val="0"/>
              </a:spcAft>
              <a:buNone/>
              <a:defRPr sz="1600">
                <a:latin typeface="Arial"/>
              </a:defRPr>
            </a:lvl2pPr>
            <a:lvl3pPr marL="858837" indent="0" algn="l" defTabSz="814388" rtl="0" eaLnBrk="0" fontAlgn="base" hangingPunct="0">
              <a:spcBef>
                <a:spcPct val="20000"/>
              </a:spcBef>
              <a:spcAft>
                <a:spcPct val="0"/>
              </a:spcAft>
              <a:buNone/>
              <a:defRPr sz="1600">
                <a:latin typeface="Arial"/>
              </a:defRPr>
            </a:lvl3pPr>
            <a:lvl4pPr marL="1241425" indent="0" algn="l" defTabSz="814388" rtl="0" eaLnBrk="0" fontAlgn="base" hangingPunct="0">
              <a:spcBef>
                <a:spcPct val="20000"/>
              </a:spcBef>
              <a:spcAft>
                <a:spcPct val="0"/>
              </a:spcAft>
              <a:buNone/>
              <a:defRPr sz="1600">
                <a:latin typeface="Arial"/>
              </a:defRPr>
            </a:lvl4pPr>
            <a:lvl5pPr marL="1719262" indent="0" algn="l" defTabSz="814388" rtl="0" eaLnBrk="0" fontAlgn="base" hangingPunct="0">
              <a:spcBef>
                <a:spcPct val="20000"/>
              </a:spcBef>
              <a:spcAft>
                <a:spcPct val="0"/>
              </a:spcAft>
              <a:buNone/>
              <a:defRPr sz="1600">
                <a:latin typeface="Arial"/>
              </a:defRPr>
            </a:lvl5pPr>
          </a:lstStyle>
          <a:p>
            <a:pPr lvl="0"/>
            <a:r>
              <a:rPr lang="en-US"/>
              <a:t>Click to edit Master text styles</a:t>
            </a:r>
          </a:p>
        </p:txBody>
      </p:sp>
      <p:sp>
        <p:nvSpPr>
          <p:cNvPr id="11" name="Text Placeholder 10"/>
          <p:cNvSpPr>
            <a:spLocks noGrp="1"/>
          </p:cNvSpPr>
          <p:nvPr>
            <p:ph type="body" sz="quarter" idx="15"/>
          </p:nvPr>
        </p:nvSpPr>
        <p:spPr>
          <a:xfrm>
            <a:off x="762000" y="3619500"/>
            <a:ext cx="4572000" cy="698500"/>
          </a:xfrm>
          <a:prstGeom prst="rect">
            <a:avLst/>
          </a:prstGeom>
        </p:spPr>
        <p:txBody>
          <a:bodyPr lIns="50800" tIns="25400" rIns="50800" bIns="25400" anchor="ctr">
            <a:normAutofit/>
          </a:bodyPr>
          <a:lstStyle>
            <a:lvl1pPr marL="0" indent="0" algn="l" defTabSz="814388" rtl="0" eaLnBrk="0" fontAlgn="base" hangingPunct="0">
              <a:spcBef>
                <a:spcPct val="20000"/>
              </a:spcBef>
              <a:spcAft>
                <a:spcPct val="0"/>
              </a:spcAft>
              <a:buNone/>
              <a:defRPr sz="1600">
                <a:latin typeface="Arial"/>
              </a:defRPr>
            </a:lvl1pPr>
            <a:lvl2pPr marL="479425" indent="0" algn="l" defTabSz="814388" rtl="0" eaLnBrk="0" fontAlgn="base" hangingPunct="0">
              <a:spcBef>
                <a:spcPct val="20000"/>
              </a:spcBef>
              <a:spcAft>
                <a:spcPct val="0"/>
              </a:spcAft>
              <a:buNone/>
              <a:defRPr sz="1600">
                <a:latin typeface="Arial"/>
              </a:defRPr>
            </a:lvl2pPr>
            <a:lvl3pPr marL="858837" indent="0" algn="l" defTabSz="814388" rtl="0" eaLnBrk="0" fontAlgn="base" hangingPunct="0">
              <a:spcBef>
                <a:spcPct val="20000"/>
              </a:spcBef>
              <a:spcAft>
                <a:spcPct val="0"/>
              </a:spcAft>
              <a:buNone/>
              <a:defRPr sz="1600">
                <a:latin typeface="Arial"/>
              </a:defRPr>
            </a:lvl3pPr>
            <a:lvl4pPr marL="1241425" indent="0" algn="l" defTabSz="814388" rtl="0" eaLnBrk="0" fontAlgn="base" hangingPunct="0">
              <a:spcBef>
                <a:spcPct val="20000"/>
              </a:spcBef>
              <a:spcAft>
                <a:spcPct val="0"/>
              </a:spcAft>
              <a:buNone/>
              <a:defRPr sz="1600">
                <a:latin typeface="Arial"/>
              </a:defRPr>
            </a:lvl4pPr>
            <a:lvl5pPr marL="1719262" indent="0" algn="l" defTabSz="814388" rtl="0" eaLnBrk="0" fontAlgn="base" hangingPunct="0">
              <a:spcBef>
                <a:spcPct val="20000"/>
              </a:spcBef>
              <a:spcAft>
                <a:spcPct val="0"/>
              </a:spcAft>
              <a:buNone/>
              <a:defRPr sz="1600">
                <a:latin typeface="Arial"/>
              </a:defRPr>
            </a:lvl5pPr>
          </a:lstStyle>
          <a:p>
            <a:pPr lvl="0"/>
            <a:r>
              <a:rPr lang="en-US"/>
              <a:t>Click to edit Master text styles</a:t>
            </a:r>
          </a:p>
        </p:txBody>
      </p:sp>
      <p:sp>
        <p:nvSpPr>
          <p:cNvPr id="13" name="Text Placeholder 12"/>
          <p:cNvSpPr>
            <a:spLocks noGrp="1"/>
          </p:cNvSpPr>
          <p:nvPr>
            <p:ph type="body" sz="quarter" idx="16"/>
          </p:nvPr>
        </p:nvSpPr>
        <p:spPr>
          <a:xfrm>
            <a:off x="762000" y="4445000"/>
            <a:ext cx="4572000" cy="698500"/>
          </a:xfrm>
          <a:prstGeom prst="rect">
            <a:avLst/>
          </a:prstGeom>
        </p:spPr>
        <p:txBody>
          <a:bodyPr lIns="50800" tIns="25400" rIns="50800" bIns="25400" anchor="ctr">
            <a:normAutofit/>
          </a:bodyPr>
          <a:lstStyle>
            <a:lvl1pPr marL="0" indent="0" algn="l" defTabSz="814388" rtl="0" eaLnBrk="0" fontAlgn="base" hangingPunct="0">
              <a:spcBef>
                <a:spcPct val="20000"/>
              </a:spcBef>
              <a:spcAft>
                <a:spcPct val="0"/>
              </a:spcAft>
              <a:buNone/>
              <a:defRPr sz="1600">
                <a:latin typeface="Arial"/>
              </a:defRPr>
            </a:lvl1pPr>
            <a:lvl2pPr marL="479425" indent="0" algn="l" defTabSz="814388" rtl="0" eaLnBrk="0" fontAlgn="base" hangingPunct="0">
              <a:spcBef>
                <a:spcPct val="20000"/>
              </a:spcBef>
              <a:spcAft>
                <a:spcPct val="0"/>
              </a:spcAft>
              <a:buNone/>
              <a:defRPr sz="1600">
                <a:latin typeface="Arial"/>
              </a:defRPr>
            </a:lvl2pPr>
            <a:lvl3pPr marL="858837" indent="0" algn="l" defTabSz="814388" rtl="0" eaLnBrk="0" fontAlgn="base" hangingPunct="0">
              <a:spcBef>
                <a:spcPct val="20000"/>
              </a:spcBef>
              <a:spcAft>
                <a:spcPct val="0"/>
              </a:spcAft>
              <a:buNone/>
              <a:defRPr sz="1600">
                <a:latin typeface="Arial"/>
              </a:defRPr>
            </a:lvl3pPr>
            <a:lvl4pPr marL="1241425" indent="0" algn="l" defTabSz="814388" rtl="0" eaLnBrk="0" fontAlgn="base" hangingPunct="0">
              <a:spcBef>
                <a:spcPct val="20000"/>
              </a:spcBef>
              <a:spcAft>
                <a:spcPct val="0"/>
              </a:spcAft>
              <a:buNone/>
              <a:defRPr sz="1600">
                <a:latin typeface="Arial"/>
              </a:defRPr>
            </a:lvl4pPr>
            <a:lvl5pPr marL="1719262" indent="0" algn="l" defTabSz="814388" rtl="0" eaLnBrk="0" fontAlgn="base" hangingPunct="0">
              <a:spcBef>
                <a:spcPct val="20000"/>
              </a:spcBef>
              <a:spcAft>
                <a:spcPct val="0"/>
              </a:spcAft>
              <a:buNone/>
              <a:defRPr sz="1600">
                <a:latin typeface="Arial"/>
              </a:defRPr>
            </a:lvl5pPr>
          </a:lstStyle>
          <a:p>
            <a:pPr lvl="0"/>
            <a:r>
              <a:rPr lang="en-US"/>
              <a:t>Click to edit Master text styles</a:t>
            </a:r>
          </a:p>
        </p:txBody>
      </p:sp>
      <p:sp>
        <p:nvSpPr>
          <p:cNvPr id="15" name="Text Placeholder 14"/>
          <p:cNvSpPr>
            <a:spLocks noGrp="1"/>
          </p:cNvSpPr>
          <p:nvPr>
            <p:ph type="body" sz="quarter" idx="17"/>
          </p:nvPr>
        </p:nvSpPr>
        <p:spPr>
          <a:xfrm>
            <a:off x="762000" y="5270500"/>
            <a:ext cx="4572000" cy="698500"/>
          </a:xfrm>
          <a:prstGeom prst="rect">
            <a:avLst/>
          </a:prstGeom>
        </p:spPr>
        <p:txBody>
          <a:bodyPr lIns="50800" tIns="25400" rIns="50800" bIns="25400" anchor="ctr">
            <a:normAutofit/>
          </a:bodyPr>
          <a:lstStyle>
            <a:lvl1pPr marL="0" indent="0" algn="l" defTabSz="814388" rtl="0" eaLnBrk="0" fontAlgn="base" hangingPunct="0">
              <a:spcBef>
                <a:spcPct val="20000"/>
              </a:spcBef>
              <a:spcAft>
                <a:spcPct val="0"/>
              </a:spcAft>
              <a:buNone/>
              <a:defRPr sz="1600">
                <a:latin typeface="Arial"/>
              </a:defRPr>
            </a:lvl1pPr>
            <a:lvl2pPr marL="479425" indent="0" algn="l" defTabSz="814388" rtl="0" eaLnBrk="0" fontAlgn="base" hangingPunct="0">
              <a:spcBef>
                <a:spcPct val="20000"/>
              </a:spcBef>
              <a:spcAft>
                <a:spcPct val="0"/>
              </a:spcAft>
              <a:buNone/>
              <a:defRPr sz="1600">
                <a:latin typeface="Arial"/>
              </a:defRPr>
            </a:lvl2pPr>
            <a:lvl3pPr marL="858837" indent="0" algn="l" defTabSz="814388" rtl="0" eaLnBrk="0" fontAlgn="base" hangingPunct="0">
              <a:spcBef>
                <a:spcPct val="20000"/>
              </a:spcBef>
              <a:spcAft>
                <a:spcPct val="0"/>
              </a:spcAft>
              <a:buNone/>
              <a:defRPr sz="1600">
                <a:latin typeface="Arial"/>
              </a:defRPr>
            </a:lvl3pPr>
            <a:lvl4pPr marL="1241425" indent="0" algn="l" defTabSz="814388" rtl="0" eaLnBrk="0" fontAlgn="base" hangingPunct="0">
              <a:spcBef>
                <a:spcPct val="20000"/>
              </a:spcBef>
              <a:spcAft>
                <a:spcPct val="0"/>
              </a:spcAft>
              <a:buNone/>
              <a:defRPr sz="1600">
                <a:latin typeface="Arial"/>
              </a:defRPr>
            </a:lvl4pPr>
            <a:lvl5pPr marL="1719262" indent="0" algn="l" defTabSz="814388" rtl="0" eaLnBrk="0" fontAlgn="base" hangingPunct="0">
              <a:spcBef>
                <a:spcPct val="20000"/>
              </a:spcBef>
              <a:spcAft>
                <a:spcPct val="0"/>
              </a:spcAft>
              <a:buNone/>
              <a:defRPr sz="1600">
                <a:latin typeface="Arial"/>
              </a:defRPr>
            </a:lvl5pPr>
          </a:lstStyle>
          <a:p>
            <a:pPr lvl="0"/>
            <a:r>
              <a:rPr lang="en-US"/>
              <a:t>Click to edit Master text styles</a:t>
            </a:r>
          </a:p>
        </p:txBody>
      </p:sp>
      <p:sp>
        <p:nvSpPr>
          <p:cNvPr id="18" name="Date Placeholder 2"/>
          <p:cNvSpPr>
            <a:spLocks noGrp="1"/>
          </p:cNvSpPr>
          <p:nvPr>
            <p:ph type="dt" sz="half" idx="18"/>
          </p:nvPr>
        </p:nvSpPr>
        <p:spPr>
          <a:xfrm>
            <a:off x="1331640" y="6525344"/>
            <a:ext cx="2133600" cy="220662"/>
          </a:xfrm>
        </p:spPr>
        <p:txBody>
          <a:bodyPr/>
          <a:lstStyle>
            <a:lvl1pPr>
              <a:defRPr smtClean="0"/>
            </a:lvl1pPr>
          </a:lstStyle>
          <a:p>
            <a:pPr>
              <a:defRPr/>
            </a:pPr>
            <a:r>
              <a:rPr lang="en-US"/>
              <a:t>CST8110  - Linda Crane</a:t>
            </a:r>
            <a:endParaRPr lang="en-US" dirty="0"/>
          </a:p>
        </p:txBody>
      </p:sp>
      <p:sp>
        <p:nvSpPr>
          <p:cNvPr id="19" name="Slide Number Placeholder 3"/>
          <p:cNvSpPr>
            <a:spLocks noGrp="1"/>
          </p:cNvSpPr>
          <p:nvPr>
            <p:ph type="sldNum" sz="quarter" idx="19"/>
          </p:nvPr>
        </p:nvSpPr>
        <p:spPr/>
        <p:txBody>
          <a:bodyPr/>
          <a:lstStyle>
            <a:lvl1pPr>
              <a:defRPr smtClean="0"/>
            </a:lvl1pPr>
          </a:lstStyle>
          <a:p>
            <a:pPr>
              <a:defRPr/>
            </a:pPr>
            <a:r>
              <a:rPr lang="en-US"/>
              <a:t>Page </a:t>
            </a:r>
            <a:fld id="{DD4D1D05-D8BB-4E97-A900-F329B630A23C}" type="slidenum">
              <a:rPr lang="en-US"/>
              <a:pPr>
                <a:defRPr/>
              </a:pPr>
              <a:t>‹#›</a:t>
            </a:fld>
            <a:endParaRPr lang="en-US"/>
          </a:p>
        </p:txBody>
      </p:sp>
    </p:spTree>
    <p:extLst>
      <p:ext uri="{BB962C8B-B14F-4D97-AF65-F5344CB8AC3E}">
        <p14:creationId xmlns:p14="http://schemas.microsoft.com/office/powerpoint/2010/main" val="2174286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CQ (2-choices, 0-timer, BarChart-chart)_1">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r>
              <a:rPr lang="en-US"/>
              <a:t>CST8110  - Linda Crane</a:t>
            </a:r>
            <a:endParaRPr lang="en-US" dirty="0"/>
          </a:p>
        </p:txBody>
      </p:sp>
      <p:sp>
        <p:nvSpPr>
          <p:cNvPr id="4" name="Slide Number Placeholder 3"/>
          <p:cNvSpPr>
            <a:spLocks noGrp="1"/>
          </p:cNvSpPr>
          <p:nvPr>
            <p:ph type="sldNum" sz="quarter" idx="11"/>
          </p:nvPr>
        </p:nvSpPr>
        <p:spPr/>
        <p:txBody>
          <a:bodyPr/>
          <a:lstStyle/>
          <a:p>
            <a:pPr>
              <a:defRPr/>
            </a:pPr>
            <a:r>
              <a:rPr lang="en-US"/>
              <a:t>Page </a:t>
            </a:r>
            <a:fld id="{951CF608-CFCE-41CA-AE0A-BF00B5663651}" type="slidenum">
              <a:rPr lang="en-US" smtClean="0"/>
              <a:pPr>
                <a:defRPr/>
              </a:pPr>
              <a:t>‹#›</a:t>
            </a:fld>
            <a:endParaRPr lang="en-US"/>
          </a:p>
        </p:txBody>
      </p:sp>
      <p:sp>
        <p:nvSpPr>
          <p:cNvPr id="5" name="Title 4"/>
          <p:cNvSpPr>
            <a:spLocks noGrp="1"/>
          </p:cNvSpPr>
          <p:nvPr>
            <p:ph type="title" idx="12" hasCustomPrompt="1"/>
            <p:custDataLst>
              <p:tags r:id="rId1"/>
            </p:custDataLst>
          </p:nvPr>
        </p:nvSpPr>
        <p:spPr>
          <a:xfrm>
            <a:off x="127000" y="127000"/>
            <a:ext cx="8890000" cy="1460500"/>
          </a:xfrm>
        </p:spPr>
        <p:txBody>
          <a:bodyPr/>
          <a:lstStyle/>
          <a:p>
            <a:r>
              <a:rPr lang="en-US"/>
              <a:t>Click to add question</a:t>
            </a:r>
          </a:p>
        </p:txBody>
      </p:sp>
      <p:pic>
        <p:nvPicPr>
          <p:cNvPr id="6" name="Picture 5"/>
          <p:cNvPicPr>
            <a:picLocks/>
          </p:cNvPicPr>
          <p:nvPr userDrawn="1">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27000" y="2273300"/>
            <a:ext cx="495300" cy="495300"/>
          </a:xfrm>
          <a:prstGeom prst="rect">
            <a:avLst/>
          </a:prstGeom>
        </p:spPr>
      </p:pic>
      <p:sp>
        <p:nvSpPr>
          <p:cNvPr id="7" name="Text Placeholder 6"/>
          <p:cNvSpPr>
            <a:spLocks noGrp="1"/>
          </p:cNvSpPr>
          <p:nvPr>
            <p:ph type="body" idx="13" hasCustomPrompt="1"/>
            <p:custDataLst>
              <p:tags r:id="rId3"/>
            </p:custDataLst>
          </p:nvPr>
        </p:nvSpPr>
        <p:spPr>
          <a:xfrm>
            <a:off x="762000" y="1968500"/>
            <a:ext cx="4572000" cy="1104900"/>
          </a:xfrm>
        </p:spPr>
        <p:txBody>
          <a:bodyPr lIns="76200" tIns="38100" rIns="76200" bIns="38100" anchor="ctr">
            <a:normAutofit/>
          </a:bodyPr>
          <a:lstStyle>
            <a:lvl1pPr marL="0" indent="0" algn="l" defTabSz="814388" rtl="0" eaLnBrk="0" fontAlgn="base" hangingPunct="0">
              <a:spcBef>
                <a:spcPct val="20000"/>
              </a:spcBef>
              <a:spcAft>
                <a:spcPct val="0"/>
              </a:spcAft>
              <a:buNone/>
              <a:defRPr sz="2400">
                <a:latin typeface="Arial"/>
              </a:defRPr>
            </a:lvl1pPr>
            <a:lvl2pPr marL="479425" indent="0" algn="l" defTabSz="814388" rtl="0" eaLnBrk="0" fontAlgn="base" hangingPunct="0">
              <a:spcBef>
                <a:spcPct val="20000"/>
              </a:spcBef>
              <a:spcAft>
                <a:spcPct val="0"/>
              </a:spcAft>
              <a:buNone/>
              <a:defRPr sz="2400">
                <a:latin typeface="Arial"/>
              </a:defRPr>
            </a:lvl2pPr>
            <a:lvl3pPr marL="858837" indent="0" algn="l" defTabSz="814388" rtl="0" eaLnBrk="0" fontAlgn="base" hangingPunct="0">
              <a:spcBef>
                <a:spcPct val="20000"/>
              </a:spcBef>
              <a:spcAft>
                <a:spcPct val="0"/>
              </a:spcAft>
              <a:buNone/>
              <a:defRPr sz="2400">
                <a:latin typeface="Arial"/>
              </a:defRPr>
            </a:lvl3pPr>
            <a:lvl4pPr marL="1241425" indent="0" algn="l" defTabSz="814388" rtl="0" eaLnBrk="0" fontAlgn="base" hangingPunct="0">
              <a:spcBef>
                <a:spcPct val="20000"/>
              </a:spcBef>
              <a:spcAft>
                <a:spcPct val="0"/>
              </a:spcAft>
              <a:buNone/>
              <a:defRPr sz="2400">
                <a:latin typeface="Arial"/>
              </a:defRPr>
            </a:lvl4pPr>
            <a:lvl5pPr marL="1719262" indent="0" algn="l" defTabSz="814388" rtl="0" eaLnBrk="0" fontAlgn="base" hangingPunct="0">
              <a:spcBef>
                <a:spcPct val="20000"/>
              </a:spcBef>
              <a:spcAft>
                <a:spcPct val="0"/>
              </a:spcAft>
              <a:buNone/>
              <a:defRPr sz="2400">
                <a:latin typeface="Arial"/>
              </a:defRPr>
            </a:lvl5pPr>
          </a:lstStyle>
          <a:p>
            <a:pPr lvl="0"/>
            <a:r>
              <a:rPr lang="en-US"/>
              <a:t>Click to add answer</a:t>
            </a:r>
          </a:p>
        </p:txBody>
      </p:sp>
      <p:pic>
        <p:nvPicPr>
          <p:cNvPr id="8" name="Picture 7"/>
          <p:cNvPicPr>
            <a:picLocks/>
          </p:cNvPicPr>
          <p:nvPr userDrawn="1">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127000" y="3505200"/>
            <a:ext cx="495300" cy="495300"/>
          </a:xfrm>
          <a:prstGeom prst="rect">
            <a:avLst/>
          </a:prstGeom>
        </p:spPr>
      </p:pic>
      <p:sp>
        <p:nvSpPr>
          <p:cNvPr id="9" name="Text Placeholder 8"/>
          <p:cNvSpPr>
            <a:spLocks noGrp="1"/>
          </p:cNvSpPr>
          <p:nvPr>
            <p:ph type="body" sz="quarter" idx="14" hasCustomPrompt="1"/>
            <p:custDataLst>
              <p:tags r:id="rId5"/>
            </p:custDataLst>
          </p:nvPr>
        </p:nvSpPr>
        <p:spPr>
          <a:xfrm>
            <a:off x="762000" y="3200400"/>
            <a:ext cx="4572000" cy="1104900"/>
          </a:xfrm>
          <a:prstGeom prst="rect">
            <a:avLst/>
          </a:prstGeom>
        </p:spPr>
        <p:txBody>
          <a:bodyPr lIns="76200" tIns="38100" rIns="76200" bIns="38100" anchor="ctr">
            <a:normAutofit/>
          </a:bodyPr>
          <a:lstStyle>
            <a:lvl1pPr marL="0" indent="0" algn="l" defTabSz="814388" rtl="0" eaLnBrk="0" fontAlgn="base" hangingPunct="0">
              <a:spcBef>
                <a:spcPct val="20000"/>
              </a:spcBef>
              <a:spcAft>
                <a:spcPct val="0"/>
              </a:spcAft>
              <a:buNone/>
              <a:defRPr sz="2400">
                <a:latin typeface="Arial"/>
              </a:defRPr>
            </a:lvl1pPr>
            <a:lvl2pPr marL="479425" indent="0" algn="l" defTabSz="814388" rtl="0" eaLnBrk="0" fontAlgn="base" hangingPunct="0">
              <a:spcBef>
                <a:spcPct val="20000"/>
              </a:spcBef>
              <a:spcAft>
                <a:spcPct val="0"/>
              </a:spcAft>
              <a:buNone/>
              <a:defRPr sz="2400">
                <a:latin typeface="Arial"/>
              </a:defRPr>
            </a:lvl2pPr>
            <a:lvl3pPr marL="858837" indent="0" algn="l" defTabSz="814388" rtl="0" eaLnBrk="0" fontAlgn="base" hangingPunct="0">
              <a:spcBef>
                <a:spcPct val="20000"/>
              </a:spcBef>
              <a:spcAft>
                <a:spcPct val="0"/>
              </a:spcAft>
              <a:buNone/>
              <a:defRPr sz="2400">
                <a:latin typeface="Arial"/>
              </a:defRPr>
            </a:lvl3pPr>
            <a:lvl4pPr marL="1241425" indent="0" algn="l" defTabSz="814388" rtl="0" eaLnBrk="0" fontAlgn="base" hangingPunct="0">
              <a:spcBef>
                <a:spcPct val="20000"/>
              </a:spcBef>
              <a:spcAft>
                <a:spcPct val="0"/>
              </a:spcAft>
              <a:buNone/>
              <a:defRPr sz="2400">
                <a:latin typeface="Arial"/>
              </a:defRPr>
            </a:lvl4pPr>
            <a:lvl5pPr marL="1719262" indent="0" algn="l" defTabSz="814388" rtl="0" eaLnBrk="0" fontAlgn="base" hangingPunct="0">
              <a:spcBef>
                <a:spcPct val="20000"/>
              </a:spcBef>
              <a:spcAft>
                <a:spcPct val="0"/>
              </a:spcAft>
              <a:buNone/>
              <a:defRPr sz="2400">
                <a:latin typeface="Arial"/>
              </a:defRPr>
            </a:lvl5pPr>
          </a:lstStyle>
          <a:p>
            <a:pPr lvl="0"/>
            <a:r>
              <a:rPr lang="en-US"/>
              <a:t>Click to add answer</a:t>
            </a:r>
          </a:p>
        </p:txBody>
      </p:sp>
      <p:pic>
        <p:nvPicPr>
          <p:cNvPr id="10" name="Picture 9"/>
          <p:cNvPicPr>
            <a:picLocks/>
          </p:cNvPicPr>
          <p:nvPr userDrawn="1">
            <p:custDataLst>
              <p:tags r:id="rId6"/>
            </p:custDataLst>
          </p:nvPr>
        </p:nvPicPr>
        <p:blipFill>
          <a:blip r:embed="rId10" cstate="print">
            <a:extLst>
              <a:ext uri="{28A0092B-C50C-407E-A947-70E740481C1C}">
                <a14:useLocalDpi xmlns:a14="http://schemas.microsoft.com/office/drawing/2010/main" val="0"/>
              </a:ext>
            </a:extLst>
          </a:blip>
          <a:stretch>
            <a:fillRect/>
          </a:stretch>
        </p:blipFill>
        <p:spPr>
          <a:xfrm>
            <a:off x="5727700" y="2705100"/>
            <a:ext cx="3175000" cy="3175000"/>
          </a:xfrm>
          <a:prstGeom prst="rect">
            <a:avLst/>
          </a:prstGeom>
        </p:spPr>
      </p:pic>
    </p:spTree>
    <p:extLst>
      <p:ext uri="{BB962C8B-B14F-4D97-AF65-F5344CB8AC3E}">
        <p14:creationId xmlns:p14="http://schemas.microsoft.com/office/powerpoint/2010/main" val="4177190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CQ (2-choices, 0-timer, BarChart-char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r>
              <a:rPr lang="en-US"/>
              <a:t>CST8110  - Linda Crane</a:t>
            </a:r>
            <a:endParaRPr lang="en-US" dirty="0"/>
          </a:p>
        </p:txBody>
      </p:sp>
      <p:sp>
        <p:nvSpPr>
          <p:cNvPr id="4" name="Slide Number Placeholder 3"/>
          <p:cNvSpPr>
            <a:spLocks noGrp="1"/>
          </p:cNvSpPr>
          <p:nvPr>
            <p:ph type="sldNum" sz="quarter" idx="11"/>
          </p:nvPr>
        </p:nvSpPr>
        <p:spPr/>
        <p:txBody>
          <a:bodyPr/>
          <a:lstStyle/>
          <a:p>
            <a:pPr>
              <a:defRPr/>
            </a:pPr>
            <a:r>
              <a:rPr lang="en-US"/>
              <a:t>Page </a:t>
            </a:r>
            <a:fld id="{951CF608-CFCE-41CA-AE0A-BF00B5663651}" type="slidenum">
              <a:rPr lang="en-US" smtClean="0"/>
              <a:pPr>
                <a:defRPr/>
              </a:pPr>
              <a:t>‹#›</a:t>
            </a:fld>
            <a:endParaRPr lang="en-US"/>
          </a:p>
        </p:txBody>
      </p:sp>
      <p:sp>
        <p:nvSpPr>
          <p:cNvPr id="5" name="Title 4"/>
          <p:cNvSpPr>
            <a:spLocks noGrp="1"/>
          </p:cNvSpPr>
          <p:nvPr>
            <p:ph type="title" idx="12" hasCustomPrompt="1"/>
            <p:custDataLst>
              <p:tags r:id="rId1"/>
            </p:custDataLst>
          </p:nvPr>
        </p:nvSpPr>
        <p:spPr>
          <a:xfrm>
            <a:off x="127000" y="127000"/>
            <a:ext cx="8890000" cy="1460500"/>
          </a:xfrm>
        </p:spPr>
        <p:txBody>
          <a:bodyPr/>
          <a:lstStyle/>
          <a:p>
            <a:r>
              <a:rPr lang="en-US"/>
              <a:t>Click to add question</a:t>
            </a:r>
          </a:p>
        </p:txBody>
      </p:sp>
      <p:pic>
        <p:nvPicPr>
          <p:cNvPr id="6" name="Picture 5"/>
          <p:cNvPicPr>
            <a:picLocks/>
          </p:cNvPicPr>
          <p:nvPr userDrawn="1">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27000" y="2273300"/>
            <a:ext cx="495300" cy="495300"/>
          </a:xfrm>
          <a:prstGeom prst="rect">
            <a:avLst/>
          </a:prstGeom>
        </p:spPr>
      </p:pic>
      <p:sp>
        <p:nvSpPr>
          <p:cNvPr id="7" name="Text Placeholder 6"/>
          <p:cNvSpPr>
            <a:spLocks noGrp="1"/>
          </p:cNvSpPr>
          <p:nvPr>
            <p:ph type="body" idx="13" hasCustomPrompt="1"/>
            <p:custDataLst>
              <p:tags r:id="rId3"/>
            </p:custDataLst>
          </p:nvPr>
        </p:nvSpPr>
        <p:spPr>
          <a:xfrm>
            <a:off x="762000" y="1968500"/>
            <a:ext cx="4572000" cy="1104900"/>
          </a:xfrm>
        </p:spPr>
        <p:txBody>
          <a:bodyPr lIns="76200" tIns="38100" rIns="76200" bIns="38100" anchor="ctr">
            <a:normAutofit/>
          </a:bodyPr>
          <a:lstStyle>
            <a:lvl1pPr marL="0" indent="0" algn="l" defTabSz="814388" rtl="0" eaLnBrk="0" fontAlgn="base" hangingPunct="0">
              <a:spcBef>
                <a:spcPct val="20000"/>
              </a:spcBef>
              <a:spcAft>
                <a:spcPct val="0"/>
              </a:spcAft>
              <a:buNone/>
              <a:defRPr sz="2400">
                <a:latin typeface="Arial"/>
              </a:defRPr>
            </a:lvl1pPr>
            <a:lvl2pPr marL="479425" indent="0" algn="l" defTabSz="814388" rtl="0" eaLnBrk="0" fontAlgn="base" hangingPunct="0">
              <a:spcBef>
                <a:spcPct val="20000"/>
              </a:spcBef>
              <a:spcAft>
                <a:spcPct val="0"/>
              </a:spcAft>
              <a:buNone/>
              <a:defRPr sz="2400">
                <a:latin typeface="Arial"/>
              </a:defRPr>
            </a:lvl2pPr>
            <a:lvl3pPr marL="858837" indent="0" algn="l" defTabSz="814388" rtl="0" eaLnBrk="0" fontAlgn="base" hangingPunct="0">
              <a:spcBef>
                <a:spcPct val="20000"/>
              </a:spcBef>
              <a:spcAft>
                <a:spcPct val="0"/>
              </a:spcAft>
              <a:buNone/>
              <a:defRPr sz="2400">
                <a:latin typeface="Arial"/>
              </a:defRPr>
            </a:lvl3pPr>
            <a:lvl4pPr marL="1241425" indent="0" algn="l" defTabSz="814388" rtl="0" eaLnBrk="0" fontAlgn="base" hangingPunct="0">
              <a:spcBef>
                <a:spcPct val="20000"/>
              </a:spcBef>
              <a:spcAft>
                <a:spcPct val="0"/>
              </a:spcAft>
              <a:buNone/>
              <a:defRPr sz="2400">
                <a:latin typeface="Arial"/>
              </a:defRPr>
            </a:lvl4pPr>
            <a:lvl5pPr marL="1719262" indent="0" algn="l" defTabSz="814388" rtl="0" eaLnBrk="0" fontAlgn="base" hangingPunct="0">
              <a:spcBef>
                <a:spcPct val="20000"/>
              </a:spcBef>
              <a:spcAft>
                <a:spcPct val="0"/>
              </a:spcAft>
              <a:buNone/>
              <a:defRPr sz="2400">
                <a:latin typeface="Arial"/>
              </a:defRPr>
            </a:lvl5pPr>
          </a:lstStyle>
          <a:p>
            <a:pPr lvl="0"/>
            <a:r>
              <a:rPr lang="en-US"/>
              <a:t>Click to add answer</a:t>
            </a:r>
          </a:p>
        </p:txBody>
      </p:sp>
      <p:pic>
        <p:nvPicPr>
          <p:cNvPr id="8" name="Picture 7"/>
          <p:cNvPicPr>
            <a:picLocks/>
          </p:cNvPicPr>
          <p:nvPr userDrawn="1">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127000" y="3505200"/>
            <a:ext cx="495300" cy="495300"/>
          </a:xfrm>
          <a:prstGeom prst="rect">
            <a:avLst/>
          </a:prstGeom>
        </p:spPr>
      </p:pic>
      <p:sp>
        <p:nvSpPr>
          <p:cNvPr id="9" name="Text Placeholder 8"/>
          <p:cNvSpPr>
            <a:spLocks noGrp="1"/>
          </p:cNvSpPr>
          <p:nvPr>
            <p:ph type="body" sz="quarter" idx="14" hasCustomPrompt="1"/>
            <p:custDataLst>
              <p:tags r:id="rId5"/>
            </p:custDataLst>
          </p:nvPr>
        </p:nvSpPr>
        <p:spPr>
          <a:xfrm>
            <a:off x="762000" y="3200400"/>
            <a:ext cx="4572000" cy="1104900"/>
          </a:xfrm>
          <a:prstGeom prst="rect">
            <a:avLst/>
          </a:prstGeom>
        </p:spPr>
        <p:txBody>
          <a:bodyPr lIns="76200" tIns="38100" rIns="76200" bIns="38100" anchor="ctr">
            <a:normAutofit/>
          </a:bodyPr>
          <a:lstStyle>
            <a:lvl1pPr marL="0" indent="0" algn="l" defTabSz="814388" rtl="0" eaLnBrk="0" fontAlgn="base" hangingPunct="0">
              <a:spcBef>
                <a:spcPct val="20000"/>
              </a:spcBef>
              <a:spcAft>
                <a:spcPct val="0"/>
              </a:spcAft>
              <a:buNone/>
              <a:defRPr sz="2400">
                <a:latin typeface="Arial"/>
              </a:defRPr>
            </a:lvl1pPr>
            <a:lvl2pPr marL="479425" indent="0" algn="l" defTabSz="814388" rtl="0" eaLnBrk="0" fontAlgn="base" hangingPunct="0">
              <a:spcBef>
                <a:spcPct val="20000"/>
              </a:spcBef>
              <a:spcAft>
                <a:spcPct val="0"/>
              </a:spcAft>
              <a:buNone/>
              <a:defRPr sz="2400">
                <a:latin typeface="Arial"/>
              </a:defRPr>
            </a:lvl2pPr>
            <a:lvl3pPr marL="858837" indent="0" algn="l" defTabSz="814388" rtl="0" eaLnBrk="0" fontAlgn="base" hangingPunct="0">
              <a:spcBef>
                <a:spcPct val="20000"/>
              </a:spcBef>
              <a:spcAft>
                <a:spcPct val="0"/>
              </a:spcAft>
              <a:buNone/>
              <a:defRPr sz="2400">
                <a:latin typeface="Arial"/>
              </a:defRPr>
            </a:lvl3pPr>
            <a:lvl4pPr marL="1241425" indent="0" algn="l" defTabSz="814388" rtl="0" eaLnBrk="0" fontAlgn="base" hangingPunct="0">
              <a:spcBef>
                <a:spcPct val="20000"/>
              </a:spcBef>
              <a:spcAft>
                <a:spcPct val="0"/>
              </a:spcAft>
              <a:buNone/>
              <a:defRPr sz="2400">
                <a:latin typeface="Arial"/>
              </a:defRPr>
            </a:lvl4pPr>
            <a:lvl5pPr marL="1719262" indent="0" algn="l" defTabSz="814388" rtl="0" eaLnBrk="0" fontAlgn="base" hangingPunct="0">
              <a:spcBef>
                <a:spcPct val="20000"/>
              </a:spcBef>
              <a:spcAft>
                <a:spcPct val="0"/>
              </a:spcAft>
              <a:buNone/>
              <a:defRPr sz="2400">
                <a:latin typeface="Arial"/>
              </a:defRPr>
            </a:lvl5pPr>
          </a:lstStyle>
          <a:p>
            <a:pPr lvl="0"/>
            <a:r>
              <a:rPr lang="en-US"/>
              <a:t>Click to add answer</a:t>
            </a:r>
          </a:p>
        </p:txBody>
      </p:sp>
      <p:pic>
        <p:nvPicPr>
          <p:cNvPr id="10" name="Picture 9"/>
          <p:cNvPicPr>
            <a:picLocks/>
          </p:cNvPicPr>
          <p:nvPr userDrawn="1">
            <p:custDataLst>
              <p:tags r:id="rId6"/>
            </p:custDataLst>
          </p:nvPr>
        </p:nvPicPr>
        <p:blipFill>
          <a:blip r:embed="rId10" cstate="print">
            <a:extLst>
              <a:ext uri="{28A0092B-C50C-407E-A947-70E740481C1C}">
                <a14:useLocalDpi xmlns:a14="http://schemas.microsoft.com/office/drawing/2010/main" val="0"/>
              </a:ext>
            </a:extLst>
          </a:blip>
          <a:stretch>
            <a:fillRect/>
          </a:stretch>
        </p:blipFill>
        <p:spPr>
          <a:xfrm>
            <a:off x="5727700" y="2705100"/>
            <a:ext cx="3175000" cy="3175000"/>
          </a:xfrm>
          <a:prstGeom prst="rect">
            <a:avLst/>
          </a:prstGeom>
        </p:spPr>
      </p:pic>
    </p:spTree>
    <p:extLst>
      <p:ext uri="{BB962C8B-B14F-4D97-AF65-F5344CB8AC3E}">
        <p14:creationId xmlns:p14="http://schemas.microsoft.com/office/powerpoint/2010/main" val="806859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hasCustomPrompt="1"/>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buFont typeface="Wingdings" panose="05000000000000000000" pitchFamily="2" charset="2"/>
              <a:buChar char="§"/>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361663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8"/>
        <p:cNvGrpSpPr/>
        <p:nvPr/>
      </p:nvGrpSpPr>
      <p:grpSpPr>
        <a:xfrm>
          <a:off x="0" y="0"/>
          <a:ext cx="0" cy="0"/>
          <a:chOff x="0" y="0"/>
          <a:chExt cx="0" cy="0"/>
        </a:xfrm>
      </p:grpSpPr>
      <p:sp>
        <p:nvSpPr>
          <p:cNvPr id="29" name="Google Shape;29;p4"/>
          <p:cNvSpPr/>
          <p:nvPr/>
        </p:nvSpPr>
        <p:spPr>
          <a:xfrm>
            <a:off x="0" y="6522125"/>
            <a:ext cx="9144000" cy="336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4"/>
          <p:cNvSpPr txBox="1">
            <a:spLocks noGrp="1"/>
          </p:cNvSpPr>
          <p:nvPr>
            <p:ph type="title"/>
          </p:nvPr>
        </p:nvSpPr>
        <p:spPr>
          <a:xfrm>
            <a:off x="311700" y="546667"/>
            <a:ext cx="85206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4"/>
          <p:cNvSpPr txBox="1">
            <a:spLocks noGrp="1"/>
          </p:cNvSpPr>
          <p:nvPr>
            <p:ph type="body" idx="1"/>
          </p:nvPr>
        </p:nvSpPr>
        <p:spPr>
          <a:xfrm>
            <a:off x="311700" y="1639833"/>
            <a:ext cx="8520600" cy="4452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extLst>
      <p:ext uri="{BB962C8B-B14F-4D97-AF65-F5344CB8AC3E}">
        <p14:creationId xmlns:p14="http://schemas.microsoft.com/office/powerpoint/2010/main" val="2004371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311700" y="546667"/>
            <a:ext cx="85206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4" name="Google Shape;34;p5"/>
          <p:cNvSpPr txBox="1">
            <a:spLocks noGrp="1"/>
          </p:cNvSpPr>
          <p:nvPr>
            <p:ph type="body" idx="1"/>
          </p:nvPr>
        </p:nvSpPr>
        <p:spPr>
          <a:xfrm>
            <a:off x="311700" y="1639967"/>
            <a:ext cx="3999900" cy="4452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5"/>
          <p:cNvSpPr txBox="1">
            <a:spLocks noGrp="1"/>
          </p:cNvSpPr>
          <p:nvPr>
            <p:ph type="body" idx="2"/>
          </p:nvPr>
        </p:nvSpPr>
        <p:spPr>
          <a:xfrm>
            <a:off x="4832400" y="1639967"/>
            <a:ext cx="3999900" cy="4452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p5"/>
          <p:cNvSpPr txBox="1">
            <a:spLocks noGrp="1"/>
          </p:cNvSpPr>
          <p:nvPr>
            <p:ph type="sldNum" idx="12"/>
          </p:nvPr>
        </p:nvSpPr>
        <p:spPr>
          <a:xfrm>
            <a:off x="8460431" y="6201587"/>
            <a:ext cx="548700" cy="5248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543726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8073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0" y="6073775"/>
            <a:ext cx="9144000" cy="795338"/>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27" name="Text Placeholder 2"/>
          <p:cNvSpPr>
            <a:spLocks noGrp="1"/>
          </p:cNvSpPr>
          <p:nvPr>
            <p:ph type="body" idx="1"/>
          </p:nvPr>
        </p:nvSpPr>
        <p:spPr bwMode="auto">
          <a:xfrm>
            <a:off x="468313" y="1455738"/>
            <a:ext cx="8207375" cy="434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371600" y="6545263"/>
            <a:ext cx="2133600" cy="220662"/>
          </a:xfrm>
          <a:prstGeom prst="rect">
            <a:avLst/>
          </a:prstGeom>
        </p:spPr>
        <p:txBody>
          <a:bodyPr vert="horz" lIns="0" tIns="0" rIns="0" bIns="0" rtlCol="0" anchor="t" anchorCtr="0"/>
          <a:lstStyle>
            <a:lvl1pPr algn="l" fontAlgn="auto">
              <a:spcBef>
                <a:spcPts val="0"/>
              </a:spcBef>
              <a:spcAft>
                <a:spcPts val="0"/>
              </a:spcAft>
              <a:defRPr sz="1200" smtClean="0">
                <a:solidFill>
                  <a:srgbClr val="FFFFFF"/>
                </a:solidFill>
                <a:latin typeface="Arial"/>
                <a:cs typeface="Arial"/>
              </a:defRPr>
            </a:lvl1pPr>
          </a:lstStyle>
          <a:p>
            <a:pPr>
              <a:defRPr/>
            </a:pPr>
            <a:r>
              <a:rPr lang="en-US"/>
              <a:t>CST8110  - Linda Crane</a:t>
            </a:r>
            <a:endParaRPr lang="en-CA" dirty="0"/>
          </a:p>
        </p:txBody>
      </p:sp>
      <p:sp>
        <p:nvSpPr>
          <p:cNvPr id="5" name="Footer Placeholder 4"/>
          <p:cNvSpPr>
            <a:spLocks noGrp="1"/>
          </p:cNvSpPr>
          <p:nvPr>
            <p:ph type="ftr" sz="quarter" idx="3"/>
          </p:nvPr>
        </p:nvSpPr>
        <p:spPr>
          <a:xfrm>
            <a:off x="1371600" y="6218238"/>
            <a:ext cx="2895600" cy="215900"/>
          </a:xfrm>
          <a:prstGeom prst="rect">
            <a:avLst/>
          </a:prstGeom>
        </p:spPr>
        <p:txBody>
          <a:bodyPr vert="horz" lIns="0" tIns="0" rIns="0" bIns="0" rtlCol="0" anchor="t"/>
          <a:lstStyle>
            <a:lvl1pPr algn="l" fontAlgn="auto">
              <a:spcBef>
                <a:spcPts val="0"/>
              </a:spcBef>
              <a:spcAft>
                <a:spcPts val="0"/>
              </a:spcAft>
              <a:defRPr sz="1300" b="1" dirty="0" smtClean="0">
                <a:solidFill>
                  <a:schemeClr val="bg1"/>
                </a:solidFill>
                <a:latin typeface="Arial"/>
                <a:cs typeface="Arial"/>
              </a:defRPr>
            </a:lvl1pPr>
          </a:lstStyle>
          <a:p>
            <a:pPr>
              <a:defRPr/>
            </a:pPr>
            <a:r>
              <a:rPr lang="en-CA"/>
              <a:t>CST8110 - Linda Crane</a:t>
            </a:r>
          </a:p>
        </p:txBody>
      </p:sp>
      <p:sp>
        <p:nvSpPr>
          <p:cNvPr id="6" name="Slide Number Placeholder 5"/>
          <p:cNvSpPr>
            <a:spLocks noGrp="1"/>
          </p:cNvSpPr>
          <p:nvPr>
            <p:ph type="sldNum" sz="quarter" idx="4"/>
          </p:nvPr>
        </p:nvSpPr>
        <p:spPr>
          <a:xfrm>
            <a:off x="8688388" y="6554788"/>
            <a:ext cx="454025" cy="211137"/>
          </a:xfrm>
          <a:prstGeom prst="rect">
            <a:avLst/>
          </a:prstGeom>
        </p:spPr>
        <p:txBody>
          <a:bodyPr vert="horz" lIns="0" tIns="0" rIns="91440" bIns="0" rtlCol="0" anchor="t" anchorCtr="0"/>
          <a:lstStyle>
            <a:lvl1pPr algn="r" fontAlgn="auto">
              <a:spcBef>
                <a:spcPts val="0"/>
              </a:spcBef>
              <a:spcAft>
                <a:spcPts val="0"/>
              </a:spcAft>
              <a:defRPr sz="1200" b="0" smtClean="0">
                <a:solidFill>
                  <a:schemeClr val="accent5"/>
                </a:solidFill>
                <a:latin typeface="Arial"/>
                <a:cs typeface="Arial"/>
              </a:defRPr>
            </a:lvl1pPr>
          </a:lstStyle>
          <a:p>
            <a:pPr>
              <a:defRPr/>
            </a:pPr>
            <a:fld id="{E8D860EE-5673-480F-810E-ADD6111747E0}" type="slidenum">
              <a:rPr lang="en-CA"/>
              <a:pPr>
                <a:defRPr/>
              </a:pPr>
              <a:t>‹#›</a:t>
            </a:fld>
            <a:endParaRPr lang="en-CA" dirty="0"/>
          </a:p>
        </p:txBody>
      </p:sp>
      <p:sp>
        <p:nvSpPr>
          <p:cNvPr id="1031" name="Title Placeholder 1"/>
          <p:cNvSpPr>
            <a:spLocks noGrp="1"/>
          </p:cNvSpPr>
          <p:nvPr>
            <p:ph type="title"/>
          </p:nvPr>
        </p:nvSpPr>
        <p:spPr bwMode="auto">
          <a:xfrm>
            <a:off x="468313" y="146050"/>
            <a:ext cx="8207375"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a:t>
            </a:r>
            <a:br>
              <a:rPr lang="en-US"/>
            </a:br>
            <a:r>
              <a:rPr lang="en-US"/>
              <a:t>title style</a:t>
            </a:r>
          </a:p>
        </p:txBody>
      </p:sp>
      <p:pic>
        <p:nvPicPr>
          <p:cNvPr id="2" name="Picture 1" descr="Algonquin College Logo"/>
          <p:cNvPicPr>
            <a:picLocks noChangeAspect="1"/>
          </p:cNvPicPr>
          <p:nvPr userDrawn="1"/>
        </p:nvPicPr>
        <p:blipFill>
          <a:blip r:embed="rId15" cstate="print"/>
          <a:stretch>
            <a:fillRect/>
          </a:stretch>
        </p:blipFill>
        <p:spPr>
          <a:xfrm>
            <a:off x="6443663" y="6218238"/>
            <a:ext cx="2232025" cy="468312"/>
          </a:xfrm>
          <a:prstGeom prst="rect">
            <a:avLst/>
          </a:prstGeom>
        </p:spPr>
      </p:pic>
      <p:pic>
        <p:nvPicPr>
          <p:cNvPr id="11" name="Picture 10" descr="Algonquin College Icon"/>
          <p:cNvPicPr>
            <a:picLocks noChangeAspect="1"/>
          </p:cNvPicPr>
          <p:nvPr userDrawn="1"/>
        </p:nvPicPr>
        <p:blipFill rotWithShape="1">
          <a:blip r:embed="rId16" cstate="print"/>
          <a:srcRect l="12779" t="5165" b="5138"/>
          <a:stretch/>
        </p:blipFill>
        <p:spPr>
          <a:xfrm>
            <a:off x="0" y="6061075"/>
            <a:ext cx="1042988" cy="796925"/>
          </a:xfrm>
          <a:prstGeom prst="rect">
            <a:avLst/>
          </a:prstGeom>
        </p:spPr>
      </p:pic>
    </p:spTree>
    <p:extLst>
      <p:ext uri="{BB962C8B-B14F-4D97-AF65-F5344CB8AC3E}">
        <p14:creationId xmlns:p14="http://schemas.microsoft.com/office/powerpoint/2010/main" val="4014589727"/>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Lst>
  <p:hf hdr="0" dt="0"/>
  <p:txStyles>
    <p:titleStyle>
      <a:lvl1pPr algn="l" rtl="0" eaLnBrk="0" fontAlgn="base" hangingPunct="0">
        <a:spcBef>
          <a:spcPct val="0"/>
        </a:spcBef>
        <a:spcAft>
          <a:spcPct val="0"/>
        </a:spcAft>
        <a:defRPr sz="3600" b="1" kern="1200">
          <a:solidFill>
            <a:schemeClr val="tx2"/>
          </a:solidFill>
          <a:latin typeface="Arial"/>
          <a:ea typeface="+mj-ea"/>
          <a:cs typeface="Arial"/>
        </a:defRPr>
      </a:lvl1pPr>
      <a:lvl2pPr algn="l" rtl="0" eaLnBrk="0" fontAlgn="base" hangingPunct="0">
        <a:spcBef>
          <a:spcPct val="0"/>
        </a:spcBef>
        <a:spcAft>
          <a:spcPct val="0"/>
        </a:spcAft>
        <a:defRPr sz="3600" b="1">
          <a:solidFill>
            <a:schemeClr val="tx2"/>
          </a:solidFill>
          <a:latin typeface="Arial" charset="0"/>
          <a:cs typeface="Arial" charset="0"/>
        </a:defRPr>
      </a:lvl2pPr>
      <a:lvl3pPr algn="l" rtl="0" eaLnBrk="0" fontAlgn="base" hangingPunct="0">
        <a:spcBef>
          <a:spcPct val="0"/>
        </a:spcBef>
        <a:spcAft>
          <a:spcPct val="0"/>
        </a:spcAft>
        <a:defRPr sz="3600" b="1">
          <a:solidFill>
            <a:schemeClr val="tx2"/>
          </a:solidFill>
          <a:latin typeface="Arial" charset="0"/>
          <a:cs typeface="Arial" charset="0"/>
        </a:defRPr>
      </a:lvl3pPr>
      <a:lvl4pPr algn="l" rtl="0" eaLnBrk="0" fontAlgn="base" hangingPunct="0">
        <a:spcBef>
          <a:spcPct val="0"/>
        </a:spcBef>
        <a:spcAft>
          <a:spcPct val="0"/>
        </a:spcAft>
        <a:defRPr sz="3600" b="1">
          <a:solidFill>
            <a:schemeClr val="tx2"/>
          </a:solidFill>
          <a:latin typeface="Arial" charset="0"/>
          <a:cs typeface="Arial" charset="0"/>
        </a:defRPr>
      </a:lvl4pPr>
      <a:lvl5pPr algn="l" rtl="0" eaLnBrk="0" fontAlgn="base" hangingPunct="0">
        <a:spcBef>
          <a:spcPct val="0"/>
        </a:spcBef>
        <a:spcAft>
          <a:spcPct val="0"/>
        </a:spcAft>
        <a:defRPr sz="3600" b="1">
          <a:solidFill>
            <a:schemeClr val="tx2"/>
          </a:solidFill>
          <a:latin typeface="Arial" charset="0"/>
          <a:cs typeface="Arial" charset="0"/>
        </a:defRPr>
      </a:lvl5pPr>
      <a:lvl6pPr marL="457200" algn="ctr" rtl="0" fontAlgn="base">
        <a:spcBef>
          <a:spcPct val="0"/>
        </a:spcBef>
        <a:spcAft>
          <a:spcPct val="0"/>
        </a:spcAft>
        <a:defRPr sz="3600">
          <a:solidFill>
            <a:srgbClr val="339933"/>
          </a:solidFill>
          <a:latin typeface="Calibri" pitchFamily="34" charset="0"/>
        </a:defRPr>
      </a:lvl6pPr>
      <a:lvl7pPr marL="914400" algn="ctr" rtl="0" fontAlgn="base">
        <a:spcBef>
          <a:spcPct val="0"/>
        </a:spcBef>
        <a:spcAft>
          <a:spcPct val="0"/>
        </a:spcAft>
        <a:defRPr sz="3600">
          <a:solidFill>
            <a:srgbClr val="339933"/>
          </a:solidFill>
          <a:latin typeface="Calibri" pitchFamily="34" charset="0"/>
        </a:defRPr>
      </a:lvl7pPr>
      <a:lvl8pPr marL="1371600" algn="ctr" rtl="0" fontAlgn="base">
        <a:spcBef>
          <a:spcPct val="0"/>
        </a:spcBef>
        <a:spcAft>
          <a:spcPct val="0"/>
        </a:spcAft>
        <a:defRPr sz="3600">
          <a:solidFill>
            <a:srgbClr val="339933"/>
          </a:solidFill>
          <a:latin typeface="Calibri" pitchFamily="34" charset="0"/>
        </a:defRPr>
      </a:lvl8pPr>
      <a:lvl9pPr marL="1828800" algn="ctr" rtl="0" fontAlgn="base">
        <a:spcBef>
          <a:spcPct val="0"/>
        </a:spcBef>
        <a:spcAft>
          <a:spcPct val="0"/>
        </a:spcAft>
        <a:defRPr sz="3600">
          <a:solidFill>
            <a:srgbClr val="339933"/>
          </a:solidFill>
          <a:latin typeface="Calibri" pitchFamily="34" charset="0"/>
        </a:defRPr>
      </a:lvl9pPr>
    </p:titleStyle>
    <p:bodyStyle>
      <a:lvl1pPr marL="342900" indent="-342900" algn="l" rtl="0" eaLnBrk="0" fontAlgn="base" hangingPunct="0">
        <a:spcBef>
          <a:spcPct val="20000"/>
        </a:spcBef>
        <a:spcAft>
          <a:spcPct val="0"/>
        </a:spcAft>
        <a:buClr>
          <a:schemeClr val="tx2"/>
        </a:buClr>
        <a:buFont typeface="Arial" charset="0"/>
        <a:buChar char="•"/>
        <a:defRPr sz="3200" kern="1200">
          <a:solidFill>
            <a:srgbClr val="63666A"/>
          </a:solidFill>
          <a:latin typeface="Arial"/>
          <a:ea typeface="+mn-ea"/>
          <a:cs typeface="Arial"/>
        </a:defRPr>
      </a:lvl1pPr>
      <a:lvl2pPr marL="742950" indent="-285750" algn="l" rtl="0" eaLnBrk="0" fontAlgn="base" hangingPunct="0">
        <a:spcBef>
          <a:spcPct val="20000"/>
        </a:spcBef>
        <a:spcAft>
          <a:spcPct val="0"/>
        </a:spcAft>
        <a:buClr>
          <a:schemeClr val="tx2"/>
        </a:buClr>
        <a:buFont typeface="Arial" charset="0"/>
        <a:buChar char="•"/>
        <a:defRPr sz="2800" kern="1200">
          <a:solidFill>
            <a:srgbClr val="63666A"/>
          </a:solidFill>
          <a:latin typeface="Arial"/>
          <a:ea typeface="+mn-ea"/>
          <a:cs typeface="Arial"/>
        </a:defRPr>
      </a:lvl2pPr>
      <a:lvl3pPr marL="1143000" indent="-228600" algn="l" rtl="0" eaLnBrk="0" fontAlgn="base" hangingPunct="0">
        <a:spcBef>
          <a:spcPct val="20000"/>
        </a:spcBef>
        <a:spcAft>
          <a:spcPct val="0"/>
        </a:spcAft>
        <a:buClr>
          <a:schemeClr val="tx2"/>
        </a:buClr>
        <a:buFont typeface="Arial" charset="0"/>
        <a:buChar char="•"/>
        <a:defRPr sz="2400" kern="1200">
          <a:solidFill>
            <a:srgbClr val="63666A"/>
          </a:solidFill>
          <a:latin typeface="Arial"/>
          <a:ea typeface="+mn-ea"/>
          <a:cs typeface="Arial"/>
        </a:defRPr>
      </a:lvl3pPr>
      <a:lvl4pPr marL="1600200" indent="-228600" algn="l" rtl="0" eaLnBrk="0" fontAlgn="base" hangingPunct="0">
        <a:spcBef>
          <a:spcPct val="20000"/>
        </a:spcBef>
        <a:spcAft>
          <a:spcPct val="0"/>
        </a:spcAft>
        <a:buClr>
          <a:schemeClr val="tx2"/>
        </a:buClr>
        <a:buFont typeface="Arial" charset="0"/>
        <a:buChar char="•"/>
        <a:defRPr sz="2000" kern="1200">
          <a:solidFill>
            <a:srgbClr val="63666A"/>
          </a:solidFill>
          <a:latin typeface="Arial"/>
          <a:ea typeface="+mn-ea"/>
          <a:cs typeface="Arial"/>
        </a:defRPr>
      </a:lvl4pPr>
      <a:lvl5pPr marL="2057400" indent="-228600" algn="l" rtl="0" eaLnBrk="0" fontAlgn="base" hangingPunct="0">
        <a:spcBef>
          <a:spcPct val="20000"/>
        </a:spcBef>
        <a:spcAft>
          <a:spcPct val="0"/>
        </a:spcAft>
        <a:buClr>
          <a:schemeClr val="tx2"/>
        </a:buClr>
        <a:buFont typeface="Arial" charset="0"/>
        <a:buChar char="•"/>
        <a:defRPr sz="2000" kern="1200">
          <a:solidFill>
            <a:srgbClr val="63666A"/>
          </a:solidFill>
          <a:latin typeface="Arial"/>
          <a:ea typeface="+mn-ea"/>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osenbh@algonquincollege.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hyperlink" Target="https://www.revenera.com/software-monetization/glossary/software-licensing" TargetMode="Externa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4139952" y="3573016"/>
            <a:ext cx="5004048" cy="2160240"/>
          </a:xfrm>
        </p:spPr>
        <p:txBody>
          <a:bodyPr/>
          <a:lstStyle/>
          <a:p>
            <a:pPr eaLnBrk="1" hangingPunct="1"/>
            <a:endParaRPr lang="en-US" dirty="0"/>
          </a:p>
          <a:p>
            <a:pPr eaLnBrk="1" hangingPunct="1"/>
            <a:endParaRPr lang="en-US" dirty="0"/>
          </a:p>
          <a:p>
            <a:pPr eaLnBrk="1" hangingPunct="1"/>
            <a:endParaRPr lang="en-US" dirty="0"/>
          </a:p>
          <a:p>
            <a:pPr algn="l" eaLnBrk="1" hangingPunct="1"/>
            <a:r>
              <a:rPr lang="en-US" altLang="en-US" dirty="0">
                <a:solidFill>
                  <a:srgbClr val="0000FF"/>
                </a:solidFill>
                <a:latin typeface="Arial" charset="0"/>
                <a:cs typeface="Arial" charset="0"/>
              </a:rPr>
              <a:t>Professor :</a:t>
            </a:r>
            <a:r>
              <a:rPr lang="en-US" altLang="en-US" dirty="0">
                <a:latin typeface="Arial" charset="0"/>
                <a:cs typeface="Arial" charset="0"/>
              </a:rPr>
              <a:t>  Rejaul Chowdhury</a:t>
            </a:r>
          </a:p>
          <a:p>
            <a:pPr algn="l" eaLnBrk="1" hangingPunct="1"/>
            <a:r>
              <a:rPr lang="en-US" altLang="en-US" dirty="0">
                <a:solidFill>
                  <a:srgbClr val="0000FF"/>
                </a:solidFill>
                <a:latin typeface="Arial" charset="0"/>
                <a:cs typeface="Arial" charset="0"/>
              </a:rPr>
              <a:t>Email:</a:t>
            </a:r>
            <a:r>
              <a:rPr lang="en-US" altLang="en-US" dirty="0">
                <a:latin typeface="Arial" charset="0"/>
                <a:cs typeface="Arial" charset="0"/>
              </a:rPr>
              <a:t>  </a:t>
            </a:r>
            <a:r>
              <a:rPr lang="en-US" altLang="en-US" u="sng" dirty="0">
                <a:solidFill>
                  <a:schemeClr val="accent2"/>
                </a:solidFill>
                <a:latin typeface="Arial" charset="0"/>
                <a:cs typeface="Arial" charset="0"/>
              </a:rPr>
              <a:t>chowdhr</a:t>
            </a:r>
            <a:r>
              <a:rPr lang="en-US" altLang="en-US" dirty="0">
                <a:latin typeface="Arial" charset="0"/>
                <a:cs typeface="Arial" charset="0"/>
                <a:hlinkClick r:id="rId3"/>
              </a:rPr>
              <a:t>@algonquincollege.com</a:t>
            </a:r>
            <a:endParaRPr lang="en-US" altLang="en-US" dirty="0">
              <a:latin typeface="Arial" charset="0"/>
              <a:cs typeface="Arial" charset="0"/>
            </a:endParaRPr>
          </a:p>
          <a:p>
            <a:pPr algn="l" eaLnBrk="1" hangingPunct="1"/>
            <a:r>
              <a:rPr lang="en-US" altLang="en-US" dirty="0">
                <a:solidFill>
                  <a:srgbClr val="0000FF"/>
                </a:solidFill>
                <a:latin typeface="Arial" charset="0"/>
                <a:cs typeface="Arial" charset="0"/>
              </a:rPr>
              <a:t>Office:</a:t>
            </a:r>
            <a:r>
              <a:rPr lang="en-US" altLang="en-US" dirty="0">
                <a:latin typeface="Arial" charset="0"/>
                <a:cs typeface="Arial" charset="0"/>
              </a:rPr>
              <a:t>   T323</a:t>
            </a:r>
          </a:p>
        </p:txBody>
      </p:sp>
      <p:sp>
        <p:nvSpPr>
          <p:cNvPr id="3074" name="Rectangle 2"/>
          <p:cNvSpPr>
            <a:spLocks noGrp="1" noChangeArrowheads="1"/>
          </p:cNvSpPr>
          <p:nvPr>
            <p:ph type="ctrTitle"/>
          </p:nvPr>
        </p:nvSpPr>
        <p:spPr>
          <a:xfrm>
            <a:off x="611560" y="1995317"/>
            <a:ext cx="8280920" cy="1807920"/>
          </a:xfrm>
        </p:spPr>
        <p:txBody>
          <a:bodyPr/>
          <a:lstStyle/>
          <a:p>
            <a:pPr eaLnBrk="1" hangingPunct="1"/>
            <a:r>
              <a:rPr lang="en" sz="3600" dirty="0">
                <a:ea typeface="Arial"/>
                <a:sym typeface="Arial"/>
              </a:rPr>
              <a:t>Software licensing</a:t>
            </a:r>
            <a:endParaRPr lang="en-US" sz="36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13" y="146050"/>
            <a:ext cx="8207375" cy="546646"/>
          </a:xfrm>
        </p:spPr>
        <p:txBody>
          <a:bodyPr/>
          <a:lstStyle/>
          <a:p>
            <a:r>
              <a:rPr lang="en-US" dirty="0">
                <a:latin typeface="+mj-lt"/>
              </a:rPr>
              <a:t>Objectives</a:t>
            </a:r>
            <a:endParaRPr lang="en-CA" dirty="0">
              <a:latin typeface="+mj-lt"/>
            </a:endParaRPr>
          </a:p>
        </p:txBody>
      </p:sp>
      <p:sp>
        <p:nvSpPr>
          <p:cNvPr id="3" name="Content Placeholder 2"/>
          <p:cNvSpPr>
            <a:spLocks noGrp="1"/>
          </p:cNvSpPr>
          <p:nvPr>
            <p:ph idx="1"/>
          </p:nvPr>
        </p:nvSpPr>
        <p:spPr>
          <a:xfrm>
            <a:off x="179512" y="836712"/>
            <a:ext cx="8280920" cy="4968552"/>
          </a:xfrm>
        </p:spPr>
        <p:txBody>
          <a:bodyPr/>
          <a:lstStyle/>
          <a:p>
            <a:pPr marL="571500">
              <a:lnSpc>
                <a:spcPct val="130000"/>
              </a:lnSpc>
              <a:spcBef>
                <a:spcPts val="1200"/>
              </a:spcBef>
              <a:buClr>
                <a:srgbClr val="000000"/>
              </a:buClr>
              <a:buFont typeface="Arial"/>
              <a:buChar char="●"/>
            </a:pPr>
            <a:r>
              <a:rPr lang="en-US" sz="2400" dirty="0">
                <a:solidFill>
                  <a:srgbClr val="000000"/>
                </a:solidFill>
                <a:latin typeface="Times New Roman" panose="02020603050405020304" pitchFamily="18" charset="0"/>
                <a:ea typeface="Arial"/>
                <a:cs typeface="Times New Roman" panose="02020603050405020304" pitchFamily="18" charset="0"/>
                <a:sym typeface="Arial"/>
              </a:rPr>
              <a:t>Define and categorize the term software.</a:t>
            </a:r>
          </a:p>
          <a:p>
            <a:pPr marL="571500">
              <a:lnSpc>
                <a:spcPct val="130000"/>
              </a:lnSpc>
              <a:spcBef>
                <a:spcPts val="1200"/>
              </a:spcBef>
              <a:buClr>
                <a:srgbClr val="000000"/>
              </a:buClr>
              <a:buFont typeface="Arial"/>
              <a:buChar char="●"/>
            </a:pPr>
            <a:r>
              <a:rPr lang="en-US" sz="2400" dirty="0">
                <a:solidFill>
                  <a:srgbClr val="000000"/>
                </a:solidFill>
                <a:latin typeface="Times New Roman" panose="02020603050405020304" pitchFamily="18" charset="0"/>
                <a:ea typeface="Arial"/>
                <a:cs typeface="Times New Roman" panose="02020603050405020304" pitchFamily="18" charset="0"/>
                <a:sym typeface="Arial"/>
              </a:rPr>
              <a:t>List the ways of obtaining a software.</a:t>
            </a:r>
          </a:p>
          <a:p>
            <a:pPr marL="571500">
              <a:lnSpc>
                <a:spcPct val="130000"/>
              </a:lnSpc>
              <a:spcBef>
                <a:spcPts val="1200"/>
              </a:spcBef>
              <a:buClr>
                <a:srgbClr val="000000"/>
              </a:buClr>
              <a:buFont typeface="Arial"/>
              <a:buChar char="●"/>
            </a:pPr>
            <a:r>
              <a:rPr lang="en-US" sz="2400" dirty="0">
                <a:solidFill>
                  <a:srgbClr val="000000"/>
                </a:solidFill>
                <a:latin typeface="Times New Roman" panose="02020603050405020304" pitchFamily="18" charset="0"/>
                <a:ea typeface="Arial"/>
                <a:cs typeface="Times New Roman" panose="02020603050405020304" pitchFamily="18" charset="0"/>
                <a:sym typeface="Arial"/>
              </a:rPr>
              <a:t>Discuss whether a business organization build or buy a software.</a:t>
            </a:r>
          </a:p>
          <a:p>
            <a:pPr marL="571500">
              <a:lnSpc>
                <a:spcPct val="130000"/>
              </a:lnSpc>
              <a:spcBef>
                <a:spcPts val="1200"/>
              </a:spcBef>
              <a:buClr>
                <a:srgbClr val="000000"/>
              </a:buClr>
              <a:buFont typeface="Arial"/>
              <a:buChar char="●"/>
            </a:pPr>
            <a:r>
              <a:rPr lang="en-US" sz="2400" dirty="0">
                <a:solidFill>
                  <a:srgbClr val="000000"/>
                </a:solidFill>
                <a:latin typeface="Times New Roman" panose="02020603050405020304" pitchFamily="18" charset="0"/>
                <a:ea typeface="Arial"/>
                <a:cs typeface="Times New Roman" panose="02020603050405020304" pitchFamily="18" charset="0"/>
                <a:sym typeface="Arial"/>
              </a:rPr>
              <a:t>Define the term open-source and identify its primary characteristics.</a:t>
            </a:r>
          </a:p>
          <a:p>
            <a:pPr marL="571500">
              <a:lnSpc>
                <a:spcPct val="130000"/>
              </a:lnSpc>
              <a:spcBef>
                <a:spcPts val="1200"/>
              </a:spcBef>
              <a:buClr>
                <a:srgbClr val="000000"/>
              </a:buClr>
              <a:buFont typeface="Arial"/>
              <a:buChar char="●"/>
            </a:pPr>
            <a:r>
              <a:rPr lang="en-US" sz="2400" dirty="0">
                <a:solidFill>
                  <a:srgbClr val="000000"/>
                </a:solidFill>
                <a:latin typeface="Times New Roman" panose="02020603050405020304" pitchFamily="18" charset="0"/>
                <a:ea typeface="Arial"/>
                <a:cs typeface="Times New Roman" panose="02020603050405020304" pitchFamily="18" charset="0"/>
                <a:sym typeface="Arial"/>
              </a:rPr>
              <a:t>Access software and databases from the Internet via a web browser through cloud computing which is referred to as “Software as a service (SaaS)”.</a:t>
            </a:r>
          </a:p>
          <a:p>
            <a:pPr marL="0" indent="0">
              <a:buSzPts val="2400"/>
              <a:buNone/>
            </a:pPr>
            <a:endParaRPr lang="en-US" sz="1400" dirty="0">
              <a:solidFill>
                <a:schemeClr val="tx1"/>
              </a:solidFill>
            </a:endParaRPr>
          </a:p>
          <a:p>
            <a:pPr>
              <a:buSzPts val="2400"/>
            </a:pPr>
            <a:endParaRPr lang="en-US" sz="2400" dirty="0"/>
          </a:p>
          <a:p>
            <a:pPr marL="0" lvl="0" indent="0">
              <a:spcAft>
                <a:spcPct val="0"/>
              </a:spcAft>
              <a:buSzPts val="2400"/>
              <a:buNone/>
            </a:pPr>
            <a:endParaRPr lang="en-CA" dirty="0"/>
          </a:p>
        </p:txBody>
      </p:sp>
      <p:sp>
        <p:nvSpPr>
          <p:cNvPr id="5" name="Slide Number Placeholder 4"/>
          <p:cNvSpPr>
            <a:spLocks noGrp="1"/>
          </p:cNvSpPr>
          <p:nvPr>
            <p:ph type="sldNum" sz="quarter" idx="12"/>
          </p:nvPr>
        </p:nvSpPr>
        <p:spPr/>
        <p:txBody>
          <a:bodyPr/>
          <a:lstStyle/>
          <a:p>
            <a:pPr>
              <a:defRPr/>
            </a:pPr>
            <a:fld id="{01A690C0-4C82-43B2-9749-0D13DA22A5B0}" type="slidenum">
              <a:rPr lang="en-CA" smtClean="0"/>
              <a:pPr>
                <a:defRPr/>
              </a:pPr>
              <a:t>2</a:t>
            </a:fld>
            <a:endParaRPr lang="en-CA"/>
          </a:p>
        </p:txBody>
      </p:sp>
    </p:spTree>
    <p:extLst>
      <p:ext uri="{BB962C8B-B14F-4D97-AF65-F5344CB8AC3E}">
        <p14:creationId xmlns:p14="http://schemas.microsoft.com/office/powerpoint/2010/main" val="1871618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4"/>
          <p:cNvSpPr txBox="1">
            <a:spLocks noGrp="1"/>
          </p:cNvSpPr>
          <p:nvPr>
            <p:ph type="title"/>
          </p:nvPr>
        </p:nvSpPr>
        <p:spPr>
          <a:xfrm>
            <a:off x="179512" y="332656"/>
            <a:ext cx="8520600" cy="607800"/>
          </a:xfrm>
          <a:prstGeom prst="rect">
            <a:avLst/>
          </a:prstGeom>
        </p:spPr>
        <p:txBody>
          <a:bodyPr spcFirstLastPara="1" vert="horz" wrap="square" lIns="91425" tIns="91425" rIns="91425" bIns="91425" numCol="1" anchor="t" anchorCtr="0" compatLnSpc="1">
            <a:prstTxWarp prst="textNoShape">
              <a:avLst/>
            </a:prstTxWarp>
            <a:normAutofit fontScale="90000"/>
          </a:bodyPr>
          <a:lstStyle/>
          <a:p>
            <a:pPr>
              <a:lnSpc>
                <a:spcPct val="120000"/>
              </a:lnSpc>
            </a:pPr>
            <a:r>
              <a:rPr lang="en" sz="4000" dirty="0">
                <a:solidFill>
                  <a:srgbClr val="003180"/>
                </a:solidFill>
                <a:latin typeface="+mj-lt"/>
                <a:ea typeface="Arial"/>
                <a:sym typeface="Arial"/>
              </a:rPr>
              <a:t>Software Programming</a:t>
            </a:r>
            <a:endParaRPr sz="4000" dirty="0">
              <a:solidFill>
                <a:srgbClr val="003180"/>
              </a:solidFill>
              <a:latin typeface="+mj-lt"/>
              <a:ea typeface="Arial"/>
              <a:sym typeface="Arial"/>
            </a:endParaRPr>
          </a:p>
          <a:p>
            <a:pPr>
              <a:lnSpc>
                <a:spcPct val="115000"/>
              </a:lnSpc>
              <a:spcBef>
                <a:spcPts val="5900"/>
              </a:spcBef>
            </a:pPr>
            <a:endParaRPr sz="1350" dirty="0">
              <a:solidFill>
                <a:srgbClr val="373D3F"/>
              </a:solidFill>
              <a:ea typeface="Arial"/>
              <a:sym typeface="Arial"/>
            </a:endParaRPr>
          </a:p>
          <a:p>
            <a:pPr>
              <a:spcBef>
                <a:spcPts val="3300"/>
              </a:spcBef>
            </a:pPr>
            <a:endParaRPr dirty="0"/>
          </a:p>
        </p:txBody>
      </p:sp>
      <p:sp>
        <p:nvSpPr>
          <p:cNvPr id="154" name="Google Shape;154;p24"/>
          <p:cNvSpPr txBox="1">
            <a:spLocks noGrp="1"/>
          </p:cNvSpPr>
          <p:nvPr>
            <p:ph type="body" idx="1"/>
          </p:nvPr>
        </p:nvSpPr>
        <p:spPr>
          <a:xfrm>
            <a:off x="179512" y="1484784"/>
            <a:ext cx="4319700" cy="3888432"/>
          </a:xfrm>
          <a:prstGeom prst="rect">
            <a:avLst/>
          </a:prstGeom>
        </p:spPr>
        <p:txBody>
          <a:bodyPr spcFirstLastPara="1" vert="horz" wrap="square" lIns="91425" tIns="91425" rIns="91425" bIns="91425" numCol="1" anchor="t" anchorCtr="0" compatLnSpc="1">
            <a:prstTxWarp prst="textNoShape">
              <a:avLst/>
            </a:prstTxWarp>
            <a:noAutofit/>
          </a:bodyPr>
          <a:lstStyle/>
          <a:p>
            <a:pPr marL="0" indent="0">
              <a:spcAft>
                <a:spcPts val="1200"/>
              </a:spcAft>
              <a:buNone/>
            </a:pPr>
            <a:r>
              <a:rPr lang="en" sz="2400" dirty="0">
                <a:solidFill>
                  <a:srgbClr val="373D3F"/>
                </a:solidFill>
                <a:latin typeface="Times New Roman" panose="02020603050405020304" pitchFamily="18" charset="0"/>
                <a:ea typeface="Arial"/>
                <a:cs typeface="Times New Roman" panose="02020603050405020304" pitchFamily="18" charset="0"/>
                <a:sym typeface="Arial"/>
              </a:rPr>
              <a:t>Programming</a:t>
            </a: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 is the process of creating a set of logical instructions for a digital device to follow using a programming language. The process of programming is sometimes called “coding” because the developer takes the design and encodes it into a programming language which then runs on the computer.</a:t>
            </a:r>
            <a:endParaRPr sz="2400" dirty="0">
              <a:latin typeface="Times New Roman" panose="02020603050405020304" pitchFamily="18" charset="0"/>
              <a:ea typeface="Arial"/>
              <a:cs typeface="Times New Roman" panose="02020603050405020304" pitchFamily="18" charset="0"/>
              <a:sym typeface="Arial"/>
            </a:endParaRPr>
          </a:p>
        </p:txBody>
      </p:sp>
      <p:pic>
        <p:nvPicPr>
          <p:cNvPr id="155" name="Google Shape;155;p24" descr="&quot;&quot;"/>
          <p:cNvPicPr preferRelativeResize="0"/>
          <p:nvPr/>
        </p:nvPicPr>
        <p:blipFill>
          <a:blip r:embed="rId3">
            <a:alphaModFix/>
          </a:blip>
          <a:stretch>
            <a:fillRect/>
          </a:stretch>
        </p:blipFill>
        <p:spPr>
          <a:xfrm>
            <a:off x="4809487" y="1628800"/>
            <a:ext cx="4127899" cy="2789899"/>
          </a:xfrm>
          <a:prstGeom prst="rect">
            <a:avLst/>
          </a:prstGeom>
          <a:noFill/>
          <a:ln>
            <a:noFill/>
          </a:ln>
        </p:spPr>
      </p:pic>
    </p:spTree>
    <p:extLst>
      <p:ext uri="{BB962C8B-B14F-4D97-AF65-F5344CB8AC3E}">
        <p14:creationId xmlns:p14="http://schemas.microsoft.com/office/powerpoint/2010/main" val="681976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5"/>
          <p:cNvSpPr txBox="1">
            <a:spLocks noGrp="1"/>
          </p:cNvSpPr>
          <p:nvPr>
            <p:ph type="title"/>
          </p:nvPr>
        </p:nvSpPr>
        <p:spPr>
          <a:xfrm>
            <a:off x="107504" y="116632"/>
            <a:ext cx="8520600" cy="607800"/>
          </a:xfrm>
          <a:prstGeom prst="rect">
            <a:avLst/>
          </a:prstGeom>
        </p:spPr>
        <p:txBody>
          <a:bodyPr spcFirstLastPara="1" vert="horz" wrap="square" lIns="91425" tIns="91425" rIns="91425" bIns="91425" numCol="1" anchor="t" anchorCtr="0" compatLnSpc="1">
            <a:prstTxWarp prst="textNoShape">
              <a:avLst/>
            </a:prstTxWarp>
            <a:noAutofit/>
          </a:bodyPr>
          <a:lstStyle/>
          <a:p>
            <a:pPr>
              <a:buSzPts val="990"/>
            </a:pPr>
            <a:r>
              <a:rPr lang="en" b="1" dirty="0">
                <a:latin typeface="+mj-lt"/>
                <a:ea typeface="Arial"/>
                <a:cs typeface="Arial"/>
                <a:sym typeface="Arial"/>
              </a:rPr>
              <a:t>Software Introduction</a:t>
            </a:r>
            <a:endParaRPr b="1" dirty="0">
              <a:latin typeface="+mj-lt"/>
              <a:ea typeface="Arial"/>
              <a:cs typeface="Arial"/>
              <a:sym typeface="Arial"/>
            </a:endParaRPr>
          </a:p>
        </p:txBody>
      </p:sp>
      <p:sp>
        <p:nvSpPr>
          <p:cNvPr id="92" name="Google Shape;92;p15"/>
          <p:cNvSpPr txBox="1">
            <a:spLocks noGrp="1"/>
          </p:cNvSpPr>
          <p:nvPr>
            <p:ph type="body" idx="1"/>
          </p:nvPr>
        </p:nvSpPr>
        <p:spPr>
          <a:xfrm>
            <a:off x="43474" y="1988840"/>
            <a:ext cx="4508140" cy="3456384"/>
          </a:xfrm>
          <a:prstGeom prst="rect">
            <a:avLst/>
          </a:prstGeom>
        </p:spPr>
        <p:txBody>
          <a:bodyPr spcFirstLastPara="1" vert="horz" wrap="square" lIns="91425" tIns="91425" rIns="91425" bIns="91425" numCol="1" anchor="t" anchorCtr="0" compatLnSpc="1">
            <a:prstTxWarp prst="textNoShape">
              <a:avLst/>
            </a:prstTxWarp>
            <a:normAutofit/>
          </a:bodyPr>
          <a:lstStyle/>
          <a:p>
            <a:pPr marL="0" indent="0">
              <a:spcAft>
                <a:spcPts val="1200"/>
              </a:spcAft>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Software can be broadly divided into two categories:        </a:t>
            </a: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Operating Systems</a:t>
            </a: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                   	and                                </a:t>
            </a: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Application Software.</a:t>
            </a:r>
            <a:endParaRPr sz="2400" b="1" dirty="0">
              <a:latin typeface="Times New Roman" panose="02020603050405020304" pitchFamily="18" charset="0"/>
              <a:ea typeface="Arial"/>
              <a:cs typeface="Times New Roman" panose="02020603050405020304" pitchFamily="18" charset="0"/>
              <a:sym typeface="Arial"/>
            </a:endParaRPr>
          </a:p>
        </p:txBody>
      </p:sp>
      <p:pic>
        <p:nvPicPr>
          <p:cNvPr id="93" name="Google Shape;93;p15" descr="Laptop on a desk." title="Image of laptop"/>
          <p:cNvPicPr preferRelativeResize="0"/>
          <p:nvPr/>
        </p:nvPicPr>
        <p:blipFill>
          <a:blip r:embed="rId3">
            <a:alphaModFix/>
          </a:blip>
          <a:stretch>
            <a:fillRect/>
          </a:stretch>
        </p:blipFill>
        <p:spPr>
          <a:xfrm>
            <a:off x="4551614" y="1988840"/>
            <a:ext cx="4567199" cy="30440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6"/>
          <p:cNvSpPr txBox="1">
            <a:spLocks noGrp="1"/>
          </p:cNvSpPr>
          <p:nvPr>
            <p:ph type="title"/>
          </p:nvPr>
        </p:nvSpPr>
        <p:spPr>
          <a:xfrm>
            <a:off x="179512" y="-59120"/>
            <a:ext cx="8520600" cy="607800"/>
          </a:xfrm>
          <a:prstGeom prst="rect">
            <a:avLst/>
          </a:prstGeom>
        </p:spPr>
        <p:txBody>
          <a:bodyPr spcFirstLastPara="1" vert="horz" wrap="square" lIns="91425" tIns="91425" rIns="91425" bIns="91425" numCol="1" anchor="t" anchorCtr="0" compatLnSpc="1">
            <a:prstTxWarp prst="textNoShape">
              <a:avLst/>
            </a:prstTxWarp>
            <a:noAutofit/>
          </a:bodyPr>
          <a:lstStyle/>
          <a:p>
            <a:r>
              <a:rPr lang="en" b="1" dirty="0">
                <a:solidFill>
                  <a:srgbClr val="003180"/>
                </a:solidFill>
                <a:latin typeface="+mj-lt"/>
                <a:ea typeface="Arial"/>
                <a:cs typeface="Arial"/>
                <a:sym typeface="Arial"/>
              </a:rPr>
              <a:t>Operating Systems </a:t>
            </a:r>
            <a:endParaRPr b="1" dirty="0">
              <a:solidFill>
                <a:srgbClr val="003180"/>
              </a:solidFill>
              <a:latin typeface="+mj-lt"/>
              <a:ea typeface="Arial"/>
              <a:cs typeface="Arial"/>
              <a:sym typeface="Arial"/>
            </a:endParaRPr>
          </a:p>
          <a:p>
            <a:endParaRPr dirty="0"/>
          </a:p>
        </p:txBody>
      </p:sp>
      <p:sp>
        <p:nvSpPr>
          <p:cNvPr id="100" name="Google Shape;100;p16"/>
          <p:cNvSpPr txBox="1">
            <a:spLocks noGrp="1"/>
          </p:cNvSpPr>
          <p:nvPr>
            <p:ph type="body" idx="1"/>
          </p:nvPr>
        </p:nvSpPr>
        <p:spPr>
          <a:xfrm>
            <a:off x="107504" y="836712"/>
            <a:ext cx="5936376" cy="4968552"/>
          </a:xfrm>
          <a:prstGeom prst="rect">
            <a:avLst/>
          </a:prstGeom>
        </p:spPr>
        <p:txBody>
          <a:bodyPr spcFirstLastPara="1" vert="horz" wrap="square" lIns="91425" tIns="91425" rIns="91425" bIns="91425" numCol="1" anchor="t" anchorCtr="0" compatLnSpc="1">
            <a:prstTxWarp prst="textNoShape">
              <a:avLst/>
            </a:prstTxWarp>
            <a:noAutofit/>
          </a:bodyPr>
          <a:lstStyle/>
          <a:p>
            <a:pPr marL="0" indent="0">
              <a:buNone/>
            </a:pPr>
            <a:r>
              <a:rPr lang="en" sz="2400" dirty="0">
                <a:solidFill>
                  <a:srgbClr val="373D3F"/>
                </a:solidFill>
                <a:latin typeface="Times New Roman" panose="02020603050405020304" pitchFamily="18" charset="0"/>
                <a:ea typeface="Arial"/>
                <a:cs typeface="Times New Roman" panose="02020603050405020304" pitchFamily="18" charset="0"/>
                <a:sym typeface="Arial"/>
              </a:rPr>
              <a:t>Operating systems</a:t>
            </a: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 manage the hardware and create the interface between the hardware and the user. </a:t>
            </a:r>
          </a:p>
          <a:p>
            <a:pPr marL="0" indent="0">
              <a:buNone/>
            </a:pPr>
            <a:endPar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0" indent="0">
              <a:buNone/>
            </a:pPr>
            <a:r>
              <a:rPr lang="en" sz="2400" dirty="0">
                <a:solidFill>
                  <a:srgbClr val="373D3F"/>
                </a:solidFill>
                <a:latin typeface="Times New Roman" panose="02020603050405020304" pitchFamily="18" charset="0"/>
                <a:ea typeface="Arial"/>
                <a:cs typeface="Times New Roman" panose="02020603050405020304" pitchFamily="18" charset="0"/>
                <a:sym typeface="Arial"/>
              </a:rPr>
              <a:t>Key functions:</a:t>
            </a:r>
            <a:endParaRPr lang="en-US" sz="2400" dirty="0">
              <a:solidFill>
                <a:srgbClr val="373D3F"/>
              </a:solidFill>
              <a:latin typeface="Times New Roman" panose="02020603050405020304" pitchFamily="18" charset="0"/>
              <a:ea typeface="Arial"/>
              <a:cs typeface="Times New Roman" panose="02020603050405020304" pitchFamily="18" charset="0"/>
              <a:sym typeface="Arial"/>
            </a:endParaRPr>
          </a:p>
          <a:p>
            <a:pPr>
              <a:lnSpc>
                <a:spcPct val="150000"/>
              </a:lnSpc>
              <a:spcBef>
                <a:spcPts val="1900"/>
              </a:spcBef>
              <a:buClr>
                <a:srgbClr val="373D3F"/>
              </a:buClr>
              <a:buFont typeface="Arial"/>
              <a:buAutoNum type="arabicPeriod"/>
            </a:pPr>
            <a:r>
              <a:rPr lang="en-US" sz="2400" dirty="0">
                <a:solidFill>
                  <a:srgbClr val="373D3F"/>
                </a:solidFill>
                <a:latin typeface="Times New Roman" panose="02020603050405020304" pitchFamily="18" charset="0"/>
                <a:ea typeface="Arial"/>
                <a:cs typeface="Times New Roman" panose="02020603050405020304" pitchFamily="18" charset="0"/>
                <a:sym typeface="Arial"/>
              </a:rPr>
              <a:t>Managing the hardware resources of the computer</a:t>
            </a:r>
          </a:p>
          <a:p>
            <a:pPr>
              <a:lnSpc>
                <a:spcPct val="150000"/>
              </a:lnSpc>
              <a:buClr>
                <a:srgbClr val="373D3F"/>
              </a:buClr>
              <a:buFont typeface="Arial"/>
              <a:buAutoNum type="arabicPeriod"/>
            </a:pPr>
            <a:r>
              <a:rPr lang="en" sz="2400" dirty="0">
                <a:solidFill>
                  <a:srgbClr val="373D3F"/>
                </a:solidFill>
                <a:latin typeface="Times New Roman" panose="02020603050405020304" pitchFamily="18" charset="0"/>
                <a:ea typeface="Arial"/>
                <a:cs typeface="Times New Roman" panose="02020603050405020304" pitchFamily="18" charset="0"/>
                <a:sym typeface="Arial"/>
              </a:rPr>
              <a:t>Providing the user-interface components</a:t>
            </a:r>
            <a:endParaRPr sz="2400" dirty="0">
              <a:solidFill>
                <a:srgbClr val="373D3F"/>
              </a:solidFill>
              <a:latin typeface="Times New Roman" panose="02020603050405020304" pitchFamily="18" charset="0"/>
              <a:ea typeface="Arial"/>
              <a:cs typeface="Times New Roman" panose="02020603050405020304" pitchFamily="18" charset="0"/>
              <a:sym typeface="Arial"/>
            </a:endParaRPr>
          </a:p>
          <a:p>
            <a:pPr>
              <a:lnSpc>
                <a:spcPct val="150000"/>
              </a:lnSpc>
              <a:buClr>
                <a:srgbClr val="373D3F"/>
              </a:buClr>
              <a:buFont typeface="Arial"/>
              <a:buAutoNum type="arabicPeriod"/>
            </a:pPr>
            <a:r>
              <a:rPr lang="en" sz="2400" dirty="0">
                <a:solidFill>
                  <a:srgbClr val="373D3F"/>
                </a:solidFill>
                <a:latin typeface="Times New Roman" panose="02020603050405020304" pitchFamily="18" charset="0"/>
                <a:ea typeface="Arial"/>
                <a:cs typeface="Times New Roman" panose="02020603050405020304" pitchFamily="18" charset="0"/>
                <a:sym typeface="Arial"/>
              </a:rPr>
              <a:t>Providing a platform for software developers to write applications.</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p:txBody>
      </p:sp>
      <p:pic>
        <p:nvPicPr>
          <p:cNvPr id="101" name="Google Shape;101;p16" descr="Showing the operating system." title="Diagram"/>
          <p:cNvPicPr preferRelativeResize="0"/>
          <p:nvPr/>
        </p:nvPicPr>
        <p:blipFill>
          <a:blip r:embed="rId3">
            <a:alphaModFix/>
          </a:blip>
          <a:stretch>
            <a:fillRect/>
          </a:stretch>
        </p:blipFill>
        <p:spPr>
          <a:xfrm>
            <a:off x="6379212" y="1052736"/>
            <a:ext cx="2320900" cy="38209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7"/>
          <p:cNvSpPr txBox="1">
            <a:spLocks noGrp="1"/>
          </p:cNvSpPr>
          <p:nvPr>
            <p:ph type="title"/>
          </p:nvPr>
        </p:nvSpPr>
        <p:spPr>
          <a:xfrm>
            <a:off x="179512" y="260648"/>
            <a:ext cx="8520600" cy="607800"/>
          </a:xfrm>
          <a:prstGeom prst="rect">
            <a:avLst/>
          </a:prstGeom>
        </p:spPr>
        <p:txBody>
          <a:bodyPr spcFirstLastPara="1" vert="horz" wrap="square" lIns="91425" tIns="91425" rIns="91425" bIns="91425" numCol="1" anchor="t" anchorCtr="0" compatLnSpc="1">
            <a:prstTxWarp prst="textNoShape">
              <a:avLst/>
            </a:prstTxWarp>
            <a:noAutofit/>
          </a:bodyPr>
          <a:lstStyle/>
          <a:p>
            <a:pPr>
              <a:lnSpc>
                <a:spcPct val="120000"/>
              </a:lnSpc>
            </a:pPr>
            <a:r>
              <a:rPr lang="en" b="1" dirty="0">
                <a:solidFill>
                  <a:srgbClr val="003180"/>
                </a:solidFill>
                <a:latin typeface="+mj-lt"/>
                <a:ea typeface="Arial"/>
                <a:cs typeface="Arial"/>
                <a:sym typeface="Arial"/>
              </a:rPr>
              <a:t>Application Software</a:t>
            </a:r>
            <a:endParaRPr b="1" dirty="0">
              <a:solidFill>
                <a:srgbClr val="003180"/>
              </a:solidFill>
              <a:latin typeface="+mj-lt"/>
              <a:ea typeface="Arial"/>
              <a:cs typeface="Arial"/>
              <a:sym typeface="Arial"/>
            </a:endParaRPr>
          </a:p>
          <a:p>
            <a:pPr>
              <a:lnSpc>
                <a:spcPct val="115000"/>
              </a:lnSpc>
              <a:spcBef>
                <a:spcPts val="5900"/>
              </a:spcBef>
            </a:pPr>
            <a:endParaRPr sz="1350" dirty="0">
              <a:solidFill>
                <a:srgbClr val="373D3F"/>
              </a:solidFill>
              <a:ea typeface="Arial"/>
              <a:sym typeface="Arial"/>
            </a:endParaRPr>
          </a:p>
          <a:p>
            <a:pPr>
              <a:spcBef>
                <a:spcPts val="3300"/>
              </a:spcBef>
              <a:buSzPts val="990"/>
            </a:pPr>
            <a:endParaRPr b="1" dirty="0">
              <a:latin typeface="Arial"/>
              <a:ea typeface="Arial"/>
              <a:cs typeface="Arial"/>
              <a:sym typeface="Arial"/>
            </a:endParaRPr>
          </a:p>
        </p:txBody>
      </p:sp>
      <p:sp>
        <p:nvSpPr>
          <p:cNvPr id="107" name="Google Shape;107;p17"/>
          <p:cNvSpPr txBox="1">
            <a:spLocks noGrp="1"/>
          </p:cNvSpPr>
          <p:nvPr>
            <p:ph type="body" idx="1"/>
          </p:nvPr>
        </p:nvSpPr>
        <p:spPr>
          <a:xfrm>
            <a:off x="311700" y="2087125"/>
            <a:ext cx="4260300" cy="3339000"/>
          </a:xfrm>
          <a:prstGeom prst="rect">
            <a:avLst/>
          </a:prstGeom>
        </p:spPr>
        <p:txBody>
          <a:bodyPr spcFirstLastPara="1" vert="horz" wrap="square" lIns="91425" tIns="91425" rIns="91425" bIns="91425" numCol="1" anchor="t" anchorCtr="0" compatLnSpc="1">
            <a:prstTxWarp prst="textNoShape">
              <a:avLst/>
            </a:prstTxWarp>
            <a:noAutofit/>
          </a:bodyPr>
          <a:lstStyle/>
          <a:p>
            <a:pPr marL="0" indent="0">
              <a:buNone/>
            </a:pPr>
            <a:r>
              <a:rPr lang="en" sz="2400" dirty="0">
                <a:solidFill>
                  <a:srgbClr val="373D3F"/>
                </a:solidFill>
                <a:latin typeface="Times New Roman" panose="02020603050405020304" pitchFamily="18" charset="0"/>
                <a:ea typeface="Arial"/>
                <a:cs typeface="Times New Roman" panose="02020603050405020304" pitchFamily="18" charset="0"/>
                <a:sym typeface="Arial"/>
              </a:rPr>
              <a:t>Application Software</a:t>
            </a: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 is used to accomplish a specific goal such as word processing, calculations on a spreadsheet, or surfing the internet using a web browser. </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0" indent="0">
              <a:spcBef>
                <a:spcPts val="1200"/>
              </a:spcBef>
              <a:spcAft>
                <a:spcPts val="1200"/>
              </a:spcAft>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What are some of the common types of application software that you use?</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p:txBody>
      </p:sp>
      <p:pic>
        <p:nvPicPr>
          <p:cNvPr id="108" name="Google Shape;108;p17" descr="Person sitting at a laptop working." title="Image"/>
          <p:cNvPicPr preferRelativeResize="0"/>
          <p:nvPr/>
        </p:nvPicPr>
        <p:blipFill>
          <a:blip r:embed="rId3">
            <a:alphaModFix/>
          </a:blip>
          <a:stretch>
            <a:fillRect/>
          </a:stretch>
        </p:blipFill>
        <p:spPr>
          <a:xfrm>
            <a:off x="4724401" y="2027450"/>
            <a:ext cx="4316925" cy="30997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7"/>
          <p:cNvSpPr txBox="1">
            <a:spLocks noGrp="1"/>
          </p:cNvSpPr>
          <p:nvPr>
            <p:ph type="title"/>
          </p:nvPr>
        </p:nvSpPr>
        <p:spPr>
          <a:xfrm>
            <a:off x="107504" y="-99392"/>
            <a:ext cx="8520600" cy="720080"/>
          </a:xfrm>
          <a:prstGeom prst="rect">
            <a:avLst/>
          </a:prstGeom>
        </p:spPr>
        <p:txBody>
          <a:bodyPr spcFirstLastPara="1" vert="horz" wrap="square" lIns="91425" tIns="91425" rIns="91425" bIns="91425" numCol="1" anchor="t" anchorCtr="0" compatLnSpc="1">
            <a:prstTxWarp prst="textNoShape">
              <a:avLst/>
            </a:prstTxWarp>
            <a:noAutofit/>
          </a:bodyPr>
          <a:lstStyle/>
          <a:p>
            <a:pPr>
              <a:lnSpc>
                <a:spcPct val="120000"/>
              </a:lnSpc>
            </a:pPr>
            <a:r>
              <a:rPr lang="en" b="1" dirty="0">
                <a:solidFill>
                  <a:srgbClr val="003180"/>
                </a:solidFill>
                <a:latin typeface="+mj-lt"/>
                <a:ea typeface="Arial"/>
                <a:cs typeface="Arial"/>
                <a:sym typeface="Arial"/>
              </a:rPr>
              <a:t>Application Software Cont…</a:t>
            </a:r>
            <a:endParaRPr b="1" dirty="0">
              <a:solidFill>
                <a:srgbClr val="003180"/>
              </a:solidFill>
              <a:latin typeface="+mj-lt"/>
              <a:ea typeface="Arial"/>
              <a:cs typeface="Arial"/>
              <a:sym typeface="Arial"/>
            </a:endParaRPr>
          </a:p>
          <a:p>
            <a:pPr>
              <a:lnSpc>
                <a:spcPct val="115000"/>
              </a:lnSpc>
              <a:spcBef>
                <a:spcPts val="5900"/>
              </a:spcBef>
            </a:pPr>
            <a:endParaRPr sz="1350" dirty="0">
              <a:solidFill>
                <a:srgbClr val="373D3F"/>
              </a:solidFill>
              <a:latin typeface="+mj-lt"/>
              <a:ea typeface="Arial"/>
              <a:sym typeface="Arial"/>
            </a:endParaRPr>
          </a:p>
          <a:p>
            <a:pPr>
              <a:spcBef>
                <a:spcPts val="3300"/>
              </a:spcBef>
              <a:buSzPts val="990"/>
            </a:pPr>
            <a:endParaRPr lang="en-CA" b="1" dirty="0">
              <a:latin typeface="Arial"/>
              <a:ea typeface="Arial"/>
              <a:cs typeface="Arial"/>
              <a:sym typeface="Arial"/>
            </a:endParaRPr>
          </a:p>
        </p:txBody>
      </p:sp>
      <p:sp>
        <p:nvSpPr>
          <p:cNvPr id="107" name="Google Shape;107;p17"/>
          <p:cNvSpPr txBox="1">
            <a:spLocks noGrp="1"/>
          </p:cNvSpPr>
          <p:nvPr>
            <p:ph type="body" idx="1"/>
          </p:nvPr>
        </p:nvSpPr>
        <p:spPr>
          <a:xfrm>
            <a:off x="107504" y="980728"/>
            <a:ext cx="8280920" cy="4680520"/>
          </a:xfrm>
          <a:prstGeom prst="rect">
            <a:avLst/>
          </a:prstGeom>
        </p:spPr>
        <p:txBody>
          <a:bodyPr spcFirstLastPara="1" vert="horz" wrap="square" lIns="91425" tIns="91425" rIns="91425" bIns="91425" numCol="1" anchor="t" anchorCtr="0" compatLnSpc="1">
            <a:prstTxWarp prst="textNoShape">
              <a:avLst/>
            </a:prstTxWarp>
            <a:noAutofit/>
          </a:bodyPr>
          <a:lstStyle/>
          <a:p>
            <a:pPr marL="0" indent="0">
              <a:buNone/>
            </a:pPr>
            <a:r>
              <a:rPr lang="en-CA" sz="2400" dirty="0">
                <a:solidFill>
                  <a:srgbClr val="003180"/>
                </a:solidFill>
                <a:latin typeface="Times New Roman" panose="02020603050405020304" pitchFamily="18" charset="0"/>
                <a:cs typeface="Times New Roman" panose="02020603050405020304" pitchFamily="18" charset="0"/>
              </a:rPr>
              <a:t>Productivity Software </a:t>
            </a:r>
          </a:p>
          <a:p>
            <a:pPr marL="0" indent="0">
              <a:buNone/>
            </a:pPr>
            <a:endParaRPr lang="en-CA" sz="2400" dirty="0">
              <a:solidFill>
                <a:srgbClr val="003180"/>
              </a:solidFill>
              <a:latin typeface="Times New Roman" panose="02020603050405020304" pitchFamily="18" charset="0"/>
              <a:cs typeface="Times New Roman" panose="02020603050405020304" pitchFamily="18" charset="0"/>
            </a:endParaRPr>
          </a:p>
          <a:p>
            <a:r>
              <a:rPr lang="en-US" sz="2400" b="1" dirty="0">
                <a:solidFill>
                  <a:srgbClr val="000000"/>
                </a:solidFill>
                <a:latin typeface="Times New Roman" panose="02020603050405020304" pitchFamily="18" charset="0"/>
                <a:cs typeface="Times New Roman" panose="02020603050405020304" pitchFamily="18" charset="0"/>
              </a:rPr>
              <a:t>Word processing </a:t>
            </a:r>
            <a:r>
              <a:rPr lang="en-US" sz="2400" dirty="0">
                <a:solidFill>
                  <a:srgbClr val="000000"/>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Users can create and edit documents using this class of software.</a:t>
            </a:r>
          </a:p>
          <a:p>
            <a:r>
              <a:rPr lang="en-US" sz="2400" b="1" dirty="0">
                <a:solidFill>
                  <a:srgbClr val="000000"/>
                </a:solidFill>
                <a:latin typeface="Times New Roman" panose="02020603050405020304" pitchFamily="18" charset="0"/>
                <a:cs typeface="Times New Roman" panose="02020603050405020304" pitchFamily="18" charset="0"/>
              </a:rPr>
              <a:t>Spreadsheet </a:t>
            </a:r>
            <a:r>
              <a:rPr lang="en-US" sz="2400" dirty="0">
                <a:solidFill>
                  <a:srgbClr val="000000"/>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This class of software provides a way to do numeric calculations and analysis, displaying the result in charts and graphs. 	</a:t>
            </a:r>
          </a:p>
          <a:p>
            <a:r>
              <a:rPr lang="en-US" sz="2400" b="1" dirty="0">
                <a:solidFill>
                  <a:srgbClr val="000000"/>
                </a:solidFill>
                <a:latin typeface="Times New Roman" panose="02020603050405020304" pitchFamily="18" charset="0"/>
                <a:cs typeface="Times New Roman" panose="02020603050405020304" pitchFamily="18" charset="0"/>
              </a:rPr>
              <a:t>Presentation </a:t>
            </a:r>
            <a:r>
              <a:rPr lang="en-US" sz="2400" dirty="0">
                <a:solidFill>
                  <a:srgbClr val="000000"/>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Users can create slideshow presentations using this class of software. </a:t>
            </a:r>
            <a:endParaRPr sz="2400" dirty="0">
              <a:solidFill>
                <a:srgbClr val="373D3F"/>
              </a:solidFill>
              <a:highlight>
                <a:srgbClr val="FFFFFF"/>
              </a:highlight>
              <a:ea typeface="Arial"/>
              <a:sym typeface="Arial"/>
            </a:endParaRPr>
          </a:p>
        </p:txBody>
      </p:sp>
    </p:spTree>
    <p:extLst>
      <p:ext uri="{BB962C8B-B14F-4D97-AF65-F5344CB8AC3E}">
        <p14:creationId xmlns:p14="http://schemas.microsoft.com/office/powerpoint/2010/main" val="3063185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1303AC40-E638-987E-57FB-4D40B4823BB4}"/>
            </a:ext>
          </a:extLst>
        </p:cNvPr>
        <p:cNvGrpSpPr/>
        <p:nvPr/>
      </p:nvGrpSpPr>
      <p:grpSpPr>
        <a:xfrm>
          <a:off x="0" y="0"/>
          <a:ext cx="0" cy="0"/>
          <a:chOff x="0" y="0"/>
          <a:chExt cx="0" cy="0"/>
        </a:xfrm>
      </p:grpSpPr>
      <p:sp>
        <p:nvSpPr>
          <p:cNvPr id="106" name="Google Shape;106;p17">
            <a:extLst>
              <a:ext uri="{FF2B5EF4-FFF2-40B4-BE49-F238E27FC236}">
                <a16:creationId xmlns:a16="http://schemas.microsoft.com/office/drawing/2014/main" id="{119B23F7-F5A0-1DD9-1239-17435F26A74C}"/>
              </a:ext>
            </a:extLst>
          </p:cNvPr>
          <p:cNvSpPr txBox="1">
            <a:spLocks noGrp="1"/>
          </p:cNvSpPr>
          <p:nvPr>
            <p:ph type="title"/>
          </p:nvPr>
        </p:nvSpPr>
        <p:spPr>
          <a:xfrm>
            <a:off x="140605" y="-171400"/>
            <a:ext cx="8520600" cy="607800"/>
          </a:xfrm>
          <a:prstGeom prst="rect">
            <a:avLst/>
          </a:prstGeom>
        </p:spPr>
        <p:txBody>
          <a:bodyPr spcFirstLastPara="1" vert="horz" wrap="square" lIns="91425" tIns="91425" rIns="91425" bIns="91425" numCol="1" anchor="t" anchorCtr="0" compatLnSpc="1">
            <a:prstTxWarp prst="textNoShape">
              <a:avLst/>
            </a:prstTxWarp>
            <a:noAutofit/>
          </a:bodyPr>
          <a:lstStyle/>
          <a:p>
            <a:pPr>
              <a:lnSpc>
                <a:spcPct val="120000"/>
              </a:lnSpc>
            </a:pPr>
            <a:r>
              <a:rPr lang="en" b="1" dirty="0">
                <a:solidFill>
                  <a:srgbClr val="003180"/>
                </a:solidFill>
                <a:latin typeface="+mj-lt"/>
                <a:ea typeface="Arial"/>
                <a:cs typeface="Arial"/>
                <a:sym typeface="Arial"/>
              </a:rPr>
              <a:t>Application Software Cont…</a:t>
            </a:r>
            <a:endParaRPr b="1" dirty="0">
              <a:solidFill>
                <a:srgbClr val="003180"/>
              </a:solidFill>
              <a:latin typeface="+mj-lt"/>
              <a:ea typeface="Arial"/>
              <a:cs typeface="Arial"/>
              <a:sym typeface="Arial"/>
            </a:endParaRPr>
          </a:p>
          <a:p>
            <a:pPr>
              <a:lnSpc>
                <a:spcPct val="115000"/>
              </a:lnSpc>
              <a:spcBef>
                <a:spcPts val="5900"/>
              </a:spcBef>
            </a:pPr>
            <a:endParaRPr sz="1350" dirty="0">
              <a:solidFill>
                <a:srgbClr val="373D3F"/>
              </a:solidFill>
              <a:ea typeface="Arial"/>
              <a:sym typeface="Arial"/>
            </a:endParaRPr>
          </a:p>
          <a:p>
            <a:pPr>
              <a:spcBef>
                <a:spcPts val="3300"/>
              </a:spcBef>
              <a:buSzPts val="990"/>
            </a:pPr>
            <a:endParaRPr lang="en-CA" b="1" dirty="0">
              <a:latin typeface="Arial"/>
              <a:ea typeface="Arial"/>
              <a:cs typeface="Arial"/>
              <a:sym typeface="Arial"/>
            </a:endParaRPr>
          </a:p>
        </p:txBody>
      </p:sp>
      <p:sp>
        <p:nvSpPr>
          <p:cNvPr id="107" name="Google Shape;107;p17">
            <a:extLst>
              <a:ext uri="{FF2B5EF4-FFF2-40B4-BE49-F238E27FC236}">
                <a16:creationId xmlns:a16="http://schemas.microsoft.com/office/drawing/2014/main" id="{08E64A80-E238-F99C-1390-783601AB66BD}"/>
              </a:ext>
            </a:extLst>
          </p:cNvPr>
          <p:cNvSpPr txBox="1">
            <a:spLocks noGrp="1"/>
          </p:cNvSpPr>
          <p:nvPr>
            <p:ph type="body" idx="1"/>
          </p:nvPr>
        </p:nvSpPr>
        <p:spPr>
          <a:xfrm>
            <a:off x="107149" y="692696"/>
            <a:ext cx="8862789" cy="5112568"/>
          </a:xfrm>
          <a:prstGeom prst="rect">
            <a:avLst/>
          </a:prstGeom>
        </p:spPr>
        <p:txBody>
          <a:bodyPr spcFirstLastPara="1" vert="horz" wrap="square" lIns="91425" tIns="91425" rIns="91425" bIns="91425" numCol="1" anchor="t" anchorCtr="0" compatLnSpc="1">
            <a:prstTxWarp prst="textNoShape">
              <a:avLst/>
            </a:prstTxWarp>
            <a:normAutofit fontScale="85000" lnSpcReduction="20000"/>
          </a:bodyPr>
          <a:lstStyle/>
          <a:p>
            <a:pPr marL="0" indent="0">
              <a:buNone/>
            </a:pPr>
            <a:r>
              <a:rPr lang="en-CA" sz="2600" dirty="0">
                <a:solidFill>
                  <a:srgbClr val="003180"/>
                </a:solidFill>
                <a:latin typeface="Times New Roman" panose="02020603050405020304" pitchFamily="18" charset="0"/>
                <a:cs typeface="Times New Roman" panose="02020603050405020304" pitchFamily="18" charset="0"/>
              </a:rPr>
              <a:t>Productivity Software</a:t>
            </a:r>
          </a:p>
          <a:p>
            <a:pPr marL="114300" indent="0">
              <a:buNone/>
            </a:pPr>
            <a:r>
              <a:rPr lang="en-US" sz="2600" dirty="0">
                <a:solidFill>
                  <a:srgbClr val="000000"/>
                </a:solidFill>
                <a:latin typeface="Times New Roman" panose="02020603050405020304" pitchFamily="18" charset="0"/>
                <a:cs typeface="Times New Roman" panose="02020603050405020304" pitchFamily="18" charset="0"/>
              </a:rPr>
              <a:t>	</a:t>
            </a:r>
          </a:p>
          <a:p>
            <a:r>
              <a:rPr lang="en-US" sz="2800" b="1" dirty="0">
                <a:solidFill>
                  <a:srgbClr val="000000"/>
                </a:solidFill>
                <a:latin typeface="Times New Roman" panose="02020603050405020304" pitchFamily="18" charset="0"/>
                <a:cs typeface="Times New Roman" panose="02020603050405020304" pitchFamily="18" charset="0"/>
              </a:rPr>
              <a:t>Database management system </a:t>
            </a:r>
            <a:r>
              <a:rPr lang="en-US" sz="2800" dirty="0">
                <a:solidFill>
                  <a:srgbClr val="000000"/>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This software serves as an electronic filing cabinet for records such as customer lists, employee data, and inventory information. Data can be sorted, manipulated and queried to create reports. 	</a:t>
            </a:r>
          </a:p>
          <a:p>
            <a:endParaRPr lang="en-US" sz="2800" dirty="0">
              <a:solidFill>
                <a:srgbClr val="000000"/>
              </a:solidFill>
              <a:latin typeface="Times New Roman" panose="02020603050405020304" pitchFamily="18" charset="0"/>
              <a:cs typeface="Times New Roman" panose="02020603050405020304" pitchFamily="18" charset="0"/>
            </a:endParaRPr>
          </a:p>
          <a:p>
            <a:r>
              <a:rPr lang="en-US" sz="2800" b="1" dirty="0">
                <a:solidFill>
                  <a:srgbClr val="000000"/>
                </a:solidFill>
                <a:latin typeface="Times New Roman" panose="02020603050405020304" pitchFamily="18" charset="0"/>
                <a:cs typeface="Times New Roman" panose="02020603050405020304" pitchFamily="18" charset="0"/>
              </a:rPr>
              <a:t>Desktop publishing </a:t>
            </a:r>
            <a:r>
              <a:rPr lang="en-US" sz="2800" dirty="0">
                <a:solidFill>
                  <a:srgbClr val="000000"/>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This software combines word processing, graphics, and page layout software to create documents. Allows companies to design and produce sales brochures, catalogs, advertisements, and newsletters in-house. </a:t>
            </a:r>
          </a:p>
          <a:p>
            <a:pPr marL="114300" indent="0">
              <a:buNone/>
            </a:pPr>
            <a:r>
              <a:rPr lang="en-US" sz="2800" dirty="0">
                <a:solidFill>
                  <a:srgbClr val="000000"/>
                </a:solidFill>
                <a:latin typeface="Times New Roman" panose="02020603050405020304" pitchFamily="18" charset="0"/>
                <a:cs typeface="Times New Roman" panose="02020603050405020304" pitchFamily="18" charset="0"/>
              </a:rPr>
              <a:t>	</a:t>
            </a:r>
          </a:p>
          <a:p>
            <a:r>
              <a:rPr lang="en-US" sz="2800" b="1" dirty="0">
                <a:solidFill>
                  <a:srgbClr val="000000"/>
                </a:solidFill>
                <a:latin typeface="Times New Roman" panose="02020603050405020304" pitchFamily="18" charset="0"/>
                <a:cs typeface="Times New Roman" panose="02020603050405020304" pitchFamily="18" charset="0"/>
              </a:rPr>
              <a:t>Financial software </a:t>
            </a:r>
            <a:r>
              <a:rPr lang="en-US" sz="2800" dirty="0">
                <a:solidFill>
                  <a:srgbClr val="000000"/>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dirty="0">
                <a:solidFill>
                  <a:srgbClr val="000000"/>
                </a:solidFill>
                <a:latin typeface="Times New Roman" panose="02020603050405020304" pitchFamily="18" charset="0"/>
                <a:cs typeface="Times New Roman" panose="02020603050405020304" pitchFamily="18" charset="0"/>
              </a:rPr>
              <a:t>This software is used to compile accounting and financial data and create financial statements and reports. 	</a:t>
            </a:r>
          </a:p>
          <a:p>
            <a:pPr marL="0" indent="0">
              <a:buNone/>
            </a:pPr>
            <a:endParaRPr sz="2000" dirty="0">
              <a:solidFill>
                <a:srgbClr val="373D3F"/>
              </a:solidFill>
              <a:highlight>
                <a:srgbClr val="FFFFFF"/>
              </a:highlight>
              <a:ea typeface="Arial"/>
              <a:sym typeface="Arial"/>
            </a:endParaRPr>
          </a:p>
        </p:txBody>
      </p:sp>
    </p:spTree>
    <p:extLst>
      <p:ext uri="{BB962C8B-B14F-4D97-AF65-F5344CB8AC3E}">
        <p14:creationId xmlns:p14="http://schemas.microsoft.com/office/powerpoint/2010/main" val="447541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167042" y="260648"/>
            <a:ext cx="8520600" cy="607800"/>
          </a:xfrm>
          <a:prstGeom prst="rect">
            <a:avLst/>
          </a:prstGeom>
        </p:spPr>
        <p:txBody>
          <a:bodyPr spcFirstLastPara="1" vert="horz" wrap="square" lIns="91425" tIns="91425" rIns="91425" bIns="91425" numCol="1" anchor="t" anchorCtr="0" compatLnSpc="1">
            <a:prstTxWarp prst="textNoShape">
              <a:avLst/>
            </a:prstTxWarp>
            <a:noAutofit/>
          </a:bodyPr>
          <a:lstStyle/>
          <a:p>
            <a:pPr>
              <a:lnSpc>
                <a:spcPct val="120000"/>
              </a:lnSpc>
            </a:pPr>
            <a:r>
              <a:rPr lang="en" b="1" dirty="0">
                <a:solidFill>
                  <a:srgbClr val="003180"/>
                </a:solidFill>
                <a:latin typeface="+mj-lt"/>
                <a:ea typeface="Arial"/>
                <a:cs typeface="Arial"/>
                <a:sym typeface="Arial"/>
              </a:rPr>
              <a:t>Desktop Software</a:t>
            </a:r>
            <a:endParaRPr b="1" dirty="0">
              <a:solidFill>
                <a:srgbClr val="003180"/>
              </a:solidFill>
              <a:latin typeface="+mj-lt"/>
              <a:ea typeface="Arial"/>
              <a:cs typeface="Arial"/>
              <a:sym typeface="Arial"/>
            </a:endParaRPr>
          </a:p>
          <a:p>
            <a:pPr>
              <a:spcBef>
                <a:spcPts val="2300"/>
              </a:spcBef>
            </a:pPr>
            <a:endParaRPr dirty="0"/>
          </a:p>
        </p:txBody>
      </p:sp>
      <p:sp>
        <p:nvSpPr>
          <p:cNvPr id="115" name="Google Shape;115;p18"/>
          <p:cNvSpPr txBox="1">
            <a:spLocks noGrp="1"/>
          </p:cNvSpPr>
          <p:nvPr>
            <p:ph type="body" idx="1"/>
          </p:nvPr>
        </p:nvSpPr>
        <p:spPr>
          <a:xfrm>
            <a:off x="311700" y="2087125"/>
            <a:ext cx="4416300" cy="3339000"/>
          </a:xfrm>
          <a:prstGeom prst="rect">
            <a:avLst/>
          </a:prstGeom>
        </p:spPr>
        <p:txBody>
          <a:bodyPr spcFirstLastPara="1" vert="horz" wrap="square" lIns="91425" tIns="91425" rIns="91425" bIns="91425" numCol="1" anchor="t" anchorCtr="0" compatLnSpc="1">
            <a:prstTxWarp prst="textNoShape">
              <a:avLst/>
            </a:prstTxWarp>
            <a:normAutofit/>
          </a:bodyPr>
          <a:lstStyle/>
          <a:p>
            <a:pPr marL="0" indent="0">
              <a:buNone/>
            </a:pPr>
            <a:r>
              <a:rPr lang="en" sz="2400" b="1" dirty="0">
                <a:solidFill>
                  <a:srgbClr val="373D3F"/>
                </a:solidFill>
                <a:latin typeface="Times New Roman" panose="02020603050405020304" pitchFamily="18" charset="0"/>
                <a:ea typeface="Arial"/>
                <a:cs typeface="Times New Roman" panose="02020603050405020304" pitchFamily="18" charset="0"/>
                <a:sym typeface="Arial"/>
              </a:rPr>
              <a:t>Desktop software</a:t>
            </a: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 </a:t>
            </a:r>
          </a:p>
          <a:p>
            <a:pPr marL="342900">
              <a:buFont typeface="Wingdings" panose="05000000000000000000" pitchFamily="2" charset="2"/>
              <a:buChar char="Ø"/>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applications installed on a personal computer—your browser, your Office suite, photo editors, and computer games are all desktop software. </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0" indent="0">
              <a:spcBef>
                <a:spcPts val="1200"/>
              </a:spcBef>
              <a:spcAft>
                <a:spcPts val="1200"/>
              </a:spcAft>
              <a:buNone/>
            </a:pPr>
            <a:endParaRPr dirty="0">
              <a:solidFill>
                <a:srgbClr val="373D3F"/>
              </a:solidFill>
              <a:highlight>
                <a:srgbClr val="FFFFFF"/>
              </a:highlight>
              <a:latin typeface="Arial"/>
              <a:ea typeface="Arial"/>
              <a:cs typeface="Arial"/>
              <a:sym typeface="Arial"/>
            </a:endParaRPr>
          </a:p>
        </p:txBody>
      </p:sp>
      <p:pic>
        <p:nvPicPr>
          <p:cNvPr id="116" name="Google Shape;116;p18" descr="Apple computer." title="Image"/>
          <p:cNvPicPr preferRelativeResize="0"/>
          <p:nvPr/>
        </p:nvPicPr>
        <p:blipFill>
          <a:blip r:embed="rId3">
            <a:alphaModFix/>
          </a:blip>
          <a:stretch>
            <a:fillRect/>
          </a:stretch>
        </p:blipFill>
        <p:spPr>
          <a:xfrm>
            <a:off x="5873403" y="1759687"/>
            <a:ext cx="2802247" cy="366643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232154" y="188640"/>
            <a:ext cx="8520600" cy="720080"/>
          </a:xfrm>
          <a:prstGeom prst="rect">
            <a:avLst/>
          </a:prstGeom>
        </p:spPr>
        <p:txBody>
          <a:bodyPr spcFirstLastPara="1" vert="horz" wrap="square" lIns="91425" tIns="91425" rIns="91425" bIns="91425" numCol="1" anchor="t" anchorCtr="0" compatLnSpc="1">
            <a:prstTxWarp prst="textNoShape">
              <a:avLst/>
            </a:prstTxWarp>
            <a:normAutofit fontScale="90000"/>
          </a:bodyPr>
          <a:lstStyle/>
          <a:p>
            <a:pPr>
              <a:lnSpc>
                <a:spcPct val="120000"/>
              </a:lnSpc>
            </a:pPr>
            <a:r>
              <a:rPr lang="en" sz="4000" dirty="0">
                <a:solidFill>
                  <a:srgbClr val="003180"/>
                </a:solidFill>
                <a:latin typeface="+mj-lt"/>
                <a:ea typeface="Arial"/>
                <a:sym typeface="Arial"/>
              </a:rPr>
              <a:t>Enterprise Software</a:t>
            </a:r>
            <a:endParaRPr sz="4000" dirty="0">
              <a:solidFill>
                <a:srgbClr val="003180"/>
              </a:solidFill>
              <a:latin typeface="+mj-lt"/>
              <a:ea typeface="Arial"/>
              <a:sym typeface="Arial"/>
            </a:endParaRPr>
          </a:p>
          <a:p>
            <a:pPr>
              <a:spcBef>
                <a:spcPts val="2300"/>
              </a:spcBef>
            </a:pPr>
            <a:endParaRPr dirty="0"/>
          </a:p>
        </p:txBody>
      </p:sp>
      <p:sp>
        <p:nvSpPr>
          <p:cNvPr id="124" name="Google Shape;124;p19"/>
          <p:cNvSpPr txBox="1">
            <a:spLocks noGrp="1"/>
          </p:cNvSpPr>
          <p:nvPr>
            <p:ph type="body" idx="1"/>
          </p:nvPr>
        </p:nvSpPr>
        <p:spPr>
          <a:xfrm>
            <a:off x="234253" y="1268760"/>
            <a:ext cx="4968552" cy="4824536"/>
          </a:xfrm>
          <a:prstGeom prst="rect">
            <a:avLst/>
          </a:prstGeom>
        </p:spPr>
        <p:txBody>
          <a:bodyPr spcFirstLastPara="1" vert="horz" wrap="square" lIns="91425" tIns="91425" rIns="91425" bIns="91425" numCol="1" anchor="t" anchorCtr="0" compatLnSpc="1">
            <a:prstTxWarp prst="textNoShape">
              <a:avLst/>
            </a:prstTxWarp>
            <a:noAutofit/>
          </a:bodyPr>
          <a:lstStyle/>
          <a:p>
            <a:pPr marL="0" indent="0">
              <a:buNone/>
            </a:pP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Enterprise software </a:t>
            </a:r>
          </a:p>
          <a:p>
            <a:pPr marL="0" indent="0">
              <a:buNone/>
            </a:pPr>
            <a:endPar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342900">
              <a:buFont typeface="Wingdings" panose="05000000000000000000" pitchFamily="2" charset="2"/>
              <a:buChar char="Ø"/>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applications that address the needs of multiple, simultaneous users in an organization or work group.</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0" indent="0">
              <a:spcBef>
                <a:spcPts val="1200"/>
              </a:spcBef>
              <a:spcAft>
                <a:spcPts val="1200"/>
              </a:spcAft>
              <a:buNone/>
            </a:pP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Enterprise resource planning (ERP)</a:t>
            </a:r>
          </a:p>
          <a:p>
            <a:pPr marL="342900">
              <a:spcBef>
                <a:spcPts val="1200"/>
              </a:spcBef>
              <a:spcAft>
                <a:spcPts val="1200"/>
              </a:spcAft>
              <a:buFont typeface="Wingdings" panose="05000000000000000000" pitchFamily="2" charset="2"/>
              <a:buChar char="Ø"/>
            </a:pPr>
            <a:r>
              <a:rPr lang="en-US"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software packages contain integrated modules that work together to bring the functions of an entire organization into one program.</a:t>
            </a:r>
          </a:p>
        </p:txBody>
      </p:sp>
      <p:pic>
        <p:nvPicPr>
          <p:cNvPr id="123" name="Google Shape;123;p19" descr="Enterprise software." title="Diagram"/>
          <p:cNvPicPr preferRelativeResize="0"/>
          <p:nvPr/>
        </p:nvPicPr>
        <p:blipFill>
          <a:blip r:embed="rId3">
            <a:alphaModFix/>
          </a:blip>
          <a:stretch>
            <a:fillRect/>
          </a:stretch>
        </p:blipFill>
        <p:spPr>
          <a:xfrm>
            <a:off x="5436096" y="1392166"/>
            <a:ext cx="3610498" cy="3820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title"/>
          </p:nvPr>
        </p:nvSpPr>
        <p:spPr>
          <a:xfrm>
            <a:off x="306844" y="188640"/>
            <a:ext cx="8520600" cy="607800"/>
          </a:xfrm>
          <a:prstGeom prst="rect">
            <a:avLst/>
          </a:prstGeom>
        </p:spPr>
        <p:txBody>
          <a:bodyPr spcFirstLastPara="1" vert="horz" wrap="square" lIns="91425" tIns="91425" rIns="91425" bIns="91425" numCol="1" anchor="t" anchorCtr="0" compatLnSpc="1">
            <a:prstTxWarp prst="textNoShape">
              <a:avLst/>
            </a:prstTxWarp>
            <a:normAutofit fontScale="90000"/>
          </a:bodyPr>
          <a:lstStyle/>
          <a:p>
            <a:pPr>
              <a:lnSpc>
                <a:spcPct val="120000"/>
              </a:lnSpc>
            </a:pPr>
            <a:r>
              <a:rPr lang="en" sz="4000" dirty="0">
                <a:solidFill>
                  <a:srgbClr val="003180"/>
                </a:solidFill>
                <a:latin typeface="+mj-lt"/>
                <a:ea typeface="Arial"/>
                <a:sym typeface="Arial"/>
              </a:rPr>
              <a:t>Mobile Software</a:t>
            </a:r>
            <a:endParaRPr sz="4000" dirty="0">
              <a:solidFill>
                <a:srgbClr val="003180"/>
              </a:solidFill>
              <a:latin typeface="+mj-lt"/>
              <a:ea typeface="Arial"/>
              <a:sym typeface="Arial"/>
            </a:endParaRPr>
          </a:p>
          <a:p>
            <a:pPr>
              <a:lnSpc>
                <a:spcPct val="115000"/>
              </a:lnSpc>
              <a:spcBef>
                <a:spcPts val="5900"/>
              </a:spcBef>
            </a:pPr>
            <a:endParaRPr sz="1350" dirty="0">
              <a:solidFill>
                <a:srgbClr val="373D3F"/>
              </a:solidFill>
              <a:ea typeface="Arial"/>
              <a:sym typeface="Arial"/>
            </a:endParaRPr>
          </a:p>
          <a:p>
            <a:pPr>
              <a:spcBef>
                <a:spcPts val="3300"/>
              </a:spcBef>
            </a:pPr>
            <a:endParaRPr dirty="0"/>
          </a:p>
        </p:txBody>
      </p:sp>
      <p:sp>
        <p:nvSpPr>
          <p:cNvPr id="130" name="Google Shape;130;p20"/>
          <p:cNvSpPr txBox="1">
            <a:spLocks noGrp="1"/>
          </p:cNvSpPr>
          <p:nvPr>
            <p:ph type="body" idx="1"/>
          </p:nvPr>
        </p:nvSpPr>
        <p:spPr>
          <a:xfrm>
            <a:off x="304086" y="2132856"/>
            <a:ext cx="5090100" cy="2448272"/>
          </a:xfrm>
          <a:prstGeom prst="rect">
            <a:avLst/>
          </a:prstGeom>
        </p:spPr>
        <p:txBody>
          <a:bodyPr spcFirstLastPara="1" vert="horz" wrap="square" lIns="91425" tIns="91425" rIns="91425" bIns="91425" numCol="1" anchor="t" anchorCtr="0" compatLnSpc="1">
            <a:prstTxWarp prst="textNoShape">
              <a:avLst/>
            </a:prstTxWarp>
            <a:normAutofit lnSpcReduction="10000"/>
          </a:bodyPr>
          <a:lstStyle/>
          <a:p>
            <a:pPr marL="0" indent="0">
              <a:spcAft>
                <a:spcPts val="1200"/>
              </a:spcAft>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Just as with the personal computer, mobile devices such as </a:t>
            </a: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smartphones</a:t>
            </a: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 and </a:t>
            </a: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tablets</a:t>
            </a: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 also have operating systems and application software. These mobile devices are in many ways just smaller versions of personal computers.</a:t>
            </a:r>
            <a:endParaRPr sz="2400" dirty="0">
              <a:latin typeface="Times New Roman" panose="02020603050405020304" pitchFamily="18" charset="0"/>
              <a:ea typeface="Arial"/>
              <a:cs typeface="Times New Roman" panose="02020603050405020304" pitchFamily="18" charset="0"/>
              <a:sym typeface="Arial"/>
            </a:endParaRPr>
          </a:p>
        </p:txBody>
      </p:sp>
      <p:pic>
        <p:nvPicPr>
          <p:cNvPr id="131" name="Google Shape;131;p20">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5554200" y="2027450"/>
            <a:ext cx="3437400" cy="19249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2"/>
          <p:cNvSpPr txBox="1">
            <a:spLocks noGrp="1"/>
          </p:cNvSpPr>
          <p:nvPr>
            <p:ph type="title"/>
          </p:nvPr>
        </p:nvSpPr>
        <p:spPr>
          <a:xfrm>
            <a:off x="288317" y="332656"/>
            <a:ext cx="8520600" cy="607800"/>
          </a:xfrm>
          <a:prstGeom prst="rect">
            <a:avLst/>
          </a:prstGeom>
        </p:spPr>
        <p:txBody>
          <a:bodyPr spcFirstLastPara="1" vert="horz" wrap="square" lIns="91425" tIns="91425" rIns="91425" bIns="91425" numCol="1" anchor="t" anchorCtr="0" compatLnSpc="1">
            <a:prstTxWarp prst="textNoShape">
              <a:avLst/>
            </a:prstTxWarp>
            <a:noAutofit/>
          </a:bodyPr>
          <a:lstStyle/>
          <a:p>
            <a:pPr>
              <a:lnSpc>
                <a:spcPct val="120000"/>
              </a:lnSpc>
            </a:pPr>
            <a:r>
              <a:rPr lang="en" b="1" dirty="0">
                <a:solidFill>
                  <a:srgbClr val="003180"/>
                </a:solidFill>
                <a:latin typeface="+mj-lt"/>
                <a:ea typeface="Arial"/>
                <a:cs typeface="Arial"/>
                <a:sym typeface="Arial"/>
              </a:rPr>
              <a:t>Obtaining Software</a:t>
            </a:r>
            <a:endParaRPr b="1" dirty="0">
              <a:solidFill>
                <a:srgbClr val="003180"/>
              </a:solidFill>
              <a:latin typeface="+mj-lt"/>
              <a:ea typeface="Arial"/>
              <a:cs typeface="Arial"/>
              <a:sym typeface="Arial"/>
            </a:endParaRPr>
          </a:p>
          <a:p>
            <a:pPr>
              <a:spcBef>
                <a:spcPts val="2300"/>
              </a:spcBef>
            </a:pPr>
            <a:endParaRPr dirty="0"/>
          </a:p>
        </p:txBody>
      </p:sp>
      <p:sp>
        <p:nvSpPr>
          <p:cNvPr id="146" name="Google Shape;146;p22"/>
          <p:cNvSpPr txBox="1">
            <a:spLocks noGrp="1"/>
          </p:cNvSpPr>
          <p:nvPr>
            <p:ph type="body" idx="1"/>
          </p:nvPr>
        </p:nvSpPr>
        <p:spPr>
          <a:xfrm>
            <a:off x="288317" y="1484784"/>
            <a:ext cx="8520600" cy="3339000"/>
          </a:xfrm>
          <a:prstGeom prst="rect">
            <a:avLst/>
          </a:prstGeom>
        </p:spPr>
        <p:txBody>
          <a:bodyPr spcFirstLastPara="1" vert="horz" wrap="square" lIns="91425" tIns="91425" rIns="91425" bIns="91425" numCol="1" anchor="t" anchorCtr="0" compatLnSpc="1">
            <a:prstTxWarp prst="textNoShape">
              <a:avLst/>
            </a:prstTxWarp>
            <a:noAutofit/>
          </a:bodyPr>
          <a:lstStyle/>
          <a:p>
            <a:pPr marL="0" indent="0">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Software can be obtained in a number of different ways. </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0" indent="0">
              <a:spcBef>
                <a:spcPts val="1200"/>
              </a:spcBef>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It can be developed internally which is referred to as </a:t>
            </a: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proprietary software. </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0" indent="0">
              <a:spcBef>
                <a:spcPts val="1200"/>
              </a:spcBef>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It can be purchased </a:t>
            </a: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off-the-shelf,</a:t>
            </a: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 also referred to as packaged software.</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0" indent="0">
              <a:spcBef>
                <a:spcPts val="1200"/>
              </a:spcBef>
              <a:spcAft>
                <a:spcPts val="1200"/>
              </a:spcAft>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What are some of the advantages and disadvantages associated with each method?</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a:spLocks noGrp="1"/>
          </p:cNvSpPr>
          <p:nvPr>
            <p:ph type="title"/>
          </p:nvPr>
        </p:nvSpPr>
        <p:spPr>
          <a:xfrm>
            <a:off x="163923" y="116632"/>
            <a:ext cx="8520600" cy="607800"/>
          </a:xfrm>
          <a:prstGeom prst="rect">
            <a:avLst/>
          </a:prstGeom>
        </p:spPr>
        <p:txBody>
          <a:bodyPr spcFirstLastPara="1" vert="horz" wrap="square" lIns="91425" tIns="91425" rIns="91425" bIns="91425" numCol="1" anchor="t" anchorCtr="0" compatLnSpc="1">
            <a:prstTxWarp prst="textNoShape">
              <a:avLst/>
            </a:prstTxWarp>
            <a:normAutofit fontScale="90000"/>
          </a:bodyPr>
          <a:lstStyle/>
          <a:p>
            <a:pPr>
              <a:lnSpc>
                <a:spcPct val="120000"/>
              </a:lnSpc>
            </a:pPr>
            <a:r>
              <a:rPr lang="en-US" sz="4000" dirty="0">
                <a:solidFill>
                  <a:srgbClr val="003180"/>
                </a:solidFill>
                <a:latin typeface="+mj-lt"/>
                <a:ea typeface="Arial"/>
                <a:sym typeface="Arial"/>
              </a:rPr>
              <a:t>Build Vs. Buy</a:t>
            </a:r>
          </a:p>
          <a:p>
            <a:pPr>
              <a:lnSpc>
                <a:spcPct val="115000"/>
              </a:lnSpc>
              <a:spcBef>
                <a:spcPts val="5900"/>
              </a:spcBef>
            </a:pPr>
            <a:endParaRPr lang="en-US" sz="1350" dirty="0">
              <a:solidFill>
                <a:srgbClr val="373D3F"/>
              </a:solidFill>
              <a:ea typeface="Arial"/>
              <a:sym typeface="Arial"/>
            </a:endParaRPr>
          </a:p>
          <a:p>
            <a:pPr>
              <a:spcBef>
                <a:spcPts val="3300"/>
              </a:spcBef>
            </a:pPr>
            <a:endParaRPr dirty="0"/>
          </a:p>
        </p:txBody>
      </p:sp>
      <p:sp>
        <p:nvSpPr>
          <p:cNvPr id="161" name="Google Shape;161;p25"/>
          <p:cNvSpPr txBox="1">
            <a:spLocks noGrp="1"/>
          </p:cNvSpPr>
          <p:nvPr>
            <p:ph type="body" idx="1"/>
          </p:nvPr>
        </p:nvSpPr>
        <p:spPr>
          <a:xfrm>
            <a:off x="179512" y="1628800"/>
            <a:ext cx="8520600" cy="1944216"/>
          </a:xfrm>
          <a:prstGeom prst="rect">
            <a:avLst/>
          </a:prstGeom>
        </p:spPr>
        <p:txBody>
          <a:bodyPr spcFirstLastPara="1" vert="horz" wrap="square" lIns="91425" tIns="91425" rIns="91425" bIns="91425" numCol="1" anchor="t" anchorCtr="0" compatLnSpc="1">
            <a:prstTxWarp prst="textNoShape">
              <a:avLst/>
            </a:prstTxWarp>
            <a:normAutofit/>
          </a:bodyPr>
          <a:lstStyle/>
          <a:p>
            <a:pPr marL="0" indent="0">
              <a:spcAft>
                <a:spcPts val="1200"/>
              </a:spcAft>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When an organization decides that a new software program needs to be developed, they must determine if it makes more sense to build it themselves or to purchase it from an outside company. This is the “build vs. buy” decision.</a:t>
            </a:r>
            <a:endParaRPr sz="2400" dirty="0">
              <a:latin typeface="Times New Roman" panose="02020603050405020304" pitchFamily="18" charset="0"/>
              <a:ea typeface="Arial"/>
              <a:cs typeface="Times New Roman" panose="02020603050405020304" pitchFamily="18" charset="0"/>
              <a:sym typeface="Arial"/>
            </a:endParaRPr>
          </a:p>
        </p:txBody>
      </p:sp>
    </p:spTree>
    <p:extLst>
      <p:ext uri="{BB962C8B-B14F-4D97-AF65-F5344CB8AC3E}">
        <p14:creationId xmlns:p14="http://schemas.microsoft.com/office/powerpoint/2010/main" val="2684486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a:spLocks noGrp="1"/>
          </p:cNvSpPr>
          <p:nvPr>
            <p:ph type="title"/>
          </p:nvPr>
        </p:nvSpPr>
        <p:spPr>
          <a:xfrm>
            <a:off x="107504" y="404664"/>
            <a:ext cx="8520600" cy="607800"/>
          </a:xfrm>
          <a:prstGeom prst="rect">
            <a:avLst/>
          </a:prstGeom>
        </p:spPr>
        <p:txBody>
          <a:bodyPr spcFirstLastPara="1" vert="horz" wrap="square" lIns="91425" tIns="91425" rIns="91425" bIns="91425" numCol="1" anchor="t" anchorCtr="0" compatLnSpc="1">
            <a:prstTxWarp prst="textNoShape">
              <a:avLst/>
            </a:prstTxWarp>
            <a:noAutofit/>
          </a:bodyPr>
          <a:lstStyle/>
          <a:p>
            <a:pPr>
              <a:lnSpc>
                <a:spcPct val="120000"/>
              </a:lnSpc>
              <a:spcAft>
                <a:spcPts val="5900"/>
              </a:spcAft>
            </a:pPr>
            <a:r>
              <a:rPr lang="en" b="1" dirty="0">
                <a:solidFill>
                  <a:srgbClr val="003180"/>
                </a:solidFill>
                <a:latin typeface="+mj-lt"/>
                <a:ea typeface="Arial"/>
                <a:cs typeface="Arial"/>
                <a:sym typeface="Arial"/>
              </a:rPr>
              <a:t>Build Vs. Buy</a:t>
            </a:r>
            <a:endParaRPr dirty="0">
              <a:latin typeface="+mj-lt"/>
              <a:ea typeface="Arial"/>
              <a:cs typeface="Arial"/>
              <a:sym typeface="Arial"/>
            </a:endParaRPr>
          </a:p>
        </p:txBody>
      </p:sp>
      <p:sp>
        <p:nvSpPr>
          <p:cNvPr id="167" name="Google Shape;167;p26"/>
          <p:cNvSpPr txBox="1">
            <a:spLocks noGrp="1"/>
          </p:cNvSpPr>
          <p:nvPr>
            <p:ph type="body" idx="1"/>
          </p:nvPr>
        </p:nvSpPr>
        <p:spPr>
          <a:xfrm>
            <a:off x="179512" y="1556792"/>
            <a:ext cx="8520600" cy="3339000"/>
          </a:xfrm>
          <a:prstGeom prst="rect">
            <a:avLst/>
          </a:prstGeom>
        </p:spPr>
        <p:txBody>
          <a:bodyPr spcFirstLastPara="1" vert="horz" wrap="square" lIns="91425" tIns="91425" rIns="91425" bIns="91425" numCol="1" anchor="t" anchorCtr="0" compatLnSpc="1">
            <a:prstTxWarp prst="textNoShape">
              <a:avLst/>
            </a:prstTxWarp>
            <a:noAutofit/>
          </a:bodyPr>
          <a:lstStyle/>
          <a:p>
            <a:pPr marL="0" indent="0">
              <a:buNone/>
            </a:pPr>
            <a:r>
              <a:rPr lang="en" sz="2400" b="1" dirty="0">
                <a:latin typeface="Times New Roman" panose="02020603050405020304" pitchFamily="18" charset="0"/>
                <a:ea typeface="Arial"/>
                <a:cs typeface="Times New Roman" panose="02020603050405020304" pitchFamily="18" charset="0"/>
                <a:sym typeface="Arial"/>
              </a:rPr>
              <a:t>Advantages</a:t>
            </a:r>
            <a:endParaRPr sz="2400" b="1" dirty="0">
              <a:latin typeface="Times New Roman" panose="02020603050405020304" pitchFamily="18" charset="0"/>
              <a:ea typeface="Arial"/>
              <a:cs typeface="Times New Roman" panose="02020603050405020304" pitchFamily="18" charset="0"/>
              <a:sym typeface="Arial"/>
            </a:endParaRPr>
          </a:p>
          <a:p>
            <a:pPr marL="0" indent="0">
              <a:spcBef>
                <a:spcPts val="1200"/>
              </a:spcBef>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There are many advantages to purchasing software from an outside company. </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342900">
              <a:spcBef>
                <a:spcPts val="1200"/>
              </a:spcBef>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First, it is generally less expensive to purchase software than to build it. </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342900">
              <a:spcBef>
                <a:spcPts val="1200"/>
              </a:spcBef>
              <a:spcAft>
                <a:spcPts val="1200"/>
              </a:spcAft>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Second, when software is purchased, it is available much more quickly than if the package is built in-house. </a:t>
            </a:r>
            <a:endParaRPr sz="2400" dirty="0">
              <a:latin typeface="Times New Roman" panose="02020603050405020304" pitchFamily="18" charset="0"/>
              <a:ea typeface="Arial"/>
              <a:cs typeface="Times New Roman" panose="02020603050405020304" pitchFamily="18" charset="0"/>
              <a:sym typeface="Arial"/>
            </a:endParaRPr>
          </a:p>
        </p:txBody>
      </p:sp>
    </p:spTree>
    <p:extLst>
      <p:ext uri="{BB962C8B-B14F-4D97-AF65-F5344CB8AC3E}">
        <p14:creationId xmlns:p14="http://schemas.microsoft.com/office/powerpoint/2010/main" val="2052808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a:spLocks noGrp="1"/>
          </p:cNvSpPr>
          <p:nvPr>
            <p:ph type="title"/>
          </p:nvPr>
        </p:nvSpPr>
        <p:spPr>
          <a:xfrm>
            <a:off x="179512" y="188640"/>
            <a:ext cx="8520600" cy="607800"/>
          </a:xfrm>
          <a:prstGeom prst="rect">
            <a:avLst/>
          </a:prstGeom>
        </p:spPr>
        <p:txBody>
          <a:bodyPr spcFirstLastPara="1" vert="horz" wrap="square" lIns="91425" tIns="91425" rIns="91425" bIns="91425" numCol="1" anchor="t" anchorCtr="0" compatLnSpc="1">
            <a:prstTxWarp prst="textNoShape">
              <a:avLst/>
            </a:prstTxWarp>
            <a:noAutofit/>
          </a:bodyPr>
          <a:lstStyle/>
          <a:p>
            <a:pPr>
              <a:lnSpc>
                <a:spcPct val="120000"/>
              </a:lnSpc>
              <a:spcAft>
                <a:spcPts val="5900"/>
              </a:spcAft>
            </a:pPr>
            <a:r>
              <a:rPr lang="en" dirty="0">
                <a:solidFill>
                  <a:srgbClr val="003180"/>
                </a:solidFill>
                <a:latin typeface="+mj-lt"/>
                <a:ea typeface="Arial"/>
                <a:sym typeface="Arial"/>
              </a:rPr>
              <a:t>Build Vs. Buy Cont.</a:t>
            </a:r>
            <a:endParaRPr dirty="0">
              <a:latin typeface="+mj-lt"/>
            </a:endParaRPr>
          </a:p>
        </p:txBody>
      </p:sp>
      <p:sp>
        <p:nvSpPr>
          <p:cNvPr id="173" name="Google Shape;173;p27"/>
          <p:cNvSpPr txBox="1">
            <a:spLocks noGrp="1"/>
          </p:cNvSpPr>
          <p:nvPr>
            <p:ph type="body" idx="1"/>
          </p:nvPr>
        </p:nvSpPr>
        <p:spPr>
          <a:xfrm>
            <a:off x="179512" y="1484784"/>
            <a:ext cx="8520600" cy="3339000"/>
          </a:xfrm>
          <a:prstGeom prst="rect">
            <a:avLst/>
          </a:prstGeom>
        </p:spPr>
        <p:txBody>
          <a:bodyPr spcFirstLastPara="1" vert="horz" wrap="square" lIns="91425" tIns="91425" rIns="91425" bIns="91425" numCol="1" anchor="t" anchorCtr="0" compatLnSpc="1">
            <a:prstTxWarp prst="textNoShape">
              <a:avLst/>
            </a:prstTxWarp>
            <a:normAutofit/>
          </a:bodyPr>
          <a:lstStyle/>
          <a:p>
            <a:pPr marL="0" indent="0">
              <a:buNone/>
            </a:pPr>
            <a:r>
              <a:rPr lang="en" sz="2400" b="1" dirty="0">
                <a:latin typeface="Times New Roman" panose="02020603050405020304" pitchFamily="18" charset="0"/>
                <a:ea typeface="Arial"/>
                <a:cs typeface="Times New Roman" panose="02020603050405020304" pitchFamily="18" charset="0"/>
                <a:sym typeface="Arial"/>
              </a:rPr>
              <a:t>Disadvantages</a:t>
            </a:r>
            <a:endParaRPr sz="2400" b="1" dirty="0">
              <a:latin typeface="Times New Roman" panose="02020603050405020304" pitchFamily="18" charset="0"/>
              <a:ea typeface="Arial"/>
              <a:cs typeface="Times New Roman" panose="02020603050405020304" pitchFamily="18" charset="0"/>
              <a:sym typeface="Arial"/>
            </a:endParaRPr>
          </a:p>
          <a:p>
            <a:pPr marL="342900">
              <a:spcBef>
                <a:spcPts val="1200"/>
              </a:spcBef>
              <a:buFont typeface="Arial" panose="020B0604020202020204" pitchFamily="34" charset="0"/>
              <a:buChar char="•"/>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First, the same software you are using can be used by your competitors. </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342900">
              <a:spcBef>
                <a:spcPts val="1200"/>
              </a:spcBef>
              <a:spcAft>
                <a:spcPts val="1200"/>
              </a:spcAft>
              <a:buFont typeface="Arial" panose="020B0604020202020204" pitchFamily="34" charset="0"/>
              <a:buChar char="•"/>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Second, if you purchase software from a vendor and then customize it, you will have to manage those customizations every time the vendor provides an upgrade. </a:t>
            </a:r>
            <a:endParaRPr sz="2400" dirty="0">
              <a:latin typeface="Times New Roman" panose="02020603050405020304" pitchFamily="18" charset="0"/>
              <a:ea typeface="Arial"/>
              <a:cs typeface="Times New Roman" panose="02020603050405020304" pitchFamily="18" charset="0"/>
              <a:sym typeface="Arial"/>
            </a:endParaRPr>
          </a:p>
        </p:txBody>
      </p:sp>
    </p:spTree>
    <p:extLst>
      <p:ext uri="{BB962C8B-B14F-4D97-AF65-F5344CB8AC3E}">
        <p14:creationId xmlns:p14="http://schemas.microsoft.com/office/powerpoint/2010/main" val="2211524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27160" y="34731"/>
            <a:ext cx="8520600" cy="607800"/>
          </a:xfrm>
          <a:prstGeom prst="rect">
            <a:avLst/>
          </a:prstGeom>
        </p:spPr>
        <p:txBody>
          <a:bodyPr spcFirstLastPara="1" vert="horz" wrap="square" lIns="91425" tIns="91425" rIns="91425" bIns="91425" numCol="1" anchor="t" anchorCtr="0" compatLnSpc="1">
            <a:prstTxWarp prst="textNoShape">
              <a:avLst/>
            </a:prstTxWarp>
            <a:normAutofit fontScale="90000"/>
          </a:bodyPr>
          <a:lstStyle/>
          <a:p>
            <a:pPr>
              <a:lnSpc>
                <a:spcPct val="120000"/>
              </a:lnSpc>
            </a:pPr>
            <a:r>
              <a:rPr lang="en" sz="4000" dirty="0">
                <a:solidFill>
                  <a:srgbClr val="003180"/>
                </a:solidFill>
                <a:latin typeface="+mj-lt"/>
                <a:ea typeface="Arial"/>
                <a:sym typeface="Arial"/>
              </a:rPr>
              <a:t>Implementation And Maintenance</a:t>
            </a:r>
            <a:endParaRPr sz="4000" dirty="0">
              <a:solidFill>
                <a:srgbClr val="003180"/>
              </a:solidFill>
              <a:latin typeface="+mj-lt"/>
              <a:ea typeface="Arial"/>
              <a:sym typeface="Arial"/>
            </a:endParaRPr>
          </a:p>
          <a:p>
            <a:pPr>
              <a:lnSpc>
                <a:spcPct val="115000"/>
              </a:lnSpc>
              <a:spcBef>
                <a:spcPts val="5900"/>
              </a:spcBef>
            </a:pPr>
            <a:endParaRPr sz="1350" dirty="0">
              <a:solidFill>
                <a:srgbClr val="373D3F"/>
              </a:solidFill>
              <a:ea typeface="Arial"/>
              <a:sym typeface="Arial"/>
            </a:endParaRPr>
          </a:p>
          <a:p>
            <a:pPr>
              <a:spcBef>
                <a:spcPts val="3300"/>
              </a:spcBef>
            </a:pPr>
            <a:endParaRPr dirty="0"/>
          </a:p>
        </p:txBody>
      </p:sp>
      <p:sp>
        <p:nvSpPr>
          <p:cNvPr id="179" name="Google Shape;179;p28"/>
          <p:cNvSpPr txBox="1">
            <a:spLocks noGrp="1"/>
          </p:cNvSpPr>
          <p:nvPr>
            <p:ph type="body" idx="1"/>
          </p:nvPr>
        </p:nvSpPr>
        <p:spPr>
          <a:xfrm>
            <a:off x="107504" y="836712"/>
            <a:ext cx="8784976" cy="4968552"/>
          </a:xfrm>
          <a:prstGeom prst="rect">
            <a:avLst/>
          </a:prstGeom>
        </p:spPr>
        <p:txBody>
          <a:bodyPr spcFirstLastPara="1" vert="horz" wrap="square" lIns="91425" tIns="91425" rIns="91425" bIns="91425" numCol="1" anchor="t" anchorCtr="0" compatLnSpc="1">
            <a:prstTxWarp prst="textNoShape">
              <a:avLst/>
            </a:prstTxWarp>
            <a:noAutofit/>
          </a:bodyPr>
          <a:lstStyle/>
          <a:p>
            <a:pPr marL="0" indent="0">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Once a new software is developed or purchased for a system, the organization must determine the best method for implementation. Convincing a group of people to learn and use a new system can be a very difficult process.</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0" indent="0" algn="just">
              <a:lnSpc>
                <a:spcPct val="150000"/>
              </a:lnSpc>
              <a:spcBef>
                <a:spcPts val="1400"/>
              </a:spcBef>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There are several different methodologies an organization can adopt to implement the software for a new system. Four of the most popular are:</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indent="-355600">
              <a:buClr>
                <a:srgbClr val="373D3F"/>
              </a:buClr>
              <a:buSzPts val="2000"/>
              <a:buFont typeface="Arial"/>
              <a:buChar char="●"/>
            </a:pP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Direct Cutover</a:t>
            </a:r>
            <a:endParaRPr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indent="-355600">
              <a:buClr>
                <a:srgbClr val="373D3F"/>
              </a:buClr>
              <a:buSzPts val="2000"/>
              <a:buFont typeface="Arial"/>
              <a:buChar char="●"/>
            </a:pP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Pilot Implementation </a:t>
            </a:r>
            <a:endParaRPr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indent="-355600">
              <a:buClr>
                <a:srgbClr val="373D3F"/>
              </a:buClr>
              <a:buSzPts val="2000"/>
              <a:buFont typeface="Arial"/>
              <a:buChar char="●"/>
            </a:pP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Parallel Operation </a:t>
            </a:r>
            <a:endParaRPr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indent="-355600">
              <a:buClr>
                <a:srgbClr val="373D3F"/>
              </a:buClr>
              <a:buSzPts val="2000"/>
              <a:buFont typeface="Arial"/>
              <a:buChar char="●"/>
            </a:pPr>
            <a:r>
              <a:rPr lang="en"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Phased  Implementation</a:t>
            </a:r>
            <a:endParaRPr sz="2400" b="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p:txBody>
      </p:sp>
    </p:spTree>
    <p:extLst>
      <p:ext uri="{BB962C8B-B14F-4D97-AF65-F5344CB8AC3E}">
        <p14:creationId xmlns:p14="http://schemas.microsoft.com/office/powerpoint/2010/main" val="3948357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626DC-D6B2-4F89-9A6E-F179DFA4FA37}"/>
              </a:ext>
            </a:extLst>
          </p:cNvPr>
          <p:cNvSpPr>
            <a:spLocks noGrp="1"/>
          </p:cNvSpPr>
          <p:nvPr>
            <p:ph type="title"/>
          </p:nvPr>
        </p:nvSpPr>
        <p:spPr>
          <a:xfrm>
            <a:off x="457200" y="215371"/>
            <a:ext cx="8229600" cy="693349"/>
          </a:xfrm>
        </p:spPr>
        <p:txBody>
          <a:bodyPr/>
          <a:lstStyle/>
          <a:p>
            <a:r>
              <a:rPr lang="en-US" dirty="0">
                <a:ea typeface="ＭＳ Ｐゴシック" charset="0"/>
                <a:sym typeface="Arial"/>
              </a:rPr>
              <a:t>Open Source Software </a:t>
            </a:r>
            <a:r>
              <a:rPr lang="en-US" sz="2000" b="0" dirty="0">
                <a:ea typeface="ＭＳ Ｐゴシック" charset="0"/>
                <a:sym typeface="Arial"/>
              </a:rPr>
              <a:t>(1 of 3)</a:t>
            </a:r>
            <a:endParaRPr lang="en-US" sz="2000" b="0" dirty="0"/>
          </a:p>
        </p:txBody>
      </p:sp>
      <p:sp>
        <p:nvSpPr>
          <p:cNvPr id="3" name="Content Placeholder 2">
            <a:extLst>
              <a:ext uri="{FF2B5EF4-FFF2-40B4-BE49-F238E27FC236}">
                <a16:creationId xmlns:a16="http://schemas.microsoft.com/office/drawing/2014/main" id="{F7F9CAD8-15CB-4C01-9769-430D118A5884}"/>
              </a:ext>
            </a:extLst>
          </p:cNvPr>
          <p:cNvSpPr>
            <a:spLocks noGrp="1"/>
          </p:cNvSpPr>
          <p:nvPr>
            <p:ph sz="quarter" idx="13"/>
          </p:nvPr>
        </p:nvSpPr>
        <p:spPr>
          <a:xfrm>
            <a:off x="457200" y="1556327"/>
            <a:ext cx="8229600" cy="1728657"/>
          </a:xfrm>
        </p:spPr>
        <p:txBody>
          <a:bodyPr/>
          <a:lstStyle/>
          <a:p>
            <a:pPr marL="255651" lvl="0" indent="-255651">
              <a:spcAft>
                <a:spcPct val="0"/>
              </a:spcAft>
              <a:buSzPts val="2400"/>
              <a:tabLst/>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An alternative to traditional software development</a:t>
            </a:r>
          </a:p>
          <a:p>
            <a:pPr marL="255651" lvl="0" indent="-255651">
              <a:spcAft>
                <a:spcPct val="0"/>
              </a:spcAft>
              <a:buSzPts val="2400"/>
              <a:tabLst/>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Many users and coders can study, share, and modify the code </a:t>
            </a:r>
          </a:p>
          <a:p>
            <a:pPr marL="255651" lvl="0" indent="-255651">
              <a:spcAft>
                <a:spcPct val="0"/>
              </a:spcAft>
              <a:buSzPts val="2400"/>
              <a:tabLst/>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Program modifications must be shared with all people on the project and all licenses adhered to</a:t>
            </a:r>
          </a:p>
        </p:txBody>
      </p:sp>
    </p:spTree>
    <p:extLst>
      <p:ext uri="{BB962C8B-B14F-4D97-AF65-F5344CB8AC3E}">
        <p14:creationId xmlns:p14="http://schemas.microsoft.com/office/powerpoint/2010/main" val="67135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A50FF-F9E4-439C-8989-72F2F79A32CB}"/>
              </a:ext>
            </a:extLst>
          </p:cNvPr>
          <p:cNvSpPr>
            <a:spLocks noGrp="1"/>
          </p:cNvSpPr>
          <p:nvPr>
            <p:ph type="title"/>
          </p:nvPr>
        </p:nvSpPr>
        <p:spPr>
          <a:xfrm>
            <a:off x="457200" y="215371"/>
            <a:ext cx="8229600" cy="549333"/>
          </a:xfrm>
        </p:spPr>
        <p:txBody>
          <a:bodyPr/>
          <a:lstStyle/>
          <a:p>
            <a:r>
              <a:rPr lang="en-US" dirty="0">
                <a:ea typeface="ＭＳ Ｐゴシック" charset="0"/>
                <a:sym typeface="Arial"/>
              </a:rPr>
              <a:t>Open Source Software </a:t>
            </a:r>
            <a:r>
              <a:rPr lang="en-US" sz="2000" b="0" dirty="0">
                <a:ea typeface="ＭＳ Ｐゴシック" charset="0"/>
                <a:sym typeface="Arial"/>
              </a:rPr>
              <a:t>(2 of 3)</a:t>
            </a:r>
            <a:endParaRPr lang="en-US" dirty="0"/>
          </a:p>
        </p:txBody>
      </p:sp>
      <p:sp>
        <p:nvSpPr>
          <p:cNvPr id="3" name="Content Placeholder 2">
            <a:extLst>
              <a:ext uri="{FF2B5EF4-FFF2-40B4-BE49-F238E27FC236}">
                <a16:creationId xmlns:a16="http://schemas.microsoft.com/office/drawing/2014/main" id="{2E14E638-BB3B-4084-A74D-918A8BD5AE4E}"/>
              </a:ext>
            </a:extLst>
          </p:cNvPr>
          <p:cNvSpPr>
            <a:spLocks noGrp="1"/>
          </p:cNvSpPr>
          <p:nvPr>
            <p:ph sz="quarter" idx="13"/>
          </p:nvPr>
        </p:nvSpPr>
        <p:spPr>
          <a:xfrm>
            <a:off x="395536" y="1196753"/>
            <a:ext cx="8291264" cy="3057196"/>
          </a:xfrm>
        </p:spPr>
        <p:txBody>
          <a:bodyPr/>
          <a:lstStyle/>
          <a:p>
            <a:pPr>
              <a:spcAft>
                <a:spcPct val="0"/>
              </a:spcAft>
              <a:buSzPts val="2400"/>
              <a:tabLst/>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Categorized open source communities into four community types</a:t>
            </a:r>
          </a:p>
          <a:p>
            <a:pPr marL="800100" lvl="1" indent="-342900">
              <a:spcAft>
                <a:spcPct val="0"/>
              </a:spcAft>
              <a:buSzPts val="2400"/>
              <a:buFont typeface="Wingdings" panose="05000000000000000000" pitchFamily="2" charset="2"/>
              <a:buChar char="Ø"/>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Ad hoc</a:t>
            </a:r>
          </a:p>
          <a:p>
            <a:pPr marL="800100" lvl="1" indent="-342900">
              <a:spcAft>
                <a:spcPct val="0"/>
              </a:spcAft>
              <a:buSzPts val="2400"/>
              <a:buFont typeface="Wingdings" panose="05000000000000000000" pitchFamily="2" charset="2"/>
              <a:buChar char="Ø"/>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Standardized</a:t>
            </a:r>
          </a:p>
          <a:p>
            <a:pPr marL="800100" lvl="1" indent="-342900">
              <a:spcAft>
                <a:spcPct val="0"/>
              </a:spcAft>
              <a:buSzPts val="2400"/>
              <a:buFont typeface="Wingdings" panose="05000000000000000000" pitchFamily="2" charset="2"/>
              <a:buChar char="Ø"/>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Organized</a:t>
            </a:r>
          </a:p>
          <a:p>
            <a:pPr marL="800100" lvl="1" indent="-342900">
              <a:spcAft>
                <a:spcPct val="0"/>
              </a:spcAft>
              <a:buSzPts val="2400"/>
              <a:buFont typeface="Wingdings" panose="05000000000000000000" pitchFamily="2" charset="2"/>
              <a:buChar char="Ø"/>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Commercial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5273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8DEC-5204-4951-B850-A40A03626A4B}"/>
              </a:ext>
            </a:extLst>
          </p:cNvPr>
          <p:cNvSpPr>
            <a:spLocks noGrp="1"/>
          </p:cNvSpPr>
          <p:nvPr>
            <p:ph type="title"/>
          </p:nvPr>
        </p:nvSpPr>
        <p:spPr>
          <a:xfrm>
            <a:off x="457200" y="215371"/>
            <a:ext cx="8229600" cy="621341"/>
          </a:xfrm>
        </p:spPr>
        <p:txBody>
          <a:bodyPr/>
          <a:lstStyle/>
          <a:p>
            <a:r>
              <a:rPr lang="en-US" dirty="0">
                <a:ea typeface="ＭＳ Ｐゴシック" charset="0"/>
                <a:sym typeface="Arial"/>
              </a:rPr>
              <a:t>Open Source Software </a:t>
            </a:r>
            <a:r>
              <a:rPr lang="en-US" b="0" dirty="0">
                <a:ea typeface="ＭＳ Ｐゴシック" charset="0"/>
                <a:sym typeface="Arial"/>
              </a:rPr>
              <a:t>(3 of 3)</a:t>
            </a:r>
            <a:endParaRPr lang="en-US" b="0" dirty="0"/>
          </a:p>
        </p:txBody>
      </p:sp>
      <p:sp>
        <p:nvSpPr>
          <p:cNvPr id="3" name="Content Placeholder 2">
            <a:extLst>
              <a:ext uri="{FF2B5EF4-FFF2-40B4-BE49-F238E27FC236}">
                <a16:creationId xmlns:a16="http://schemas.microsoft.com/office/drawing/2014/main" id="{8D3D385E-A35D-4900-AD4E-1A7B6022A387}"/>
              </a:ext>
            </a:extLst>
          </p:cNvPr>
          <p:cNvSpPr>
            <a:spLocks noGrp="1"/>
          </p:cNvSpPr>
          <p:nvPr>
            <p:ph sz="quarter" idx="13"/>
          </p:nvPr>
        </p:nvSpPr>
        <p:spPr>
          <a:xfrm>
            <a:off x="457200" y="1556326"/>
            <a:ext cx="8229600" cy="3204000"/>
          </a:xfrm>
        </p:spPr>
        <p:txBody>
          <a:bodyPr/>
          <a:lstStyle/>
          <a:p>
            <a:pPr marL="255651" lvl="0" indent="-255651">
              <a:spcAft>
                <a:spcPct val="0"/>
              </a:spcAft>
              <a:buSzPts val="2400"/>
              <a:tabLst/>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Six different dimensions</a:t>
            </a:r>
          </a:p>
          <a:p>
            <a:pPr marL="741553" lvl="1" indent="-284353">
              <a:spcAft>
                <a:spcPct val="0"/>
              </a:spcAft>
              <a:buSzPts val="2400"/>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General structure</a:t>
            </a:r>
          </a:p>
          <a:p>
            <a:pPr marL="741553" lvl="1" indent="-284353">
              <a:spcAft>
                <a:spcPct val="0"/>
              </a:spcAft>
              <a:buSzPts val="2400"/>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Environment</a:t>
            </a:r>
          </a:p>
          <a:p>
            <a:pPr marL="741553" lvl="1" indent="-284353">
              <a:spcAft>
                <a:spcPct val="0"/>
              </a:spcAft>
              <a:buSzPts val="2400"/>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Goals</a:t>
            </a:r>
          </a:p>
          <a:p>
            <a:pPr marL="741553" lvl="1" indent="-284353">
              <a:spcAft>
                <a:spcPct val="0"/>
              </a:spcAft>
              <a:buSzPts val="2400"/>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Methods</a:t>
            </a:r>
          </a:p>
          <a:p>
            <a:pPr marL="741553" lvl="1" indent="-284353">
              <a:spcAft>
                <a:spcPct val="0"/>
              </a:spcAft>
              <a:buSzPts val="2400"/>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User community</a:t>
            </a:r>
          </a:p>
          <a:p>
            <a:pPr marL="741553" lvl="1" indent="-284353">
              <a:spcAft>
                <a:spcPct val="0"/>
              </a:spcAft>
              <a:buSzPts val="2400"/>
            </a:pPr>
            <a:r>
              <a:rPr lang="en-US"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Licensing</a:t>
            </a:r>
          </a:p>
        </p:txBody>
      </p:sp>
    </p:spTree>
    <p:extLst>
      <p:ext uri="{BB962C8B-B14F-4D97-AF65-F5344CB8AC3E}">
        <p14:creationId xmlns:p14="http://schemas.microsoft.com/office/powerpoint/2010/main" val="3712931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title"/>
          </p:nvPr>
        </p:nvSpPr>
        <p:spPr>
          <a:xfrm>
            <a:off x="-17087" y="-171400"/>
            <a:ext cx="8606389" cy="692696"/>
          </a:xfrm>
          <a:prstGeom prst="rect">
            <a:avLst/>
          </a:prstGeom>
        </p:spPr>
        <p:txBody>
          <a:bodyPr spcFirstLastPara="1" vert="horz" wrap="square" lIns="91425" tIns="91425" rIns="91425" bIns="91425" numCol="1" anchor="t" anchorCtr="0" compatLnSpc="1">
            <a:prstTxWarp prst="textNoShape">
              <a:avLst/>
            </a:prstTxWarp>
            <a:noAutofit/>
          </a:bodyPr>
          <a:lstStyle/>
          <a:p>
            <a:pPr>
              <a:lnSpc>
                <a:spcPct val="120000"/>
              </a:lnSpc>
            </a:pPr>
            <a:r>
              <a:rPr lang="en" b="1" dirty="0">
                <a:solidFill>
                  <a:srgbClr val="003180"/>
                </a:solidFill>
                <a:latin typeface="+mj-lt"/>
                <a:ea typeface="Arial"/>
                <a:cs typeface="Arial"/>
                <a:sym typeface="Arial"/>
              </a:rPr>
              <a:t>Open Source Software</a:t>
            </a:r>
            <a:endParaRPr b="1" dirty="0">
              <a:solidFill>
                <a:srgbClr val="003180"/>
              </a:solidFill>
              <a:latin typeface="+mj-lt"/>
              <a:ea typeface="Arial"/>
              <a:cs typeface="Arial"/>
              <a:sym typeface="Arial"/>
            </a:endParaRPr>
          </a:p>
          <a:p>
            <a:pPr>
              <a:spcBef>
                <a:spcPts val="2300"/>
              </a:spcBef>
            </a:pPr>
            <a:endParaRPr dirty="0"/>
          </a:p>
        </p:txBody>
      </p:sp>
      <p:sp>
        <p:nvSpPr>
          <p:cNvPr id="152" name="Google Shape;152;p23"/>
          <p:cNvSpPr txBox="1">
            <a:spLocks noGrp="1"/>
          </p:cNvSpPr>
          <p:nvPr>
            <p:ph type="body" idx="1"/>
          </p:nvPr>
        </p:nvSpPr>
        <p:spPr>
          <a:xfrm>
            <a:off x="68112" y="764704"/>
            <a:ext cx="4791920" cy="5184576"/>
          </a:xfrm>
          <a:prstGeom prst="rect">
            <a:avLst/>
          </a:prstGeom>
        </p:spPr>
        <p:txBody>
          <a:bodyPr spcFirstLastPara="1" vert="horz" wrap="square" lIns="91425" tIns="91425" rIns="91425" bIns="91425" numCol="1" anchor="t" anchorCtr="0" compatLnSpc="1">
            <a:prstTxWarp prst="textNoShape">
              <a:avLst/>
            </a:prstTxWarp>
            <a:normAutofit fontScale="32500" lnSpcReduction="20000"/>
          </a:bodyPr>
          <a:lstStyle/>
          <a:p>
            <a:pPr marL="0" indent="0">
              <a:buNone/>
            </a:pPr>
            <a:r>
              <a:rPr lang="en" sz="7400" u="sng" dirty="0">
                <a:solidFill>
                  <a:srgbClr val="373D3F"/>
                </a:solidFill>
                <a:highlight>
                  <a:schemeClr val="lt1"/>
                </a:highlight>
                <a:latin typeface="Times New Roman" panose="02020603050405020304" pitchFamily="18" charset="0"/>
                <a:ea typeface="Arial"/>
                <a:cs typeface="Times New Roman" panose="02020603050405020304" pitchFamily="18" charset="0"/>
                <a:sym typeface="Arial"/>
              </a:rPr>
              <a:t>Advantages</a:t>
            </a:r>
            <a:endParaRPr sz="7400" u="sng" dirty="0">
              <a:solidFill>
                <a:srgbClr val="373D3F"/>
              </a:solidFill>
              <a:highlight>
                <a:schemeClr val="lt1"/>
              </a:highlight>
              <a:latin typeface="Times New Roman" panose="02020603050405020304" pitchFamily="18" charset="0"/>
              <a:ea typeface="Arial"/>
              <a:cs typeface="Times New Roman" panose="02020603050405020304" pitchFamily="18" charset="0"/>
              <a:sym typeface="Arial"/>
            </a:endParaRPr>
          </a:p>
          <a:p>
            <a:pPr indent="-330200">
              <a:spcBef>
                <a:spcPts val="1200"/>
              </a:spcBef>
              <a:buClr>
                <a:srgbClr val="373D3F"/>
              </a:buClr>
              <a:buSzPts val="1600"/>
              <a:buFont typeface="Arial"/>
              <a:buChar char="●"/>
            </a:pPr>
            <a:r>
              <a:rPr lang="en" sz="7400" dirty="0">
                <a:solidFill>
                  <a:srgbClr val="373D3F"/>
                </a:solidFill>
                <a:highlight>
                  <a:schemeClr val="lt1"/>
                </a:highlight>
                <a:latin typeface="Times New Roman" panose="02020603050405020304" pitchFamily="18" charset="0"/>
                <a:ea typeface="Arial"/>
                <a:cs typeface="Times New Roman" panose="02020603050405020304" pitchFamily="18" charset="0"/>
                <a:sym typeface="Arial"/>
              </a:rPr>
              <a:t>The software is available for free</a:t>
            </a:r>
            <a:endParaRPr sz="7400" dirty="0">
              <a:solidFill>
                <a:srgbClr val="373D3F"/>
              </a:solidFill>
              <a:highlight>
                <a:schemeClr val="lt1"/>
              </a:highlight>
              <a:latin typeface="Times New Roman" panose="02020603050405020304" pitchFamily="18" charset="0"/>
              <a:ea typeface="Arial"/>
              <a:cs typeface="Times New Roman" panose="02020603050405020304" pitchFamily="18" charset="0"/>
              <a:sym typeface="Arial"/>
            </a:endParaRPr>
          </a:p>
          <a:p>
            <a:pPr indent="-330200">
              <a:lnSpc>
                <a:spcPct val="150000"/>
              </a:lnSpc>
              <a:buClr>
                <a:srgbClr val="373D3F"/>
              </a:buClr>
              <a:buSzPts val="1600"/>
              <a:buFont typeface="Arial"/>
              <a:buChar char="●"/>
            </a:pPr>
            <a:r>
              <a:rPr lang="en" sz="7400" dirty="0">
                <a:solidFill>
                  <a:srgbClr val="373D3F"/>
                </a:solidFill>
                <a:latin typeface="Times New Roman" panose="02020603050405020304" pitchFamily="18" charset="0"/>
                <a:ea typeface="Arial"/>
                <a:cs typeface="Times New Roman" panose="02020603050405020304" pitchFamily="18" charset="0"/>
                <a:sym typeface="Arial"/>
              </a:rPr>
              <a:t>The software source-code is available; it can be examined and reviewed before it is installed.</a:t>
            </a:r>
            <a:endParaRPr sz="7400" dirty="0">
              <a:solidFill>
                <a:srgbClr val="373D3F"/>
              </a:solidFill>
              <a:latin typeface="Times New Roman" panose="02020603050405020304" pitchFamily="18" charset="0"/>
              <a:ea typeface="Arial"/>
              <a:cs typeface="Times New Roman" panose="02020603050405020304" pitchFamily="18" charset="0"/>
              <a:sym typeface="Arial"/>
            </a:endParaRPr>
          </a:p>
          <a:p>
            <a:pPr indent="-330200">
              <a:lnSpc>
                <a:spcPct val="150000"/>
              </a:lnSpc>
              <a:buClr>
                <a:srgbClr val="373D3F"/>
              </a:buClr>
              <a:buSzPts val="1600"/>
              <a:buFont typeface="Arial"/>
              <a:buChar char="●"/>
            </a:pPr>
            <a:r>
              <a:rPr lang="en" sz="7400" dirty="0">
                <a:solidFill>
                  <a:srgbClr val="373D3F"/>
                </a:solidFill>
                <a:latin typeface="Times New Roman" panose="02020603050405020304" pitchFamily="18" charset="0"/>
                <a:ea typeface="Arial"/>
                <a:cs typeface="Times New Roman" panose="02020603050405020304" pitchFamily="18" charset="0"/>
                <a:sym typeface="Arial"/>
              </a:rPr>
              <a:t>The large community of programmers who work on open-source projects leads to quick bug-fixing and feature additions.</a:t>
            </a:r>
            <a:endParaRPr sz="7400" dirty="0">
              <a:solidFill>
                <a:srgbClr val="373D3F"/>
              </a:solidFill>
              <a:latin typeface="Times New Roman" panose="02020603050405020304" pitchFamily="18" charset="0"/>
              <a:ea typeface="Arial"/>
              <a:cs typeface="Times New Roman" panose="02020603050405020304" pitchFamily="18" charset="0"/>
              <a:sym typeface="Arial"/>
            </a:endParaRPr>
          </a:p>
          <a:p>
            <a:pPr marL="0" indent="0">
              <a:spcAft>
                <a:spcPts val="1200"/>
              </a:spcAft>
              <a:buNone/>
            </a:pPr>
            <a:endParaRPr dirty="0"/>
          </a:p>
        </p:txBody>
      </p:sp>
      <p:sp>
        <p:nvSpPr>
          <p:cNvPr id="153" name="Google Shape;153;p23"/>
          <p:cNvSpPr txBox="1">
            <a:spLocks noGrp="1"/>
          </p:cNvSpPr>
          <p:nvPr>
            <p:ph type="body" idx="2"/>
          </p:nvPr>
        </p:nvSpPr>
        <p:spPr>
          <a:xfrm>
            <a:off x="4894206" y="764704"/>
            <a:ext cx="4288343" cy="4536504"/>
          </a:xfrm>
          <a:prstGeom prst="rect">
            <a:avLst/>
          </a:prstGeom>
        </p:spPr>
        <p:txBody>
          <a:bodyPr spcFirstLastPara="1" vert="horz" wrap="square" lIns="91425" tIns="91425" rIns="91425" bIns="91425" numCol="1" anchor="t" anchorCtr="0" compatLnSpc="1">
            <a:prstTxWarp prst="textNoShape">
              <a:avLst/>
            </a:prstTxWarp>
            <a:noAutofit/>
          </a:bodyPr>
          <a:lstStyle/>
          <a:p>
            <a:pPr marL="0" indent="0">
              <a:lnSpc>
                <a:spcPct val="105000"/>
              </a:lnSpc>
              <a:buNone/>
            </a:pPr>
            <a:r>
              <a:rPr lang="en" sz="2400" u="sng" dirty="0">
                <a:solidFill>
                  <a:srgbClr val="373D3F"/>
                </a:solidFill>
                <a:highlight>
                  <a:schemeClr val="lt1"/>
                </a:highlight>
                <a:latin typeface="Times New Roman" panose="02020603050405020304" pitchFamily="18" charset="0"/>
                <a:ea typeface="Arial"/>
                <a:cs typeface="Times New Roman" panose="02020603050405020304" pitchFamily="18" charset="0"/>
                <a:sym typeface="Arial"/>
              </a:rPr>
              <a:t>Disadvantages</a:t>
            </a:r>
            <a:endParaRPr sz="2400" u="sng" dirty="0">
              <a:solidFill>
                <a:srgbClr val="373D3F"/>
              </a:solidFill>
              <a:highlight>
                <a:schemeClr val="lt1"/>
              </a:highlight>
              <a:latin typeface="Times New Roman" panose="02020603050405020304" pitchFamily="18" charset="0"/>
              <a:ea typeface="Arial"/>
              <a:cs typeface="Times New Roman" panose="02020603050405020304" pitchFamily="18" charset="0"/>
              <a:sym typeface="Arial"/>
            </a:endParaRPr>
          </a:p>
          <a:p>
            <a:pPr indent="-330200">
              <a:lnSpc>
                <a:spcPct val="140000"/>
              </a:lnSpc>
              <a:buClr>
                <a:srgbClr val="373D3F"/>
              </a:buClr>
              <a:buSzPts val="1600"/>
              <a:buFont typeface="Arial"/>
              <a:buChar char="●"/>
            </a:pPr>
            <a:r>
              <a:rPr lang="en" sz="2400" dirty="0">
                <a:solidFill>
                  <a:srgbClr val="373D3F"/>
                </a:solidFill>
                <a:latin typeface="Times New Roman" panose="02020603050405020304" pitchFamily="18" charset="0"/>
                <a:ea typeface="Arial"/>
                <a:cs typeface="Times New Roman" panose="02020603050405020304" pitchFamily="18" charset="0"/>
                <a:sym typeface="Arial"/>
              </a:rPr>
              <a:t>Technical support from the company that developed the software.</a:t>
            </a:r>
            <a:endParaRPr sz="2400" dirty="0">
              <a:solidFill>
                <a:srgbClr val="373D3F"/>
              </a:solidFill>
              <a:latin typeface="Times New Roman" panose="02020603050405020304" pitchFamily="18" charset="0"/>
              <a:ea typeface="Arial"/>
              <a:cs typeface="Times New Roman" panose="02020603050405020304" pitchFamily="18" charset="0"/>
              <a:sym typeface="Arial"/>
            </a:endParaRPr>
          </a:p>
          <a:p>
            <a:pPr indent="-330200">
              <a:lnSpc>
                <a:spcPct val="140000"/>
              </a:lnSpc>
              <a:buClr>
                <a:srgbClr val="373D3F"/>
              </a:buClr>
              <a:buSzPts val="1600"/>
              <a:buFont typeface="Arial"/>
              <a:buChar char="●"/>
            </a:pPr>
            <a:r>
              <a:rPr lang="en" sz="2400" dirty="0">
                <a:solidFill>
                  <a:srgbClr val="373D3F"/>
                </a:solidFill>
                <a:latin typeface="Times New Roman" panose="02020603050405020304" pitchFamily="18" charset="0"/>
                <a:ea typeface="Arial"/>
                <a:cs typeface="Times New Roman" panose="02020603050405020304" pitchFamily="18" charset="0"/>
                <a:sym typeface="Arial"/>
              </a:rPr>
              <a:t>Companies provide updates and features as required by the users.</a:t>
            </a:r>
            <a:endParaRPr sz="2400" dirty="0">
              <a:solidFill>
                <a:srgbClr val="373D3F"/>
              </a:solidFill>
              <a:latin typeface="Times New Roman" panose="02020603050405020304" pitchFamily="18" charset="0"/>
              <a:ea typeface="Arial"/>
              <a:cs typeface="Times New Roman" panose="02020603050405020304" pitchFamily="18" charset="0"/>
              <a:sym typeface="Arial"/>
            </a:endParaRPr>
          </a:p>
          <a:p>
            <a:pPr marL="0" indent="0">
              <a:lnSpc>
                <a:spcPct val="105000"/>
              </a:lnSpc>
              <a:spcAft>
                <a:spcPts val="1200"/>
              </a:spcAft>
              <a:buSzPts val="935"/>
              <a:buNone/>
            </a:pPr>
            <a:endParaRPr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a:spLocks noGrp="1"/>
          </p:cNvSpPr>
          <p:nvPr>
            <p:ph type="title"/>
          </p:nvPr>
        </p:nvSpPr>
        <p:spPr>
          <a:xfrm>
            <a:off x="311700" y="116632"/>
            <a:ext cx="8520600" cy="607800"/>
          </a:xfrm>
          <a:prstGeom prst="rect">
            <a:avLst/>
          </a:prstGeom>
        </p:spPr>
        <p:txBody>
          <a:bodyPr spcFirstLastPara="1" vert="horz" wrap="square" lIns="91425" tIns="91425" rIns="91425" bIns="91425" numCol="1" anchor="t" anchorCtr="0" compatLnSpc="1">
            <a:prstTxWarp prst="textNoShape">
              <a:avLst/>
            </a:prstTxWarp>
            <a:noAutofit/>
          </a:bodyPr>
          <a:lstStyle/>
          <a:p>
            <a:pPr>
              <a:lnSpc>
                <a:spcPct val="120000"/>
              </a:lnSpc>
            </a:pPr>
            <a:r>
              <a:rPr lang="en" b="1" dirty="0">
                <a:solidFill>
                  <a:srgbClr val="003180"/>
                </a:solidFill>
                <a:latin typeface="+mj-lt"/>
                <a:ea typeface="Arial"/>
                <a:cs typeface="Arial"/>
                <a:sym typeface="Arial"/>
              </a:rPr>
              <a:t>Cloud Computing </a:t>
            </a:r>
            <a:endParaRPr b="1" dirty="0">
              <a:solidFill>
                <a:srgbClr val="003180"/>
              </a:solidFill>
              <a:latin typeface="+mj-lt"/>
              <a:ea typeface="Arial"/>
              <a:cs typeface="Arial"/>
              <a:sym typeface="Arial"/>
            </a:endParaRPr>
          </a:p>
          <a:p>
            <a:pPr>
              <a:spcBef>
                <a:spcPts val="5900"/>
              </a:spcBef>
            </a:pPr>
            <a:endParaRPr dirty="0"/>
          </a:p>
        </p:txBody>
      </p:sp>
      <p:sp>
        <p:nvSpPr>
          <p:cNvPr id="138" name="Google Shape;138;p21"/>
          <p:cNvSpPr txBox="1">
            <a:spLocks noGrp="1"/>
          </p:cNvSpPr>
          <p:nvPr>
            <p:ph type="body" idx="1"/>
          </p:nvPr>
        </p:nvSpPr>
        <p:spPr>
          <a:xfrm>
            <a:off x="204394" y="1412776"/>
            <a:ext cx="5400339" cy="2865711"/>
          </a:xfrm>
          <a:prstGeom prst="rect">
            <a:avLst/>
          </a:prstGeom>
        </p:spPr>
        <p:txBody>
          <a:bodyPr spcFirstLastPara="1" vert="horz" wrap="square" lIns="91425" tIns="91425" rIns="91425" bIns="91425" numCol="1" anchor="t" anchorCtr="0" compatLnSpc="1">
            <a:prstTxWarp prst="textNoShape">
              <a:avLst/>
            </a:prstTxWarp>
            <a:normAutofit lnSpcReduction="10000"/>
          </a:bodyPr>
          <a:lstStyle/>
          <a:p>
            <a:pPr marL="0" indent="0">
              <a:lnSpc>
                <a:spcPct val="120000"/>
              </a:lnSpc>
              <a:spcBef>
                <a:spcPts val="2100"/>
              </a:spcBef>
              <a:buNone/>
            </a:pP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Through </a:t>
            </a:r>
            <a:r>
              <a:rPr lang="en" sz="2400" dirty="0">
                <a:solidFill>
                  <a:srgbClr val="373D3F"/>
                </a:solidFill>
                <a:latin typeface="Times New Roman" panose="02020603050405020304" pitchFamily="18" charset="0"/>
                <a:ea typeface="Arial"/>
                <a:cs typeface="Times New Roman" panose="02020603050405020304" pitchFamily="18" charset="0"/>
                <a:sym typeface="Arial"/>
              </a:rPr>
              <a:t>cloud computing</a:t>
            </a: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 applications, services, and data storage are made accessible through the internet. </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0" indent="0">
              <a:lnSpc>
                <a:spcPct val="120000"/>
              </a:lnSpc>
              <a:spcBef>
                <a:spcPts val="2100"/>
              </a:spcBef>
              <a:buNone/>
            </a:pPr>
            <a:r>
              <a:rPr lang="en" sz="2400" b="1" i="1"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Software as a service (SaaS)</a:t>
            </a:r>
            <a:r>
              <a:rPr lang="en"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rPr>
              <a:t> is software that is rented rather than purchased.</a:t>
            </a:r>
            <a:endParaRPr sz="2400" dirty="0">
              <a:solidFill>
                <a:srgbClr val="373D3F"/>
              </a:solidFill>
              <a:highlight>
                <a:srgbClr val="FFFFFF"/>
              </a:highlight>
              <a:latin typeface="Times New Roman" panose="02020603050405020304" pitchFamily="18" charset="0"/>
              <a:ea typeface="Arial"/>
              <a:cs typeface="Times New Roman" panose="02020603050405020304" pitchFamily="18" charset="0"/>
              <a:sym typeface="Arial"/>
            </a:endParaRPr>
          </a:p>
          <a:p>
            <a:pPr marL="0" indent="0">
              <a:spcBef>
                <a:spcPts val="1700"/>
              </a:spcBef>
              <a:spcAft>
                <a:spcPts val="1200"/>
              </a:spcAft>
              <a:buNone/>
            </a:pPr>
            <a:endParaRPr dirty="0"/>
          </a:p>
        </p:txBody>
      </p:sp>
      <p:pic>
        <p:nvPicPr>
          <p:cNvPr id="139" name="Google Shape;139;p21" descr="Of a glass building." title="Image"/>
          <p:cNvPicPr preferRelativeResize="0"/>
          <p:nvPr/>
        </p:nvPicPr>
        <p:blipFill>
          <a:blip r:embed="rId3">
            <a:alphaModFix/>
          </a:blip>
          <a:stretch>
            <a:fillRect/>
          </a:stretch>
        </p:blipFill>
        <p:spPr>
          <a:xfrm>
            <a:off x="5876693" y="1267250"/>
            <a:ext cx="3062913" cy="4158876"/>
          </a:xfrm>
          <a:prstGeom prst="rect">
            <a:avLst/>
          </a:prstGeom>
          <a:noFill/>
          <a:ln>
            <a:noFill/>
          </a:ln>
        </p:spPr>
      </p:pic>
    </p:spTree>
    <p:extLst>
      <p:ext uri="{BB962C8B-B14F-4D97-AF65-F5344CB8AC3E}">
        <p14:creationId xmlns:p14="http://schemas.microsoft.com/office/powerpoint/2010/main" val="815300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4"/>
          <p:cNvSpPr txBox="1">
            <a:spLocks noGrp="1"/>
          </p:cNvSpPr>
          <p:nvPr>
            <p:ph type="title"/>
          </p:nvPr>
        </p:nvSpPr>
        <p:spPr>
          <a:xfrm>
            <a:off x="48723" y="196"/>
            <a:ext cx="8520600" cy="720080"/>
          </a:xfrm>
          <a:prstGeom prst="rect">
            <a:avLst/>
          </a:prstGeom>
        </p:spPr>
        <p:txBody>
          <a:bodyPr spcFirstLastPara="1" vert="horz" wrap="square" lIns="91425" tIns="91425" rIns="91425" bIns="91425" numCol="1" anchor="t" anchorCtr="0" compatLnSpc="1">
            <a:prstTxWarp prst="textNoShape">
              <a:avLst/>
            </a:prstTxWarp>
            <a:noAutofit/>
          </a:bodyPr>
          <a:lstStyle/>
          <a:p>
            <a:pPr>
              <a:buSzPts val="990"/>
            </a:pPr>
            <a:r>
              <a:rPr lang="en" b="1" dirty="0">
                <a:solidFill>
                  <a:schemeClr val="accent3"/>
                </a:solidFill>
                <a:latin typeface="+mj-lt"/>
                <a:ea typeface="Arial"/>
                <a:cs typeface="Arial"/>
                <a:sym typeface="Arial"/>
              </a:rPr>
              <a:t>Key Takeaways</a:t>
            </a:r>
            <a:endParaRPr b="1" dirty="0">
              <a:solidFill>
                <a:schemeClr val="accent3"/>
              </a:solidFill>
              <a:latin typeface="+mj-lt"/>
              <a:ea typeface="Arial"/>
              <a:cs typeface="Arial"/>
              <a:sym typeface="Arial"/>
            </a:endParaRPr>
          </a:p>
          <a:p>
            <a:pPr>
              <a:buSzPts val="990"/>
            </a:pPr>
            <a:endParaRPr sz="2700" dirty="0"/>
          </a:p>
        </p:txBody>
      </p:sp>
      <p:sp>
        <p:nvSpPr>
          <p:cNvPr id="159" name="Google Shape;159;p24"/>
          <p:cNvSpPr txBox="1">
            <a:spLocks noGrp="1"/>
          </p:cNvSpPr>
          <p:nvPr>
            <p:ph type="body" idx="1"/>
          </p:nvPr>
        </p:nvSpPr>
        <p:spPr>
          <a:xfrm>
            <a:off x="20962" y="908720"/>
            <a:ext cx="9102076" cy="4248472"/>
          </a:xfrm>
          <a:prstGeom prst="rect">
            <a:avLst/>
          </a:prstGeom>
        </p:spPr>
        <p:txBody>
          <a:bodyPr spcFirstLastPara="1" vert="horz" wrap="square" lIns="91425" tIns="91425" rIns="91425" bIns="91425" numCol="1" anchor="t" anchorCtr="0" compatLnSpc="1">
            <a:prstTxWarp prst="textNoShape">
              <a:avLst/>
            </a:prstTxWarp>
            <a:noAutofit/>
          </a:bodyPr>
          <a:lstStyle/>
          <a:p>
            <a:pPr marL="571500" indent="-323850">
              <a:buClr>
                <a:srgbClr val="000000"/>
              </a:buClr>
              <a:buSzPts val="1500"/>
              <a:buFont typeface="Arial"/>
              <a:buChar char="●"/>
            </a:pPr>
            <a:r>
              <a:rPr lang="en" sz="2400" dirty="0">
                <a:solidFill>
                  <a:srgbClr val="000000"/>
                </a:solidFill>
                <a:latin typeface="Times New Roman" panose="02020603050405020304" pitchFamily="18" charset="0"/>
                <a:ea typeface="Arial"/>
                <a:cs typeface="Times New Roman" panose="02020603050405020304" pitchFamily="18" charset="0"/>
                <a:sym typeface="Arial"/>
              </a:rPr>
              <a:t>There are two basic categories of software: operating systems and applications.</a:t>
            </a:r>
            <a:endParaRPr sz="2400" dirty="0">
              <a:solidFill>
                <a:srgbClr val="000000"/>
              </a:solidFill>
              <a:latin typeface="Times New Roman" panose="02020603050405020304" pitchFamily="18" charset="0"/>
              <a:ea typeface="Arial"/>
              <a:cs typeface="Times New Roman" panose="02020603050405020304" pitchFamily="18" charset="0"/>
              <a:sym typeface="Arial"/>
            </a:endParaRPr>
          </a:p>
          <a:p>
            <a:pPr marL="571500" indent="-323850">
              <a:buClr>
                <a:srgbClr val="000000"/>
              </a:buClr>
              <a:buSzPts val="1500"/>
              <a:buFont typeface="Arial"/>
              <a:buChar char="●"/>
            </a:pPr>
            <a:r>
              <a:rPr lang="en" sz="2400" dirty="0">
                <a:solidFill>
                  <a:srgbClr val="000000"/>
                </a:solidFill>
                <a:latin typeface="Times New Roman" panose="02020603050405020304" pitchFamily="18" charset="0"/>
                <a:ea typeface="Arial"/>
                <a:cs typeface="Times New Roman" panose="02020603050405020304" pitchFamily="18" charset="0"/>
                <a:sym typeface="Arial"/>
              </a:rPr>
              <a:t>Desktop applications are typically designed for a single user. Enterprise software supports multiple users in an organization or work group.</a:t>
            </a:r>
            <a:endParaRPr sz="2400" dirty="0">
              <a:solidFill>
                <a:srgbClr val="000000"/>
              </a:solidFill>
              <a:latin typeface="Times New Roman" panose="02020603050405020304" pitchFamily="18" charset="0"/>
              <a:ea typeface="Arial"/>
              <a:cs typeface="Times New Roman" panose="02020603050405020304" pitchFamily="18" charset="0"/>
              <a:sym typeface="Arial"/>
            </a:endParaRPr>
          </a:p>
          <a:p>
            <a:pPr marL="571500" indent="-323850">
              <a:buClr>
                <a:srgbClr val="000000"/>
              </a:buClr>
              <a:buSzPts val="1500"/>
              <a:buFont typeface="Arial"/>
              <a:buChar char="●"/>
            </a:pPr>
            <a:r>
              <a:rPr lang="en" sz="2400" dirty="0">
                <a:solidFill>
                  <a:srgbClr val="000000"/>
                </a:solidFill>
                <a:latin typeface="Times New Roman" panose="02020603050405020304" pitchFamily="18" charset="0"/>
                <a:ea typeface="Arial"/>
                <a:cs typeface="Times New Roman" panose="02020603050405020304" pitchFamily="18" charset="0"/>
                <a:sym typeface="Arial"/>
              </a:rPr>
              <a:t>Cloud computing provides access to software and databases from the Internet via a web browser.</a:t>
            </a:r>
            <a:endParaRPr sz="2400" dirty="0">
              <a:solidFill>
                <a:srgbClr val="000000"/>
              </a:solidFill>
              <a:latin typeface="Times New Roman" panose="02020603050405020304" pitchFamily="18" charset="0"/>
              <a:ea typeface="Arial"/>
              <a:cs typeface="Times New Roman" panose="02020603050405020304" pitchFamily="18" charset="0"/>
              <a:sym typeface="Arial"/>
            </a:endParaRPr>
          </a:p>
          <a:p>
            <a:pPr marL="571500" indent="-323850">
              <a:buClr>
                <a:srgbClr val="000000"/>
              </a:buClr>
              <a:buSzPts val="1500"/>
              <a:buFont typeface="Arial"/>
              <a:buChar char="●"/>
            </a:pPr>
            <a:r>
              <a:rPr lang="en" sz="2400" dirty="0">
                <a:solidFill>
                  <a:srgbClr val="000000"/>
                </a:solidFill>
                <a:latin typeface="Times New Roman" panose="02020603050405020304" pitchFamily="18" charset="0"/>
                <a:ea typeface="Arial"/>
                <a:cs typeface="Times New Roman" panose="02020603050405020304" pitchFamily="18" charset="0"/>
                <a:sym typeface="Arial"/>
              </a:rPr>
              <a:t>The software as a service (SaaS) category of cloud computing gives companies access to a large assortment of software packages without having to invest in hardware or install and maintain software on its own computers.</a:t>
            </a:r>
            <a:endParaRPr sz="2400" dirty="0">
              <a:solidFill>
                <a:srgbClr val="000000"/>
              </a:solidFill>
              <a:latin typeface="Times New Roman" panose="02020603050405020304" pitchFamily="18" charset="0"/>
              <a:ea typeface="Arial"/>
              <a:cs typeface="Times New Roman" panose="02020603050405020304" pitchFamily="18" charset="0"/>
              <a:sym typeface="Arial"/>
            </a:endParaRPr>
          </a:p>
          <a:p>
            <a:pPr indent="0">
              <a:lnSpc>
                <a:spcPct val="150000"/>
              </a:lnSpc>
              <a:spcBef>
                <a:spcPts val="1200"/>
              </a:spcBef>
              <a:buNone/>
            </a:pPr>
            <a:endParaRPr sz="1000" dirty="0">
              <a:solidFill>
                <a:srgbClr val="000000"/>
              </a:solidFill>
              <a:ea typeface="Arial"/>
              <a:sym typeface="Arial"/>
            </a:endParaRPr>
          </a:p>
          <a:p>
            <a:pPr marL="0" indent="0">
              <a:spcBef>
                <a:spcPts val="900"/>
              </a:spcBef>
              <a:spcAft>
                <a:spcPts val="1200"/>
              </a:spcAft>
              <a:buNone/>
            </a:pPr>
            <a:endParaRPr sz="1100" dirty="0">
              <a:ea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35496" y="-99392"/>
            <a:ext cx="8520600" cy="792088"/>
          </a:xfrm>
          <a:prstGeom prst="rect">
            <a:avLst/>
          </a:prstGeom>
        </p:spPr>
        <p:txBody>
          <a:bodyPr spcFirstLastPara="1" vert="horz" wrap="square" lIns="91425" tIns="91425" rIns="91425" bIns="91425" numCol="1" anchor="t" anchorCtr="0" compatLnSpc="1">
            <a:prstTxWarp prst="textNoShape">
              <a:avLst/>
            </a:prstTxWarp>
            <a:noAutofit/>
          </a:bodyPr>
          <a:lstStyle/>
          <a:p>
            <a:pPr>
              <a:lnSpc>
                <a:spcPct val="120000"/>
              </a:lnSpc>
              <a:spcAft>
                <a:spcPts val="5600"/>
              </a:spcAft>
            </a:pPr>
            <a:r>
              <a:rPr lang="en" b="1" dirty="0">
                <a:solidFill>
                  <a:srgbClr val="002060"/>
                </a:solidFill>
                <a:latin typeface="+mj-lt"/>
                <a:ea typeface="Arial"/>
                <a:cs typeface="Arial"/>
                <a:sym typeface="Arial"/>
              </a:rPr>
              <a:t>Key Takeaways</a:t>
            </a:r>
            <a:endParaRPr b="1" dirty="0">
              <a:solidFill>
                <a:srgbClr val="002060"/>
              </a:solidFill>
              <a:latin typeface="+mj-lt"/>
              <a:ea typeface="Arial"/>
              <a:cs typeface="Arial"/>
              <a:sym typeface="Arial"/>
            </a:endParaRPr>
          </a:p>
        </p:txBody>
      </p:sp>
      <p:sp>
        <p:nvSpPr>
          <p:cNvPr id="185" name="Google Shape;185;p29"/>
          <p:cNvSpPr txBox="1">
            <a:spLocks noGrp="1"/>
          </p:cNvSpPr>
          <p:nvPr>
            <p:ph type="body" idx="1"/>
          </p:nvPr>
        </p:nvSpPr>
        <p:spPr>
          <a:xfrm>
            <a:off x="0" y="908720"/>
            <a:ext cx="8520600" cy="4320480"/>
          </a:xfrm>
          <a:prstGeom prst="rect">
            <a:avLst/>
          </a:prstGeom>
        </p:spPr>
        <p:txBody>
          <a:bodyPr spcFirstLastPara="1" vert="horz" wrap="square" lIns="91425" tIns="91425" rIns="91425" bIns="91425" numCol="1" anchor="t" anchorCtr="0" compatLnSpc="1">
            <a:prstTxWarp prst="textNoShape">
              <a:avLst/>
            </a:prstTxWarp>
            <a:normAutofit fontScale="40000" lnSpcReduction="20000"/>
          </a:bodyPr>
          <a:lstStyle/>
          <a:p>
            <a:pPr marL="571500" indent="-317546">
              <a:lnSpc>
                <a:spcPct val="150000"/>
              </a:lnSpc>
              <a:spcBef>
                <a:spcPts val="1200"/>
              </a:spcBef>
              <a:buClr>
                <a:srgbClr val="000000"/>
              </a:buClr>
              <a:buSzPct val="100000"/>
              <a:buFont typeface="Arial"/>
              <a:buChar char="●"/>
            </a:pPr>
            <a:r>
              <a:rPr lang="en" sz="6000" dirty="0">
                <a:solidFill>
                  <a:srgbClr val="000000"/>
                </a:solidFill>
                <a:latin typeface="Times New Roman" panose="02020603050405020304" pitchFamily="18" charset="0"/>
                <a:ea typeface="Arial"/>
                <a:cs typeface="Times New Roman" panose="02020603050405020304" pitchFamily="18" charset="0"/>
                <a:sym typeface="Arial"/>
              </a:rPr>
              <a:t>Software development is about solving business problems.</a:t>
            </a:r>
            <a:endParaRPr sz="6000" dirty="0">
              <a:solidFill>
                <a:srgbClr val="000000"/>
              </a:solidFill>
              <a:latin typeface="Times New Roman" panose="02020603050405020304" pitchFamily="18" charset="0"/>
              <a:ea typeface="Arial"/>
              <a:cs typeface="Times New Roman" panose="02020603050405020304" pitchFamily="18" charset="0"/>
              <a:sym typeface="Arial"/>
            </a:endParaRPr>
          </a:p>
          <a:p>
            <a:pPr marL="571500" indent="-317546">
              <a:lnSpc>
                <a:spcPct val="150000"/>
              </a:lnSpc>
              <a:buClr>
                <a:srgbClr val="000000"/>
              </a:buClr>
              <a:buSzPct val="100000"/>
              <a:buFont typeface="Arial"/>
              <a:buChar char="●"/>
            </a:pPr>
            <a:r>
              <a:rPr lang="en" sz="6000" dirty="0">
                <a:solidFill>
                  <a:srgbClr val="000000"/>
                </a:solidFill>
                <a:latin typeface="Times New Roman" panose="02020603050405020304" pitchFamily="18" charset="0"/>
                <a:ea typeface="Arial"/>
                <a:cs typeface="Times New Roman" panose="02020603050405020304" pitchFamily="18" charset="0"/>
                <a:sym typeface="Arial"/>
              </a:rPr>
              <a:t>Developing new software applications requires several steps, from the formal SDLC process to more informal processes such as agile programming or lean methodologies.</a:t>
            </a:r>
            <a:endParaRPr sz="6000" dirty="0">
              <a:solidFill>
                <a:srgbClr val="000000"/>
              </a:solidFill>
              <a:latin typeface="Times New Roman" panose="02020603050405020304" pitchFamily="18" charset="0"/>
              <a:ea typeface="Arial"/>
              <a:cs typeface="Times New Roman" panose="02020603050405020304" pitchFamily="18" charset="0"/>
              <a:sym typeface="Arial"/>
            </a:endParaRPr>
          </a:p>
          <a:p>
            <a:pPr marL="571500" indent="-317546">
              <a:lnSpc>
                <a:spcPct val="150000"/>
              </a:lnSpc>
              <a:buClr>
                <a:srgbClr val="000000"/>
              </a:buClr>
              <a:buSzPct val="100000"/>
              <a:buFont typeface="Arial"/>
              <a:buChar char="●"/>
            </a:pPr>
            <a:r>
              <a:rPr lang="en" sz="6000" dirty="0">
                <a:solidFill>
                  <a:srgbClr val="000000"/>
                </a:solidFill>
                <a:latin typeface="Times New Roman" panose="02020603050405020304" pitchFamily="18" charset="0"/>
                <a:ea typeface="Arial"/>
                <a:cs typeface="Times New Roman" panose="02020603050405020304" pitchFamily="18" charset="0"/>
                <a:sym typeface="Arial"/>
              </a:rPr>
              <a:t>In end-user computing, software development happens outside the information technology department.</a:t>
            </a:r>
            <a:endParaRPr sz="6000" dirty="0">
              <a:solidFill>
                <a:srgbClr val="000000"/>
              </a:solidFill>
              <a:latin typeface="Times New Roman" panose="02020603050405020304" pitchFamily="18" charset="0"/>
              <a:ea typeface="Arial"/>
              <a:cs typeface="Times New Roman" panose="02020603050405020304" pitchFamily="18" charset="0"/>
              <a:sym typeface="Arial"/>
            </a:endParaRPr>
          </a:p>
          <a:p>
            <a:pPr marL="571500" indent="-317546">
              <a:lnSpc>
                <a:spcPct val="150000"/>
              </a:lnSpc>
              <a:buClr>
                <a:srgbClr val="000000"/>
              </a:buClr>
              <a:buSzPct val="100000"/>
              <a:buFont typeface="Arial"/>
              <a:buChar char="●"/>
            </a:pPr>
            <a:r>
              <a:rPr lang="en" sz="6000" dirty="0">
                <a:solidFill>
                  <a:srgbClr val="000000"/>
                </a:solidFill>
                <a:latin typeface="Times New Roman" panose="02020603050405020304" pitchFamily="18" charset="0"/>
                <a:ea typeface="Arial"/>
                <a:cs typeface="Times New Roman" panose="02020603050405020304" pitchFamily="18" charset="0"/>
                <a:sym typeface="Arial"/>
              </a:rPr>
              <a:t>Conducting a feasibility analysis is important to ensure the new system will be a good investment.</a:t>
            </a:r>
            <a:endParaRPr sz="6000" dirty="0">
              <a:solidFill>
                <a:srgbClr val="000000"/>
              </a:solidFill>
              <a:latin typeface="Times New Roman" panose="02020603050405020304" pitchFamily="18" charset="0"/>
              <a:ea typeface="Arial"/>
              <a:cs typeface="Times New Roman" panose="02020603050405020304" pitchFamily="18" charset="0"/>
              <a:sym typeface="Arial"/>
            </a:endParaRPr>
          </a:p>
          <a:p>
            <a:pPr marL="0" indent="0">
              <a:spcBef>
                <a:spcPts val="900"/>
              </a:spcBef>
              <a:spcAft>
                <a:spcPts val="1200"/>
              </a:spcAft>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C70D86F-2CD4-292D-B5C5-EB6656D01EC6}"/>
            </a:ext>
          </a:extLst>
        </p:cNvPr>
        <p:cNvGrpSpPr/>
        <p:nvPr/>
      </p:nvGrpSpPr>
      <p:grpSpPr>
        <a:xfrm>
          <a:off x="0" y="0"/>
          <a:ext cx="0" cy="0"/>
          <a:chOff x="0" y="0"/>
          <a:chExt cx="0" cy="0"/>
        </a:xfrm>
      </p:grpSpPr>
      <p:sp>
        <p:nvSpPr>
          <p:cNvPr id="184" name="Google Shape;184;p29">
            <a:extLst>
              <a:ext uri="{FF2B5EF4-FFF2-40B4-BE49-F238E27FC236}">
                <a16:creationId xmlns:a16="http://schemas.microsoft.com/office/drawing/2014/main" id="{0EF8A3E2-9940-9386-BF04-92165E472F3D}"/>
              </a:ext>
            </a:extLst>
          </p:cNvPr>
          <p:cNvSpPr txBox="1">
            <a:spLocks noGrp="1"/>
          </p:cNvSpPr>
          <p:nvPr>
            <p:ph type="title"/>
          </p:nvPr>
        </p:nvSpPr>
        <p:spPr>
          <a:xfrm>
            <a:off x="251520" y="16204"/>
            <a:ext cx="8520600" cy="607800"/>
          </a:xfrm>
          <a:prstGeom prst="rect">
            <a:avLst/>
          </a:prstGeom>
        </p:spPr>
        <p:txBody>
          <a:bodyPr spcFirstLastPara="1" vert="horz" wrap="square" lIns="91425" tIns="91425" rIns="91425" bIns="91425" numCol="1" anchor="t" anchorCtr="0" compatLnSpc="1">
            <a:prstTxWarp prst="textNoShape">
              <a:avLst/>
            </a:prstTxWarp>
            <a:noAutofit/>
          </a:bodyPr>
          <a:lstStyle/>
          <a:p>
            <a:pPr>
              <a:lnSpc>
                <a:spcPct val="120000"/>
              </a:lnSpc>
              <a:spcAft>
                <a:spcPts val="5600"/>
              </a:spcAft>
            </a:pPr>
            <a:r>
              <a:rPr lang="en" b="1" dirty="0">
                <a:solidFill>
                  <a:srgbClr val="003180"/>
                </a:solidFill>
                <a:latin typeface="+mj-lt"/>
                <a:ea typeface="Arial"/>
                <a:cs typeface="Arial"/>
                <a:sym typeface="Arial"/>
              </a:rPr>
              <a:t>Key Takeaways</a:t>
            </a:r>
            <a:endParaRPr b="1" dirty="0">
              <a:latin typeface="+mj-lt"/>
              <a:ea typeface="Arial"/>
              <a:cs typeface="Arial"/>
              <a:sym typeface="Arial"/>
            </a:endParaRPr>
          </a:p>
        </p:txBody>
      </p:sp>
      <p:sp>
        <p:nvSpPr>
          <p:cNvPr id="185" name="Google Shape;185;p29">
            <a:extLst>
              <a:ext uri="{FF2B5EF4-FFF2-40B4-BE49-F238E27FC236}">
                <a16:creationId xmlns:a16="http://schemas.microsoft.com/office/drawing/2014/main" id="{26ECBBB7-5821-634B-BFE5-B0FEEDCA8CC8}"/>
              </a:ext>
            </a:extLst>
          </p:cNvPr>
          <p:cNvSpPr txBox="1">
            <a:spLocks noGrp="1"/>
          </p:cNvSpPr>
          <p:nvPr>
            <p:ph type="body" idx="1"/>
          </p:nvPr>
        </p:nvSpPr>
        <p:spPr>
          <a:xfrm>
            <a:off x="306424" y="1124744"/>
            <a:ext cx="8520600" cy="4320480"/>
          </a:xfrm>
          <a:prstGeom prst="rect">
            <a:avLst/>
          </a:prstGeom>
        </p:spPr>
        <p:txBody>
          <a:bodyPr spcFirstLastPara="1" vert="horz" wrap="square" lIns="91425" tIns="91425" rIns="91425" bIns="91425" numCol="1" anchor="t" anchorCtr="0" compatLnSpc="1">
            <a:prstTxWarp prst="textNoShape">
              <a:avLst/>
            </a:prstTxWarp>
            <a:normAutofit fontScale="32500" lnSpcReduction="20000"/>
          </a:bodyPr>
          <a:lstStyle/>
          <a:p>
            <a:pPr marL="571500" indent="-317546">
              <a:lnSpc>
                <a:spcPct val="120000"/>
              </a:lnSpc>
              <a:buClr>
                <a:srgbClr val="000000"/>
              </a:buClr>
              <a:buSzPct val="100000"/>
              <a:buFont typeface="Arial"/>
              <a:buChar char="●"/>
            </a:pPr>
            <a:r>
              <a:rPr lang="en" sz="7400" dirty="0">
                <a:solidFill>
                  <a:srgbClr val="000000"/>
                </a:solidFill>
                <a:latin typeface="Times New Roman" panose="02020603050405020304" pitchFamily="18" charset="0"/>
                <a:ea typeface="Arial"/>
                <a:cs typeface="Times New Roman" panose="02020603050405020304" pitchFamily="18" charset="0"/>
                <a:sym typeface="Arial"/>
              </a:rPr>
              <a:t>Programming languages have evolved from very low-level machine-specific languages to higher-level languages that allow a programmer to write software for a wide variety of machines.</a:t>
            </a:r>
            <a:endParaRPr sz="7400" dirty="0">
              <a:solidFill>
                <a:srgbClr val="000000"/>
              </a:solidFill>
              <a:latin typeface="Times New Roman" panose="02020603050405020304" pitchFamily="18" charset="0"/>
              <a:ea typeface="Arial"/>
              <a:cs typeface="Times New Roman" panose="02020603050405020304" pitchFamily="18" charset="0"/>
              <a:sym typeface="Arial"/>
            </a:endParaRPr>
          </a:p>
          <a:p>
            <a:pPr marL="571500" indent="-317546">
              <a:lnSpc>
                <a:spcPct val="120000"/>
              </a:lnSpc>
              <a:buClr>
                <a:srgbClr val="000000"/>
              </a:buClr>
              <a:buSzPct val="100000"/>
              <a:buFont typeface="Arial"/>
              <a:buChar char="●"/>
            </a:pPr>
            <a:r>
              <a:rPr lang="en" sz="7400" dirty="0">
                <a:solidFill>
                  <a:srgbClr val="000000"/>
                </a:solidFill>
                <a:latin typeface="Times New Roman" panose="02020603050405020304" pitchFamily="18" charset="0"/>
                <a:ea typeface="Arial"/>
                <a:cs typeface="Times New Roman" panose="02020603050405020304" pitchFamily="18" charset="0"/>
                <a:sym typeface="Arial"/>
              </a:rPr>
              <a:t>Most programmers work with software development tools to make the software development  more efficient.</a:t>
            </a:r>
            <a:endParaRPr sz="7400" dirty="0">
              <a:solidFill>
                <a:srgbClr val="000000"/>
              </a:solidFill>
              <a:latin typeface="Times New Roman" panose="02020603050405020304" pitchFamily="18" charset="0"/>
              <a:ea typeface="Arial"/>
              <a:cs typeface="Times New Roman" panose="02020603050405020304" pitchFamily="18" charset="0"/>
              <a:sym typeface="Arial"/>
            </a:endParaRPr>
          </a:p>
          <a:p>
            <a:pPr marL="571500" indent="-317546">
              <a:lnSpc>
                <a:spcPct val="120000"/>
              </a:lnSpc>
              <a:buClr>
                <a:srgbClr val="000000"/>
              </a:buClr>
              <a:buSzPct val="100000"/>
              <a:buFont typeface="Arial"/>
              <a:buChar char="●"/>
            </a:pPr>
            <a:r>
              <a:rPr lang="en" sz="7400" dirty="0">
                <a:solidFill>
                  <a:srgbClr val="000000"/>
                </a:solidFill>
                <a:latin typeface="Times New Roman" panose="02020603050405020304" pitchFamily="18" charset="0"/>
                <a:ea typeface="Arial"/>
                <a:cs typeface="Times New Roman" panose="02020603050405020304" pitchFamily="18" charset="0"/>
                <a:sym typeface="Arial"/>
              </a:rPr>
              <a:t>Some companies choose to purchase software to save development costs and speed implementation.</a:t>
            </a:r>
            <a:endParaRPr sz="7400" dirty="0">
              <a:solidFill>
                <a:srgbClr val="000000"/>
              </a:solidFill>
              <a:latin typeface="Times New Roman" panose="02020603050405020304" pitchFamily="18" charset="0"/>
              <a:ea typeface="Arial"/>
              <a:cs typeface="Times New Roman" panose="02020603050405020304" pitchFamily="18" charset="0"/>
              <a:sym typeface="Arial"/>
            </a:endParaRPr>
          </a:p>
          <a:p>
            <a:pPr marL="571500" indent="-317546">
              <a:lnSpc>
                <a:spcPct val="120000"/>
              </a:lnSpc>
              <a:buClr>
                <a:srgbClr val="000000"/>
              </a:buClr>
              <a:buSzPct val="100000"/>
              <a:buFont typeface="Arial"/>
              <a:buChar char="●"/>
            </a:pPr>
            <a:r>
              <a:rPr lang="en" sz="7400" dirty="0">
                <a:solidFill>
                  <a:srgbClr val="000000"/>
                </a:solidFill>
                <a:latin typeface="Times New Roman" panose="02020603050405020304" pitchFamily="18" charset="0"/>
                <a:ea typeface="Arial"/>
                <a:cs typeface="Times New Roman" panose="02020603050405020304" pitchFamily="18" charset="0"/>
                <a:sym typeface="Arial"/>
              </a:rPr>
              <a:t>When implementing new software applications, there are several different types of implementation methodologies that must be considered.</a:t>
            </a:r>
            <a:endParaRPr sz="7400" dirty="0">
              <a:solidFill>
                <a:srgbClr val="000000"/>
              </a:solidFill>
              <a:latin typeface="Times New Roman" panose="02020603050405020304" pitchFamily="18" charset="0"/>
              <a:ea typeface="Arial"/>
              <a:cs typeface="Times New Roman" panose="02020603050405020304" pitchFamily="18" charset="0"/>
              <a:sym typeface="Arial"/>
            </a:endParaRPr>
          </a:p>
          <a:p>
            <a:pPr marL="0" indent="0">
              <a:spcBef>
                <a:spcPts val="900"/>
              </a:spcBef>
              <a:spcAft>
                <a:spcPts val="1200"/>
              </a:spcAft>
              <a:buNone/>
            </a:pPr>
            <a:endParaRPr dirty="0"/>
          </a:p>
        </p:txBody>
      </p:sp>
    </p:spTree>
    <p:extLst>
      <p:ext uri="{BB962C8B-B14F-4D97-AF65-F5344CB8AC3E}">
        <p14:creationId xmlns:p14="http://schemas.microsoft.com/office/powerpoint/2010/main" val="1233871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23BEC-5EAF-7642-8154-398E79CEF0D8}"/>
              </a:ext>
            </a:extLst>
          </p:cNvPr>
          <p:cNvSpPr>
            <a:spLocks noGrp="1"/>
          </p:cNvSpPr>
          <p:nvPr>
            <p:ph type="title"/>
          </p:nvPr>
        </p:nvSpPr>
        <p:spPr>
          <a:xfrm>
            <a:off x="457200" y="215371"/>
            <a:ext cx="8229600" cy="693349"/>
          </a:xfrm>
        </p:spPr>
        <p:txBody>
          <a:bodyPr/>
          <a:lstStyle/>
          <a:p>
            <a:r>
              <a:rPr lang="en-US" dirty="0">
                <a:solidFill>
                  <a:schemeClr val="tx2"/>
                </a:solidFill>
              </a:rPr>
              <a:t>References</a:t>
            </a:r>
          </a:p>
        </p:txBody>
      </p:sp>
      <p:sp>
        <p:nvSpPr>
          <p:cNvPr id="3" name="Content Placeholder 2">
            <a:extLst>
              <a:ext uri="{FF2B5EF4-FFF2-40B4-BE49-F238E27FC236}">
                <a16:creationId xmlns:a16="http://schemas.microsoft.com/office/drawing/2014/main" id="{4264296F-B6B5-AE81-97E6-BAABEB7A4ECC}"/>
              </a:ext>
            </a:extLst>
          </p:cNvPr>
          <p:cNvSpPr>
            <a:spLocks noGrp="1"/>
          </p:cNvSpPr>
          <p:nvPr>
            <p:ph sz="quarter" idx="13"/>
          </p:nvPr>
        </p:nvSpPr>
        <p:spPr>
          <a:xfrm>
            <a:off x="187213" y="1268760"/>
            <a:ext cx="8769574" cy="4250343"/>
          </a:xfrm>
        </p:spPr>
        <p:txBody>
          <a:bodyPr/>
          <a:lstStyle/>
          <a:p>
            <a:pPr marL="285750" marR="0" indent="-285750">
              <a:lnSpc>
                <a:spcPct val="107000"/>
              </a:lnSpc>
              <a:spcBef>
                <a:spcPts val="0"/>
              </a:spcBef>
              <a:spcAft>
                <a:spcPts val="800"/>
              </a:spcAft>
              <a:buFont typeface="Wingdings" panose="05000000000000000000" pitchFamily="2" charset="2"/>
              <a:buChar char="Ø"/>
            </a:pPr>
            <a:r>
              <a:rPr lang="en-US" b="1" kern="100" dirty="0">
                <a:effectLst/>
                <a:latin typeface="Times New Roman" panose="02020603050405020304" pitchFamily="18" charset="0"/>
                <a:ea typeface="Aptos" panose="020B0004020202020204" pitchFamily="34" charset="0"/>
                <a:cs typeface="Times New Roman" panose="02020603050405020304" pitchFamily="18" charset="0"/>
              </a:rPr>
              <a:t>E-Commerce 2023: Business, Technology, Society, 17th edition</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US" b="1" dirty="0">
                <a:effectLst/>
                <a:latin typeface="Times New Roman" panose="02020603050405020304" pitchFamily="18" charset="0"/>
                <a:ea typeface="Aptos" panose="020B0004020202020204" pitchFamily="34" charset="0"/>
                <a:cs typeface="Times New Roman" panose="02020603050405020304" pitchFamily="18" charset="0"/>
              </a:rPr>
              <a:t>Kenneth C. Laudon</a:t>
            </a:r>
          </a:p>
          <a:p>
            <a:endParaRPr lang="en-US" b="1" dirty="0">
              <a:latin typeface="Times New Roman" panose="02020603050405020304" pitchFamily="18" charset="0"/>
              <a:ea typeface="Aptos" panose="020B0004020202020204" pitchFamily="34" charset="0"/>
              <a:cs typeface="Times New Roman" panose="02020603050405020304" pitchFamily="18" charset="0"/>
            </a:endParaRPr>
          </a:p>
          <a:p>
            <a:pPr marL="285750" marR="0" indent="-285750">
              <a:lnSpc>
                <a:spcPct val="107000"/>
              </a:lnSpc>
              <a:spcBef>
                <a:spcPts val="0"/>
              </a:spcBef>
              <a:spcAft>
                <a:spcPts val="800"/>
              </a:spcAft>
              <a:buFont typeface="Wingdings" panose="05000000000000000000" pitchFamily="2" charset="2"/>
              <a:buChar char="Ø"/>
            </a:pPr>
            <a:r>
              <a:rPr lang="en-US" b="1" kern="100" dirty="0">
                <a:effectLst/>
                <a:latin typeface="Times New Roman" panose="02020603050405020304" pitchFamily="18" charset="0"/>
                <a:ea typeface="Aptos" panose="020B0004020202020204" pitchFamily="34" charset="0"/>
                <a:cs typeface="Times New Roman" panose="02020603050405020304" pitchFamily="18" charset="0"/>
              </a:rPr>
              <a:t>Business Essentials, 14th edition</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US" b="1" dirty="0">
                <a:effectLst/>
                <a:latin typeface="Times New Roman" panose="02020603050405020304" pitchFamily="18" charset="0"/>
                <a:ea typeface="Aptos" panose="020B0004020202020204" pitchFamily="34" charset="0"/>
                <a:cs typeface="Times New Roman" panose="02020603050405020304" pitchFamily="18" charset="0"/>
              </a:rPr>
              <a:t>Ronald J. Ebert </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hlinkClick r:id="rId2"/>
              </a:rPr>
              <a:t>https://www.revenera.com/software-monetization/glossary/software-licensing</a:t>
            </a:r>
            <a:endParaRPr lang="en-US" b="1" dirty="0">
              <a:latin typeface="Times New Roman" panose="02020603050405020304" pitchFamily="18" charset="0"/>
              <a:cs typeface="Times New Roman" panose="02020603050405020304" pitchFamily="18" charset="0"/>
            </a:endParaRPr>
          </a:p>
          <a:p>
            <a:endParaRPr lang="en-US" sz="1800" b="1" dirty="0">
              <a:latin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21A7272-6240-652F-2FF0-EA513381D16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25</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5883260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C_POLLINGMASTER" val="Polling Slide Design"/>
</p:tagLst>
</file>

<file path=ppt/tags/tag2.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lt;/Type&gt;&lt;Label&gt;A&lt;/Label&gt;&lt;/PollingTag&gt;"/>
</p:tagLst>
</file>

<file path=ppt/tags/tag3.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lt;/Type&gt;&lt;Label&gt;B&lt;/Label&gt;&lt;/PollingTag&gt;"/>
</p:tagLst>
</file>

<file path=ppt/tags/tag4.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lt;/Type&gt;&lt;Label&gt;C&lt;/Label&gt;&lt;/PollingTag&gt;"/>
</p:tagLst>
</file>

<file path=ppt/tags/tag5.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lt;/Type&gt;&lt;Label&gt;D&lt;/Label&gt;&lt;/PollingTag&gt;"/>
</p:tagLst>
</file>

<file path=ppt/tags/tag6.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lt;/Type&gt;&lt;Label&gt;E&lt;/Label&gt;&lt;/PollingTag&gt;"/>
</p:tagLst>
</file>

<file path=ppt/tags/tag7.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ResultChart&lt;/Type&gt;&lt;Style&gt;1&lt;/Style&gt;&lt;/PollingTag&gt;"/>
  <p:tag name="IC_POLLINGDATA" val="&lt;PollingTag&gt;&lt;Version&gt;1&lt;/Version&gt;&lt;Type&gt;PollingSlide&lt;/Type&gt;&lt;PollingType&gt;0&lt;/PollingType&gt;&lt;ChoiceNumber&gt;5&lt;/ChoiceNumber&gt;&lt;Style&gt;1&lt;/Style&gt;&lt;TimeLimit&gt;0&lt;/TimeLimit&gt;&lt;/PollingTag&gt;"/>
</p:tagLst>
</file>

<file path=ppt/tags/tag8.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Question&lt;/Type&gt;&lt;/PollingTag&gt;"/>
</p:tagLst>
</file>

<file path=ppt/tags/tag9.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lt;/Type&gt;&lt;Label&gt;A&lt;/Label&gt;&lt;/PollingTag&gt;"/>
</p:tagLst>
</file>

<file path=ppt/tags/tag10.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Text&lt;/Type&gt;&lt;/PollingTag&gt;"/>
</p:tagLst>
</file>

<file path=ppt/tags/tag11.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lt;/Type&gt;&lt;Label&gt;B&lt;/Label&gt;&lt;/PollingTag&gt;"/>
</p:tagLst>
</file>

<file path=ppt/tags/tag12.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Text&lt;/Type&gt;&lt;/PollingTag&gt;"/>
</p:tagLst>
</file>

<file path=ppt/tags/tag13.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ResultChart&lt;/Type&gt;&lt;Style&gt;1&lt;/Style&gt;&lt;/PollingTag&gt;"/>
  <p:tag name="IC_POLLINGDATA" val="&lt;PollingTag&gt;&lt;Version&gt;1&lt;/Version&gt;&lt;Type&gt;PollingSlide&lt;/Type&gt;&lt;PollingType&gt;2&lt;/PollingType&gt;&lt;ChoiceNumber&gt;2&lt;/ChoiceNumber&gt;&lt;Style&gt;1&lt;/Style&gt;&lt;TimeLimit&gt;0&lt;/TimeLimit&gt;&lt;/PollingTag&gt;"/>
</p:tagLst>
</file>

<file path=ppt/tags/tag14.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Question&lt;/Type&gt;&lt;/PollingTag&gt;"/>
</p:tagLst>
</file>

<file path=ppt/tags/tag15.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lt;/Type&gt;&lt;Label&gt;A&lt;/Label&gt;&lt;/PollingTag&gt;"/>
</p:tagLst>
</file>

<file path=ppt/tags/tag16.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Text&lt;/Type&gt;&lt;/PollingTag&gt;"/>
</p:tagLst>
</file>

<file path=ppt/tags/tag17.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lt;/Type&gt;&lt;Label&gt;B&lt;/Label&gt;&lt;/PollingTag&gt;"/>
</p:tagLst>
</file>

<file path=ppt/tags/tag18.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AnswerText&lt;/Type&gt;&lt;/PollingTag&gt;"/>
</p:tagLst>
</file>

<file path=ppt/tags/tag19.xml><?xml version="1.0" encoding="utf-8"?>
<p:tagLst xmlns:a="http://schemas.openxmlformats.org/drawingml/2006/main" xmlns:r="http://schemas.openxmlformats.org/officeDocument/2006/relationships" xmlns:p="http://schemas.openxmlformats.org/presentationml/2006/main">
  <p:tag name="IC_POLLINGSHAPE" val="&lt;PollingTag&gt;&lt;Version&gt;1&lt;/Version&gt;&lt;Type&gt;PollingResultChart&lt;/Type&gt;&lt;Style&gt;1&lt;/Style&gt;&lt;/PollingTag&gt;"/>
  <p:tag name="IC_POLLINGDATA" val="&lt;PollingTag&gt;&lt;Version&gt;1&lt;/Version&gt;&lt;Type&gt;PollingSlide&lt;/Type&gt;&lt;PollingType&gt;1&lt;/PollingType&gt;&lt;ChoiceNumber&gt;2&lt;/ChoiceNumber&gt;&lt;Style&gt;1&lt;/Style&gt;&lt;TimeLimit&gt;0&lt;/TimeLimit&gt;&lt;/PollingTag&gt;"/>
</p:tagLst>
</file>

<file path=ppt/theme/theme1.xml><?xml version="1.0" encoding="utf-8"?>
<a:theme xmlns:a="http://schemas.openxmlformats.org/drawingml/2006/main" name="Office Theme">
  <a:themeElements>
    <a:clrScheme name="Algonquin College">
      <a:dk1>
        <a:sysClr val="windowText" lastClr="000000"/>
      </a:dk1>
      <a:lt1>
        <a:sysClr val="window" lastClr="FFFFFF"/>
      </a:lt1>
      <a:dk2>
        <a:srgbClr val="00673E"/>
      </a:dk2>
      <a:lt2>
        <a:srgbClr val="A0C93C"/>
      </a:lt2>
      <a:accent1>
        <a:srgbClr val="00675A"/>
      </a:accent1>
      <a:accent2>
        <a:srgbClr val="009AA6"/>
      </a:accent2>
      <a:accent3>
        <a:srgbClr val="007096"/>
      </a:accent3>
      <a:accent4>
        <a:srgbClr val="EAAB00"/>
      </a:accent4>
      <a:accent5>
        <a:srgbClr val="63666A"/>
      </a:accent5>
      <a:accent6>
        <a:srgbClr val="63666A"/>
      </a:accent6>
      <a:hlink>
        <a:srgbClr val="009AA6"/>
      </a:hlink>
      <a:folHlink>
        <a:srgbClr val="63666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2784</TotalTime>
  <Words>1659</Words>
  <Application>Microsoft Office PowerPoint</Application>
  <PresentationFormat>On-screen Show (4:3)</PresentationFormat>
  <Paragraphs>157</Paragraphs>
  <Slides>25</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ＭＳ Ｐゴシック</vt:lpstr>
      <vt:lpstr>Aptos</vt:lpstr>
      <vt:lpstr>Arial</vt:lpstr>
      <vt:lpstr>Calibri</vt:lpstr>
      <vt:lpstr>Times New Roman</vt:lpstr>
      <vt:lpstr>Wingdings</vt:lpstr>
      <vt:lpstr>Office Theme</vt:lpstr>
      <vt:lpstr>Software licensing</vt:lpstr>
      <vt:lpstr>Objectives</vt:lpstr>
      <vt:lpstr>Software Programming  </vt:lpstr>
      <vt:lpstr>Software Introduction</vt:lpstr>
      <vt:lpstr>Operating Systems  </vt:lpstr>
      <vt:lpstr>Application Software  </vt:lpstr>
      <vt:lpstr>Application Software Cont…  </vt:lpstr>
      <vt:lpstr>Application Software Cont…  </vt:lpstr>
      <vt:lpstr>Desktop Software </vt:lpstr>
      <vt:lpstr>Enterprise Software </vt:lpstr>
      <vt:lpstr>Mobile Software  </vt:lpstr>
      <vt:lpstr>Obtaining Software </vt:lpstr>
      <vt:lpstr>Build Vs. Buy  </vt:lpstr>
      <vt:lpstr>Build Vs. Buy</vt:lpstr>
      <vt:lpstr>Build Vs. Buy Cont.</vt:lpstr>
      <vt:lpstr>Implementation And Maintenance  </vt:lpstr>
      <vt:lpstr>Open Source Software (1 of 3)</vt:lpstr>
      <vt:lpstr>Open Source Software (2 of 3)</vt:lpstr>
      <vt:lpstr>Open Source Software (3 of 3)</vt:lpstr>
      <vt:lpstr>Open Source Software </vt:lpstr>
      <vt:lpstr>Cloud Computing  </vt:lpstr>
      <vt:lpstr>Key Takeaways </vt:lpstr>
      <vt:lpstr>Key Takeaways</vt:lpstr>
      <vt:lpstr>Key Takeaways</vt:lpstr>
      <vt:lpstr>References</vt:lpstr>
    </vt:vector>
  </TitlesOfParts>
  <Company>Algonquin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Shawn McBride</dc:creator>
  <cp:lastModifiedBy>Rejaul Chowdhury</cp:lastModifiedBy>
  <cp:revision>171</cp:revision>
  <cp:lastPrinted>2012-09-14T14:03:18Z</cp:lastPrinted>
  <dcterms:created xsi:type="dcterms:W3CDTF">2000-10-05T13:47:11Z</dcterms:created>
  <dcterms:modified xsi:type="dcterms:W3CDTF">2025-01-26T23:58:34Z</dcterms:modified>
</cp:coreProperties>
</file>